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0"/>
  </p:notesMasterIdLst>
  <p:handoutMasterIdLst>
    <p:handoutMasterId r:id="rId48"/>
  </p:handoutMasterIdLst>
  <p:sldIdLst>
    <p:sldId id="288" r:id="rId6"/>
    <p:sldId id="289" r:id="rId7"/>
    <p:sldId id="286" r:id="rId8"/>
    <p:sldId id="257" r:id="rId9"/>
    <p:sldId id="258" r:id="rId11"/>
    <p:sldId id="331" r:id="rId12"/>
    <p:sldId id="261" r:id="rId13"/>
    <p:sldId id="260" r:id="rId14"/>
    <p:sldId id="332" r:id="rId15"/>
    <p:sldId id="290" r:id="rId16"/>
    <p:sldId id="293" r:id="rId17"/>
    <p:sldId id="294" r:id="rId18"/>
    <p:sldId id="295" r:id="rId19"/>
    <p:sldId id="296" r:id="rId20"/>
    <p:sldId id="298" r:id="rId21"/>
    <p:sldId id="309" r:id="rId22"/>
    <p:sldId id="310" r:id="rId23"/>
    <p:sldId id="311" r:id="rId24"/>
    <p:sldId id="391" r:id="rId25"/>
    <p:sldId id="392" r:id="rId26"/>
    <p:sldId id="393" r:id="rId27"/>
    <p:sldId id="312" r:id="rId28"/>
    <p:sldId id="313" r:id="rId29"/>
    <p:sldId id="314" r:id="rId30"/>
    <p:sldId id="316" r:id="rId31"/>
    <p:sldId id="317" r:id="rId32"/>
    <p:sldId id="333" r:id="rId33"/>
    <p:sldId id="334" r:id="rId34"/>
    <p:sldId id="335" r:id="rId35"/>
    <p:sldId id="319" r:id="rId36"/>
    <p:sldId id="323" r:id="rId37"/>
    <p:sldId id="324" r:id="rId38"/>
    <p:sldId id="336" r:id="rId39"/>
    <p:sldId id="368" r:id="rId40"/>
    <p:sldId id="325" r:id="rId41"/>
    <p:sldId id="396" r:id="rId42"/>
    <p:sldId id="326" r:id="rId43"/>
    <p:sldId id="394" r:id="rId44"/>
    <p:sldId id="395" r:id="rId45"/>
    <p:sldId id="372" r:id="rId46"/>
    <p:sldId id="373" r:id="rId4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CC"/>
    <a:srgbClr val="008000"/>
    <a:srgbClr val="99FF33"/>
    <a:srgbClr val="003300"/>
    <a:srgbClr val="66FF66"/>
    <a:srgbClr val="005E00"/>
    <a:srgbClr val="A5FFA5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6"/>
    <p:restoredTop sz="94676"/>
  </p:normalViewPr>
  <p:slideViewPr>
    <p:cSldViewPr showGuides="1">
      <p:cViewPr varScale="1">
        <p:scale>
          <a:sx n="70" d="100"/>
          <a:sy n="70" d="100"/>
        </p:scale>
        <p:origin x="1012" y="52"/>
      </p:cViewPr>
      <p:guideLst>
        <p:guide orient="horz" pos="4319"/>
        <p:guide pos="2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7" Type="http://schemas.openxmlformats.org/officeDocument/2006/relationships/image" Target="../media/image15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26.emf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emf"/><Relationship Id="rId8" Type="http://schemas.openxmlformats.org/officeDocument/2006/relationships/image" Target="../media/image34.emf"/><Relationship Id="rId7" Type="http://schemas.openxmlformats.org/officeDocument/2006/relationships/image" Target="../media/image33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0" Type="http://schemas.openxmlformats.org/officeDocument/2006/relationships/image" Target="../media/image36.emf"/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emf"/><Relationship Id="rId8" Type="http://schemas.openxmlformats.org/officeDocument/2006/relationships/image" Target="../media/image44.emf"/><Relationship Id="rId7" Type="http://schemas.openxmlformats.org/officeDocument/2006/relationships/image" Target="../media/image43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7" Type="http://schemas.openxmlformats.org/officeDocument/2006/relationships/image" Target="../media/image53.wmf"/><Relationship Id="rId16" Type="http://schemas.openxmlformats.org/officeDocument/2006/relationships/image" Target="../media/image52.emf"/><Relationship Id="rId15" Type="http://schemas.openxmlformats.org/officeDocument/2006/relationships/image" Target="../media/image51.emf"/><Relationship Id="rId14" Type="http://schemas.openxmlformats.org/officeDocument/2006/relationships/image" Target="../media/image50.emf"/><Relationship Id="rId13" Type="http://schemas.openxmlformats.org/officeDocument/2006/relationships/image" Target="../media/image49.emf"/><Relationship Id="rId12" Type="http://schemas.openxmlformats.org/officeDocument/2006/relationships/image" Target="../media/image48.emf"/><Relationship Id="rId11" Type="http://schemas.openxmlformats.org/officeDocument/2006/relationships/image" Target="../media/image47.emf"/><Relationship Id="rId10" Type="http://schemas.openxmlformats.org/officeDocument/2006/relationships/image" Target="../media/image46.emf"/><Relationship Id="rId1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68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emf"/><Relationship Id="rId8" Type="http://schemas.openxmlformats.org/officeDocument/2006/relationships/image" Target="../media/image76.emf"/><Relationship Id="rId7" Type="http://schemas.openxmlformats.org/officeDocument/2006/relationships/image" Target="../media/image75.e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90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emf"/><Relationship Id="rId8" Type="http://schemas.openxmlformats.org/officeDocument/2006/relationships/image" Target="../media/image98.emf"/><Relationship Id="rId7" Type="http://schemas.openxmlformats.org/officeDocument/2006/relationships/image" Target="../media/image97.e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5" Type="http://schemas.openxmlformats.org/officeDocument/2006/relationships/image" Target="../media/image105.emf"/><Relationship Id="rId14" Type="http://schemas.openxmlformats.org/officeDocument/2006/relationships/image" Target="../media/image104.emf"/><Relationship Id="rId13" Type="http://schemas.openxmlformats.org/officeDocument/2006/relationships/image" Target="../media/image103.emf"/><Relationship Id="rId12" Type="http://schemas.openxmlformats.org/officeDocument/2006/relationships/image" Target="../media/image102.emf"/><Relationship Id="rId11" Type="http://schemas.openxmlformats.org/officeDocument/2006/relationships/image" Target="../media/image101.emf"/><Relationship Id="rId10" Type="http://schemas.openxmlformats.org/officeDocument/2006/relationships/image" Target="../media/image100.emf"/><Relationship Id="rId1" Type="http://schemas.openxmlformats.org/officeDocument/2006/relationships/image" Target="../media/image91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emf"/><Relationship Id="rId8" Type="http://schemas.openxmlformats.org/officeDocument/2006/relationships/image" Target="../media/image113.emf"/><Relationship Id="rId7" Type="http://schemas.openxmlformats.org/officeDocument/2006/relationships/image" Target="../media/image112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emf"/><Relationship Id="rId8" Type="http://schemas.openxmlformats.org/officeDocument/2006/relationships/image" Target="../media/image122.emf"/><Relationship Id="rId7" Type="http://schemas.openxmlformats.org/officeDocument/2006/relationships/image" Target="../media/image121.emf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emf"/><Relationship Id="rId8" Type="http://schemas.openxmlformats.org/officeDocument/2006/relationships/image" Target="../media/image131.emf"/><Relationship Id="rId7" Type="http://schemas.openxmlformats.org/officeDocument/2006/relationships/image" Target="../media/image130.emf"/><Relationship Id="rId6" Type="http://schemas.openxmlformats.org/officeDocument/2006/relationships/image" Target="../media/image129.emf"/><Relationship Id="rId5" Type="http://schemas.openxmlformats.org/officeDocument/2006/relationships/image" Target="../media/image128.emf"/><Relationship Id="rId4" Type="http://schemas.openxmlformats.org/officeDocument/2006/relationships/image" Target="../media/image127.emf"/><Relationship Id="rId3" Type="http://schemas.openxmlformats.org/officeDocument/2006/relationships/image" Target="../media/image126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1.wmf"/><Relationship Id="rId8" Type="http://schemas.openxmlformats.org/officeDocument/2006/relationships/image" Target="../media/image140.wmf"/><Relationship Id="rId7" Type="http://schemas.openxmlformats.org/officeDocument/2006/relationships/image" Target="../media/image139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image" Target="../media/image147.w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34.wmf"/><Relationship Id="rId11" Type="http://schemas.openxmlformats.org/officeDocument/2006/relationships/image" Target="../media/image150.wmf"/><Relationship Id="rId10" Type="http://schemas.openxmlformats.org/officeDocument/2006/relationships/image" Target="../media/image149.wmf"/><Relationship Id="rId1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48.wmf"/><Relationship Id="rId2" Type="http://schemas.openxmlformats.org/officeDocument/2006/relationships/image" Target="../media/image134.wmf"/><Relationship Id="rId13" Type="http://schemas.openxmlformats.org/officeDocument/2006/relationships/image" Target="../media/image160.wmf"/><Relationship Id="rId12" Type="http://schemas.openxmlformats.org/officeDocument/2006/relationships/image" Target="../media/image159.wmf"/><Relationship Id="rId11" Type="http://schemas.openxmlformats.org/officeDocument/2006/relationships/image" Target="../media/image158.wmf"/><Relationship Id="rId10" Type="http://schemas.openxmlformats.org/officeDocument/2006/relationships/image" Target="../media/image157.wmf"/><Relationship Id="rId1" Type="http://schemas.openxmlformats.org/officeDocument/2006/relationships/image" Target="../media/image133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emf"/><Relationship Id="rId8" Type="http://schemas.openxmlformats.org/officeDocument/2006/relationships/image" Target="../media/image168.emf"/><Relationship Id="rId7" Type="http://schemas.openxmlformats.org/officeDocument/2006/relationships/image" Target="../media/image167.emf"/><Relationship Id="rId6" Type="http://schemas.openxmlformats.org/officeDocument/2006/relationships/image" Target="../media/image166.emf"/><Relationship Id="rId5" Type="http://schemas.openxmlformats.org/officeDocument/2006/relationships/image" Target="../media/image165.emf"/><Relationship Id="rId4" Type="http://schemas.openxmlformats.org/officeDocument/2006/relationships/image" Target="../media/image164.emf"/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7" Type="http://schemas.openxmlformats.org/officeDocument/2006/relationships/image" Target="../media/image177.emf"/><Relationship Id="rId16" Type="http://schemas.openxmlformats.org/officeDocument/2006/relationships/image" Target="../media/image176.emf"/><Relationship Id="rId15" Type="http://schemas.openxmlformats.org/officeDocument/2006/relationships/image" Target="../media/image175.emf"/><Relationship Id="rId14" Type="http://schemas.openxmlformats.org/officeDocument/2006/relationships/image" Target="../media/image174.emf"/><Relationship Id="rId13" Type="http://schemas.openxmlformats.org/officeDocument/2006/relationships/image" Target="../media/image173.emf"/><Relationship Id="rId12" Type="http://schemas.openxmlformats.org/officeDocument/2006/relationships/image" Target="../media/image172.emf"/><Relationship Id="rId11" Type="http://schemas.openxmlformats.org/officeDocument/2006/relationships/image" Target="../media/image171.emf"/><Relationship Id="rId10" Type="http://schemas.openxmlformats.org/officeDocument/2006/relationships/image" Target="../media/image170.emf"/><Relationship Id="rId1" Type="http://schemas.openxmlformats.org/officeDocument/2006/relationships/image" Target="../media/image161.e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emf"/><Relationship Id="rId8" Type="http://schemas.openxmlformats.org/officeDocument/2006/relationships/image" Target="../media/image185.emf"/><Relationship Id="rId7" Type="http://schemas.openxmlformats.org/officeDocument/2006/relationships/image" Target="../media/image184.emf"/><Relationship Id="rId6" Type="http://schemas.openxmlformats.org/officeDocument/2006/relationships/image" Target="../media/image183.emf"/><Relationship Id="rId5" Type="http://schemas.openxmlformats.org/officeDocument/2006/relationships/image" Target="../media/image182.emf"/><Relationship Id="rId4" Type="http://schemas.openxmlformats.org/officeDocument/2006/relationships/image" Target="../media/image181.emf"/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2" Type="http://schemas.openxmlformats.org/officeDocument/2006/relationships/image" Target="../media/image189.emf"/><Relationship Id="rId11" Type="http://schemas.openxmlformats.org/officeDocument/2006/relationships/image" Target="../media/image188.emf"/><Relationship Id="rId10" Type="http://schemas.openxmlformats.org/officeDocument/2006/relationships/image" Target="../media/image187.emf"/><Relationship Id="rId1" Type="http://schemas.openxmlformats.org/officeDocument/2006/relationships/image" Target="../media/image178.e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8.emf"/><Relationship Id="rId8" Type="http://schemas.openxmlformats.org/officeDocument/2006/relationships/image" Target="../media/image197.emf"/><Relationship Id="rId7" Type="http://schemas.openxmlformats.org/officeDocument/2006/relationships/image" Target="../media/image196.emf"/><Relationship Id="rId6" Type="http://schemas.openxmlformats.org/officeDocument/2006/relationships/image" Target="../media/image195.emf"/><Relationship Id="rId5" Type="http://schemas.openxmlformats.org/officeDocument/2006/relationships/image" Target="../media/image194.emf"/><Relationship Id="rId4" Type="http://schemas.openxmlformats.org/officeDocument/2006/relationships/image" Target="../media/image193.emf"/><Relationship Id="rId3" Type="http://schemas.openxmlformats.org/officeDocument/2006/relationships/image" Target="../media/image192.emf"/><Relationship Id="rId2" Type="http://schemas.openxmlformats.org/officeDocument/2006/relationships/image" Target="../media/image191.emf"/><Relationship Id="rId11" Type="http://schemas.openxmlformats.org/officeDocument/2006/relationships/image" Target="../media/image200.emf"/><Relationship Id="rId10" Type="http://schemas.openxmlformats.org/officeDocument/2006/relationships/image" Target="../media/image199.emf"/><Relationship Id="rId1" Type="http://schemas.openxmlformats.org/officeDocument/2006/relationships/image" Target="../media/image190.e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5.emf"/><Relationship Id="rId4" Type="http://schemas.openxmlformats.org/officeDocument/2006/relationships/image" Target="../media/image204.emf"/><Relationship Id="rId3" Type="http://schemas.openxmlformats.org/officeDocument/2006/relationships/image" Target="../media/image203.emf"/><Relationship Id="rId2" Type="http://schemas.openxmlformats.org/officeDocument/2006/relationships/image" Target="../media/image202.emf"/><Relationship Id="rId1" Type="http://schemas.openxmlformats.org/officeDocument/2006/relationships/image" Target="../media/image201.e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4.emf"/><Relationship Id="rId8" Type="http://schemas.openxmlformats.org/officeDocument/2006/relationships/image" Target="../media/image213.emf"/><Relationship Id="rId7" Type="http://schemas.openxmlformats.org/officeDocument/2006/relationships/image" Target="../media/image212.emf"/><Relationship Id="rId6" Type="http://schemas.openxmlformats.org/officeDocument/2006/relationships/image" Target="../media/image211.emf"/><Relationship Id="rId5" Type="http://schemas.openxmlformats.org/officeDocument/2006/relationships/image" Target="../media/image210.emf"/><Relationship Id="rId4" Type="http://schemas.openxmlformats.org/officeDocument/2006/relationships/image" Target="../media/image209.emf"/><Relationship Id="rId3" Type="http://schemas.openxmlformats.org/officeDocument/2006/relationships/image" Target="../media/image208.emf"/><Relationship Id="rId2" Type="http://schemas.openxmlformats.org/officeDocument/2006/relationships/image" Target="../media/image207.emf"/><Relationship Id="rId14" Type="http://schemas.openxmlformats.org/officeDocument/2006/relationships/image" Target="../media/image219.emf"/><Relationship Id="rId13" Type="http://schemas.openxmlformats.org/officeDocument/2006/relationships/image" Target="../media/image218.emf"/><Relationship Id="rId12" Type="http://schemas.openxmlformats.org/officeDocument/2006/relationships/image" Target="../media/image217.emf"/><Relationship Id="rId11" Type="http://schemas.openxmlformats.org/officeDocument/2006/relationships/image" Target="../media/image216.emf"/><Relationship Id="rId10" Type="http://schemas.openxmlformats.org/officeDocument/2006/relationships/image" Target="../media/image215.emf"/><Relationship Id="rId1" Type="http://schemas.openxmlformats.org/officeDocument/2006/relationships/image" Target="../media/image206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7" Type="http://schemas.openxmlformats.org/officeDocument/2006/relationships/image" Target="../media/image226.emf"/><Relationship Id="rId6" Type="http://schemas.openxmlformats.org/officeDocument/2006/relationships/image" Target="../media/image225.emf"/><Relationship Id="rId5" Type="http://schemas.openxmlformats.org/officeDocument/2006/relationships/image" Target="../media/image224.emf"/><Relationship Id="rId4" Type="http://schemas.openxmlformats.org/officeDocument/2006/relationships/image" Target="../media/image223.emf"/><Relationship Id="rId3" Type="http://schemas.openxmlformats.org/officeDocument/2006/relationships/image" Target="../media/image222.emf"/><Relationship Id="rId2" Type="http://schemas.openxmlformats.org/officeDocument/2006/relationships/image" Target="../media/image221.emf"/><Relationship Id="rId1" Type="http://schemas.openxmlformats.org/officeDocument/2006/relationships/image" Target="../media/image220.e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2.emf"/><Relationship Id="rId4" Type="http://schemas.openxmlformats.org/officeDocument/2006/relationships/image" Target="../media/image231.emf"/><Relationship Id="rId3" Type="http://schemas.openxmlformats.org/officeDocument/2006/relationships/image" Target="../media/image230.emf"/><Relationship Id="rId2" Type="http://schemas.openxmlformats.org/officeDocument/2006/relationships/image" Target="../media/image229.emf"/><Relationship Id="rId1" Type="http://schemas.openxmlformats.org/officeDocument/2006/relationships/image" Target="../media/image228.e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1.emf"/><Relationship Id="rId8" Type="http://schemas.openxmlformats.org/officeDocument/2006/relationships/image" Target="../media/image240.emf"/><Relationship Id="rId7" Type="http://schemas.openxmlformats.org/officeDocument/2006/relationships/image" Target="../media/image239.emf"/><Relationship Id="rId6" Type="http://schemas.openxmlformats.org/officeDocument/2006/relationships/image" Target="../media/image238.emf"/><Relationship Id="rId5" Type="http://schemas.openxmlformats.org/officeDocument/2006/relationships/image" Target="../media/image237.emf"/><Relationship Id="rId4" Type="http://schemas.openxmlformats.org/officeDocument/2006/relationships/image" Target="../media/image236.emf"/><Relationship Id="rId3" Type="http://schemas.openxmlformats.org/officeDocument/2006/relationships/image" Target="../media/image235.emf"/><Relationship Id="rId2" Type="http://schemas.openxmlformats.org/officeDocument/2006/relationships/image" Target="../media/image234.emf"/><Relationship Id="rId1" Type="http://schemas.openxmlformats.org/officeDocument/2006/relationships/image" Target="../media/image233.e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0.emf"/><Relationship Id="rId8" Type="http://schemas.openxmlformats.org/officeDocument/2006/relationships/image" Target="../media/image249.emf"/><Relationship Id="rId7" Type="http://schemas.openxmlformats.org/officeDocument/2006/relationships/image" Target="../media/image248.emf"/><Relationship Id="rId6" Type="http://schemas.openxmlformats.org/officeDocument/2006/relationships/image" Target="../media/image247.emf"/><Relationship Id="rId5" Type="http://schemas.openxmlformats.org/officeDocument/2006/relationships/image" Target="../media/image246.emf"/><Relationship Id="rId4" Type="http://schemas.openxmlformats.org/officeDocument/2006/relationships/image" Target="../media/image245.emf"/><Relationship Id="rId3" Type="http://schemas.openxmlformats.org/officeDocument/2006/relationships/image" Target="../media/image244.emf"/><Relationship Id="rId2" Type="http://schemas.openxmlformats.org/officeDocument/2006/relationships/image" Target="../media/image243.emf"/><Relationship Id="rId17" Type="http://schemas.openxmlformats.org/officeDocument/2006/relationships/image" Target="../media/image258.emf"/><Relationship Id="rId16" Type="http://schemas.openxmlformats.org/officeDocument/2006/relationships/image" Target="../media/image257.emf"/><Relationship Id="rId15" Type="http://schemas.openxmlformats.org/officeDocument/2006/relationships/image" Target="../media/image256.emf"/><Relationship Id="rId14" Type="http://schemas.openxmlformats.org/officeDocument/2006/relationships/image" Target="../media/image255.emf"/><Relationship Id="rId13" Type="http://schemas.openxmlformats.org/officeDocument/2006/relationships/image" Target="../media/image254.emf"/><Relationship Id="rId12" Type="http://schemas.openxmlformats.org/officeDocument/2006/relationships/image" Target="../media/image253.emf"/><Relationship Id="rId11" Type="http://schemas.openxmlformats.org/officeDocument/2006/relationships/image" Target="../media/image252.emf"/><Relationship Id="rId10" Type="http://schemas.openxmlformats.org/officeDocument/2006/relationships/image" Target="../media/image251.emf"/><Relationship Id="rId1" Type="http://schemas.openxmlformats.org/officeDocument/2006/relationships/image" Target="../media/image242.e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4.emf"/><Relationship Id="rId5" Type="http://schemas.openxmlformats.org/officeDocument/2006/relationships/image" Target="../media/image263.emf"/><Relationship Id="rId4" Type="http://schemas.openxmlformats.org/officeDocument/2006/relationships/image" Target="../media/image262.emf"/><Relationship Id="rId3" Type="http://schemas.openxmlformats.org/officeDocument/2006/relationships/image" Target="../media/image261.emf"/><Relationship Id="rId2" Type="http://schemas.openxmlformats.org/officeDocument/2006/relationships/image" Target="../media/image260.emf"/><Relationship Id="rId1" Type="http://schemas.openxmlformats.org/officeDocument/2006/relationships/image" Target="../media/image259.e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4.emf"/><Relationship Id="rId8" Type="http://schemas.openxmlformats.org/officeDocument/2006/relationships/image" Target="../media/image273.emf"/><Relationship Id="rId7" Type="http://schemas.openxmlformats.org/officeDocument/2006/relationships/image" Target="../media/image272.emf"/><Relationship Id="rId6" Type="http://schemas.openxmlformats.org/officeDocument/2006/relationships/image" Target="../media/image271.emf"/><Relationship Id="rId5" Type="http://schemas.openxmlformats.org/officeDocument/2006/relationships/image" Target="../media/image270.emf"/><Relationship Id="rId4" Type="http://schemas.openxmlformats.org/officeDocument/2006/relationships/image" Target="../media/image269.emf"/><Relationship Id="rId3" Type="http://schemas.openxmlformats.org/officeDocument/2006/relationships/image" Target="../media/image268.emf"/><Relationship Id="rId2" Type="http://schemas.openxmlformats.org/officeDocument/2006/relationships/image" Target="../media/image267.emf"/><Relationship Id="rId11" Type="http://schemas.openxmlformats.org/officeDocument/2006/relationships/image" Target="../media/image276.emf"/><Relationship Id="rId10" Type="http://schemas.openxmlformats.org/officeDocument/2006/relationships/image" Target="../media/image275.emf"/><Relationship Id="rId1" Type="http://schemas.openxmlformats.org/officeDocument/2006/relationships/image" Target="../media/image266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77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9.e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4.emf"/><Relationship Id="rId4" Type="http://schemas.openxmlformats.org/officeDocument/2006/relationships/image" Target="../media/image293.emf"/><Relationship Id="rId3" Type="http://schemas.openxmlformats.org/officeDocument/2006/relationships/image" Target="../media/image292.emf"/><Relationship Id="rId2" Type="http://schemas.openxmlformats.org/officeDocument/2006/relationships/image" Target="../media/image291.emf"/><Relationship Id="rId1" Type="http://schemas.openxmlformats.org/officeDocument/2006/relationships/image" Target="../media/image290.e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3.emf"/><Relationship Id="rId8" Type="http://schemas.openxmlformats.org/officeDocument/2006/relationships/image" Target="../media/image302.emf"/><Relationship Id="rId7" Type="http://schemas.openxmlformats.org/officeDocument/2006/relationships/image" Target="../media/image301.emf"/><Relationship Id="rId6" Type="http://schemas.openxmlformats.org/officeDocument/2006/relationships/image" Target="../media/image300.emf"/><Relationship Id="rId5" Type="http://schemas.openxmlformats.org/officeDocument/2006/relationships/image" Target="../media/image299.emf"/><Relationship Id="rId4" Type="http://schemas.openxmlformats.org/officeDocument/2006/relationships/image" Target="../media/image298.emf"/><Relationship Id="rId3" Type="http://schemas.openxmlformats.org/officeDocument/2006/relationships/image" Target="../media/image297.emf"/><Relationship Id="rId2" Type="http://schemas.openxmlformats.org/officeDocument/2006/relationships/image" Target="../media/image296.emf"/><Relationship Id="rId10" Type="http://schemas.openxmlformats.org/officeDocument/2006/relationships/image" Target="../media/image304.emf"/><Relationship Id="rId1" Type="http://schemas.openxmlformats.org/officeDocument/2006/relationships/image" Target="../media/image295.e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9.emf"/><Relationship Id="rId4" Type="http://schemas.openxmlformats.org/officeDocument/2006/relationships/image" Target="../media/image308.emf"/><Relationship Id="rId3" Type="http://schemas.openxmlformats.org/officeDocument/2006/relationships/image" Target="../media/image307.emf"/><Relationship Id="rId2" Type="http://schemas.openxmlformats.org/officeDocument/2006/relationships/image" Target="../media/image306.emf"/><Relationship Id="rId1" Type="http://schemas.openxmlformats.org/officeDocument/2006/relationships/image" Target="../media/image305.e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8.emf"/><Relationship Id="rId8" Type="http://schemas.openxmlformats.org/officeDocument/2006/relationships/image" Target="../media/image317.emf"/><Relationship Id="rId7" Type="http://schemas.openxmlformats.org/officeDocument/2006/relationships/image" Target="../media/image316.emf"/><Relationship Id="rId6" Type="http://schemas.openxmlformats.org/officeDocument/2006/relationships/image" Target="../media/image315.emf"/><Relationship Id="rId5" Type="http://schemas.openxmlformats.org/officeDocument/2006/relationships/image" Target="../media/image314.emf"/><Relationship Id="rId4" Type="http://schemas.openxmlformats.org/officeDocument/2006/relationships/image" Target="../media/image313.emf"/><Relationship Id="rId3" Type="http://schemas.openxmlformats.org/officeDocument/2006/relationships/image" Target="../media/image312.emf"/><Relationship Id="rId2" Type="http://schemas.openxmlformats.org/officeDocument/2006/relationships/image" Target="../media/image311.emf"/><Relationship Id="rId11" Type="http://schemas.openxmlformats.org/officeDocument/2006/relationships/image" Target="../media/image320.emf"/><Relationship Id="rId10" Type="http://schemas.openxmlformats.org/officeDocument/2006/relationships/image" Target="../media/image319.emf"/><Relationship Id="rId1" Type="http://schemas.openxmlformats.org/officeDocument/2006/relationships/image" Target="../media/image310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1F97A9-DC8A-45B0-9279-ADED82104F92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190A98-C47B-49E9-847A-586941B5E20C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5362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P321.</a:t>
            </a:r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运行时</a:t>
            </a:r>
            <a:r>
              <a:rPr lang="en-US" altLang="zh-CN" dirty="0"/>
              <a:t>, </a:t>
            </a:r>
            <a:r>
              <a:rPr lang="zh-CN" altLang="en-US" dirty="0"/>
              <a:t>点击相片</a:t>
            </a:r>
            <a:r>
              <a:rPr lang="en-US" altLang="zh-CN" dirty="0"/>
              <a:t>, </a:t>
            </a:r>
            <a:r>
              <a:rPr lang="zh-CN" altLang="en-US" dirty="0"/>
              <a:t>或按钮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伯努利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, </a:t>
            </a:r>
            <a:r>
              <a:rPr lang="zh-CN" altLang="en-US" dirty="0"/>
              <a:t>可显示伯努利简介</a:t>
            </a:r>
            <a:r>
              <a:rPr lang="en-US" altLang="zh-CN" dirty="0"/>
              <a:t>,</a:t>
            </a:r>
            <a:r>
              <a:rPr lang="zh-CN" altLang="en-US" dirty="0"/>
              <a:t>并自动返回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5123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5124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264" y="3159"/>
                  </a:cxn>
                  <a:cxn ang="0">
                    <a:pos x="526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5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66" y="3159"/>
                  </a:cxn>
                  <a:cxn ang="0">
                    <a:pos x="56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7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6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6" y="12"/>
                </a:cxn>
                <a:cxn ang="0">
                  <a:pos x="256" y="0"/>
                </a:cxn>
                <a:cxn ang="0">
                  <a:pos x="256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8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1344" y="12"/>
                </a:cxn>
                <a:cxn ang="0">
                  <a:pos x="134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5129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5130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1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2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3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4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067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7067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AAD049-05EC-4A34-A0A1-1ACE0D06226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6147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6148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264" y="3159"/>
                  </a:cxn>
                  <a:cxn ang="0">
                    <a:pos x="526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49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66" y="3159"/>
                  </a:cxn>
                  <a:cxn ang="0">
                    <a:pos x="56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1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6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6" y="12"/>
                </a:cxn>
                <a:cxn ang="0">
                  <a:pos x="256" y="0"/>
                </a:cxn>
                <a:cxn ang="0">
                  <a:pos x="256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2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1344" y="12"/>
                </a:cxn>
                <a:cxn ang="0">
                  <a:pos x="134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153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6154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55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56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57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58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067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7067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AAD049-05EC-4A34-A0A1-1ACE0D06226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7171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7172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264" y="3159"/>
                  </a:cxn>
                  <a:cxn ang="0">
                    <a:pos x="526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73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66" y="3159"/>
                  </a:cxn>
                  <a:cxn ang="0">
                    <a:pos x="56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5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6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6" y="12"/>
                </a:cxn>
                <a:cxn ang="0">
                  <a:pos x="256" y="0"/>
                </a:cxn>
                <a:cxn ang="0">
                  <a:pos x="256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6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1344" y="12"/>
                </a:cxn>
                <a:cxn ang="0">
                  <a:pos x="134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177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7178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79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80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81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82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067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7067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AAD049-05EC-4A34-A0A1-1ACE0D06226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8195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8196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264" y="3159"/>
                  </a:cxn>
                  <a:cxn ang="0">
                    <a:pos x="5264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7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566" y="3159"/>
                  </a:cxn>
                  <a:cxn ang="0">
                    <a:pos x="56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9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56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56" y="12"/>
                </a:cxn>
                <a:cxn ang="0">
                  <a:pos x="256" y="0"/>
                </a:cxn>
                <a:cxn ang="0">
                  <a:pos x="256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0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1344" y="12"/>
                </a:cxn>
                <a:cxn ang="0">
                  <a:pos x="134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8201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202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3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4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5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6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067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7067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AAD049-05EC-4A34-A0A1-1ACE0D06226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27" name="Freeform 3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5264" y="3159"/>
                </a:cxn>
                <a:cxn ang="0">
                  <a:pos x="5264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Freeform 4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566" y="3159"/>
                </a:cxn>
                <a:cxn ang="0">
                  <a:pos x="5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9" name="Group 5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0" name="Freeform 6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1" name="Freeform 7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2" name="Freeform 8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3" name="Freeform 9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4" name="Freeform 10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12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1344" y="12"/>
                  </a:cxn>
                  <a:cxn ang="0">
                    <a:pos x="1344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7" name="Freeform 13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25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256" y="12"/>
                  </a:cxn>
                  <a:cxn ang="0">
                    <a:pos x="256" y="0"/>
                  </a:cxn>
                  <a:cxn ang="0">
                    <a:pos x="256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964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6964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</p:txBody>
      </p:sp>
      <p:sp>
        <p:nvSpPr>
          <p:cNvPr id="6964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2051" name="Freeform 3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5264" y="3159"/>
                </a:cxn>
                <a:cxn ang="0">
                  <a:pos x="5264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Freeform 4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566" y="3159"/>
                </a:cxn>
                <a:cxn ang="0">
                  <a:pos x="5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3" name="Group 5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2054" name="Freeform 6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5" name="Freeform 7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6" name="Freeform 8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7" name="Freeform 9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8" name="Freeform 10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60" name="Freeform 12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1344" y="12"/>
                  </a:cxn>
                  <a:cxn ang="0">
                    <a:pos x="1344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1" name="Freeform 13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25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256" y="12"/>
                  </a:cxn>
                  <a:cxn ang="0">
                    <a:pos x="256" y="0"/>
                  </a:cxn>
                  <a:cxn ang="0">
                    <a:pos x="256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964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6964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</p:txBody>
      </p:sp>
      <p:sp>
        <p:nvSpPr>
          <p:cNvPr id="6964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074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3075" name="Freeform 3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5264" y="3159"/>
                </a:cxn>
                <a:cxn ang="0">
                  <a:pos x="5264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6" name="Freeform 4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566" y="3159"/>
                </a:cxn>
                <a:cxn ang="0">
                  <a:pos x="5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3077" name="Group 5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3078" name="Freeform 6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9" name="Freeform 7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0" name="Freeform 8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1" name="Freeform 9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2" name="Freeform 10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84" name="Freeform 12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1344" y="12"/>
                  </a:cxn>
                  <a:cxn ang="0">
                    <a:pos x="1344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5" name="Freeform 13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25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256" y="12"/>
                  </a:cxn>
                  <a:cxn ang="0">
                    <a:pos x="256" y="0"/>
                  </a:cxn>
                  <a:cxn ang="0">
                    <a:pos x="256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964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6964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</p:txBody>
      </p:sp>
      <p:sp>
        <p:nvSpPr>
          <p:cNvPr id="6964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098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4099" name="Freeform 3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5264" y="3159"/>
                </a:cxn>
                <a:cxn ang="0">
                  <a:pos x="5264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00" name="Freeform 4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566" y="3159"/>
                </a:cxn>
                <a:cxn ang="0">
                  <a:pos x="5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101" name="Group 5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4102" name="Freeform 6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3" name="Freeform 7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4" name="Freeform 8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4799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4799" y="12"/>
                  </a:cxn>
                  <a:cxn ang="0">
                    <a:pos x="4799" y="0"/>
                  </a:cxn>
                  <a:cxn ang="0">
                    <a:pos x="4799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5" name="Freeform 9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6" name="Freeform 10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2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1344" y="12"/>
                  </a:cxn>
                  <a:cxn ang="0">
                    <a:pos x="1344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9" name="Freeform 13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25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256" y="12"/>
                  </a:cxn>
                  <a:cxn ang="0">
                    <a:pos x="256" y="0"/>
                  </a:cxn>
                  <a:cxn ang="0">
                    <a:pos x="256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4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964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6964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</p:txBody>
      </p:sp>
      <p:sp>
        <p:nvSpPr>
          <p:cNvPr id="6964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5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7A14A7-2B88-49E1-9364-2DC5A0FED81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7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e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8.e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2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emf"/><Relationship Id="rId19" Type="http://schemas.openxmlformats.org/officeDocument/2006/relationships/notesSlide" Target="../notesSlides/notesSlide1.xml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6.xml"/><Relationship Id="rId16" Type="http://schemas.openxmlformats.org/officeDocument/2006/relationships/image" Target="../media/image16.e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15.e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4.e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3.emf"/><Relationship Id="rId1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3.e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0.e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6.e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5.e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4.emf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7.bin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36.emf"/><Relationship Id="rId2" Type="http://schemas.openxmlformats.org/officeDocument/2006/relationships/image" Target="../media/image27.emf"/><Relationship Id="rId19" Type="http://schemas.openxmlformats.org/officeDocument/2006/relationships/oleObject" Target="../embeddings/oleObject35.bin"/><Relationship Id="rId18" Type="http://schemas.openxmlformats.org/officeDocument/2006/relationships/image" Target="../media/image35.emf"/><Relationship Id="rId17" Type="http://schemas.openxmlformats.org/officeDocument/2006/relationships/oleObject" Target="../embeddings/oleObject34.bin"/><Relationship Id="rId16" Type="http://schemas.openxmlformats.org/officeDocument/2006/relationships/image" Target="../media/image34.emf"/><Relationship Id="rId15" Type="http://schemas.openxmlformats.org/officeDocument/2006/relationships/oleObject" Target="../embeddings/oleObject33.bin"/><Relationship Id="rId14" Type="http://schemas.openxmlformats.org/officeDocument/2006/relationships/image" Target="../media/image33.emf"/><Relationship Id="rId13" Type="http://schemas.openxmlformats.org/officeDocument/2006/relationships/oleObject" Target="../embeddings/oleObject32.bin"/><Relationship Id="rId12" Type="http://schemas.openxmlformats.org/officeDocument/2006/relationships/image" Target="../media/image32.e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0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emf"/><Relationship Id="rId36" Type="http://schemas.openxmlformats.org/officeDocument/2006/relationships/vmlDrawing" Target="../drawings/vmlDrawing7.vml"/><Relationship Id="rId35" Type="http://schemas.openxmlformats.org/officeDocument/2006/relationships/slideLayout" Target="../slideLayouts/slideLayout6.xml"/><Relationship Id="rId34" Type="http://schemas.openxmlformats.org/officeDocument/2006/relationships/image" Target="../media/image53.wmf"/><Relationship Id="rId33" Type="http://schemas.openxmlformats.org/officeDocument/2006/relationships/oleObject" Target="../embeddings/oleObject52.bin"/><Relationship Id="rId32" Type="http://schemas.openxmlformats.org/officeDocument/2006/relationships/image" Target="../media/image52.emf"/><Relationship Id="rId31" Type="http://schemas.openxmlformats.org/officeDocument/2006/relationships/oleObject" Target="../embeddings/oleObject51.bin"/><Relationship Id="rId30" Type="http://schemas.openxmlformats.org/officeDocument/2006/relationships/image" Target="../media/image51.emf"/><Relationship Id="rId3" Type="http://schemas.openxmlformats.org/officeDocument/2006/relationships/oleObject" Target="../embeddings/oleObject37.bin"/><Relationship Id="rId29" Type="http://schemas.openxmlformats.org/officeDocument/2006/relationships/oleObject" Target="../embeddings/oleObject50.bin"/><Relationship Id="rId28" Type="http://schemas.openxmlformats.org/officeDocument/2006/relationships/image" Target="../media/image50.emf"/><Relationship Id="rId27" Type="http://schemas.openxmlformats.org/officeDocument/2006/relationships/oleObject" Target="../embeddings/oleObject49.bin"/><Relationship Id="rId26" Type="http://schemas.openxmlformats.org/officeDocument/2006/relationships/image" Target="../media/image49.emf"/><Relationship Id="rId25" Type="http://schemas.openxmlformats.org/officeDocument/2006/relationships/oleObject" Target="../embeddings/oleObject48.bin"/><Relationship Id="rId24" Type="http://schemas.openxmlformats.org/officeDocument/2006/relationships/image" Target="../media/image48.emf"/><Relationship Id="rId23" Type="http://schemas.openxmlformats.org/officeDocument/2006/relationships/oleObject" Target="../embeddings/oleObject47.bin"/><Relationship Id="rId22" Type="http://schemas.openxmlformats.org/officeDocument/2006/relationships/image" Target="../media/image47.e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46.emf"/><Relationship Id="rId2" Type="http://schemas.openxmlformats.org/officeDocument/2006/relationships/image" Target="../media/image37.e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45.e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44.e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43.e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42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1.emf"/><Relationship Id="rId1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7.e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5.e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4.e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9.e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8.emf"/><Relationship Id="rId1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1.e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5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65.e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3.e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2.e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8.e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67.e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66.emf"/><Relationship Id="rId1" Type="http://schemas.openxmlformats.org/officeDocument/2006/relationships/oleObject" Target="../embeddings/oleObject6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2.e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1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0.emf"/><Relationship Id="rId3" Type="http://schemas.openxmlformats.org/officeDocument/2006/relationships/oleObject" Target="../embeddings/oleObject69.bin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69.e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77.emf"/><Relationship Id="rId17" Type="http://schemas.openxmlformats.org/officeDocument/2006/relationships/oleObject" Target="../embeddings/oleObject76.bin"/><Relationship Id="rId16" Type="http://schemas.openxmlformats.org/officeDocument/2006/relationships/image" Target="../media/image76.emf"/><Relationship Id="rId15" Type="http://schemas.openxmlformats.org/officeDocument/2006/relationships/oleObject" Target="../embeddings/oleObject75.bin"/><Relationship Id="rId14" Type="http://schemas.openxmlformats.org/officeDocument/2006/relationships/image" Target="../media/image75.emf"/><Relationship Id="rId13" Type="http://schemas.openxmlformats.org/officeDocument/2006/relationships/oleObject" Target="../embeddings/oleObject74.bin"/><Relationship Id="rId12" Type="http://schemas.openxmlformats.org/officeDocument/2006/relationships/image" Target="../media/image74.e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3.emf"/><Relationship Id="rId1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1.e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80.e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9.e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8.e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83.e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82.emf"/><Relationship Id="rId1" Type="http://schemas.openxmlformats.org/officeDocument/2006/relationships/oleObject" Target="../embeddings/oleObject7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7.e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6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5.e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4.emf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90.e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89.e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8.emf"/><Relationship Id="rId1" Type="http://schemas.openxmlformats.org/officeDocument/2006/relationships/oleObject" Target="../embeddings/oleObject8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4.e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3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2.emf"/><Relationship Id="rId32" Type="http://schemas.openxmlformats.org/officeDocument/2006/relationships/vmlDrawing" Target="../drawings/vmlDrawing14.vml"/><Relationship Id="rId31" Type="http://schemas.openxmlformats.org/officeDocument/2006/relationships/slideLayout" Target="../slideLayouts/slideLayout6.xml"/><Relationship Id="rId30" Type="http://schemas.openxmlformats.org/officeDocument/2006/relationships/image" Target="../media/image105.emf"/><Relationship Id="rId3" Type="http://schemas.openxmlformats.org/officeDocument/2006/relationships/oleObject" Target="../embeddings/oleObject91.bin"/><Relationship Id="rId29" Type="http://schemas.openxmlformats.org/officeDocument/2006/relationships/oleObject" Target="../embeddings/oleObject104.bin"/><Relationship Id="rId28" Type="http://schemas.openxmlformats.org/officeDocument/2006/relationships/image" Target="../media/image104.emf"/><Relationship Id="rId27" Type="http://schemas.openxmlformats.org/officeDocument/2006/relationships/oleObject" Target="../embeddings/oleObject103.bin"/><Relationship Id="rId26" Type="http://schemas.openxmlformats.org/officeDocument/2006/relationships/image" Target="../media/image103.emf"/><Relationship Id="rId25" Type="http://schemas.openxmlformats.org/officeDocument/2006/relationships/oleObject" Target="../embeddings/oleObject102.bin"/><Relationship Id="rId24" Type="http://schemas.openxmlformats.org/officeDocument/2006/relationships/image" Target="../media/image102.emf"/><Relationship Id="rId23" Type="http://schemas.openxmlformats.org/officeDocument/2006/relationships/oleObject" Target="../embeddings/oleObject101.bin"/><Relationship Id="rId22" Type="http://schemas.openxmlformats.org/officeDocument/2006/relationships/image" Target="../media/image101.emf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100.emf"/><Relationship Id="rId2" Type="http://schemas.openxmlformats.org/officeDocument/2006/relationships/image" Target="../media/image91.e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99.e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98.e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97.e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96.e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5.emf"/><Relationship Id="rId1" Type="http://schemas.openxmlformats.org/officeDocument/2006/relationships/oleObject" Target="../embeddings/oleObject9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9.e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7.emf"/><Relationship Id="rId3" Type="http://schemas.openxmlformats.org/officeDocument/2006/relationships/oleObject" Target="../embeddings/oleObject106.bin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106.e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14.emf"/><Relationship Id="rId17" Type="http://schemas.openxmlformats.org/officeDocument/2006/relationships/oleObject" Target="../embeddings/oleObject113.bin"/><Relationship Id="rId16" Type="http://schemas.openxmlformats.org/officeDocument/2006/relationships/image" Target="../media/image113.emf"/><Relationship Id="rId15" Type="http://schemas.openxmlformats.org/officeDocument/2006/relationships/oleObject" Target="../embeddings/oleObject112.bin"/><Relationship Id="rId14" Type="http://schemas.openxmlformats.org/officeDocument/2006/relationships/image" Target="../media/image112.emf"/><Relationship Id="rId13" Type="http://schemas.openxmlformats.org/officeDocument/2006/relationships/oleObject" Target="../embeddings/oleObject111.bin"/><Relationship Id="rId12" Type="http://schemas.openxmlformats.org/officeDocument/2006/relationships/image" Target="../media/image111.e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10.emf"/><Relationship Id="rId1" Type="http://schemas.openxmlformats.org/officeDocument/2006/relationships/oleObject" Target="../embeddings/oleObject10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8.e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7.e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6.emf"/><Relationship Id="rId3" Type="http://schemas.openxmlformats.org/officeDocument/2006/relationships/oleObject" Target="../embeddings/oleObject115.bin"/><Relationship Id="rId20" Type="http://schemas.openxmlformats.org/officeDocument/2006/relationships/vmlDrawing" Target="../drawings/vmlDrawing16.vml"/><Relationship Id="rId2" Type="http://schemas.openxmlformats.org/officeDocument/2006/relationships/image" Target="../media/image115.e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23.e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22.e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21.e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20.e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9.emf"/><Relationship Id="rId1" Type="http://schemas.openxmlformats.org/officeDocument/2006/relationships/oleObject" Target="../embeddings/oleObject11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27.e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25.emf"/><Relationship Id="rId3" Type="http://schemas.openxmlformats.org/officeDocument/2006/relationships/oleObject" Target="../embeddings/oleObject124.bin"/><Relationship Id="rId20" Type="http://schemas.openxmlformats.org/officeDocument/2006/relationships/vmlDrawing" Target="../drawings/vmlDrawing17.vml"/><Relationship Id="rId2" Type="http://schemas.openxmlformats.org/officeDocument/2006/relationships/image" Target="../media/image124.e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32.emf"/><Relationship Id="rId17" Type="http://schemas.openxmlformats.org/officeDocument/2006/relationships/oleObject" Target="../embeddings/oleObject131.bin"/><Relationship Id="rId16" Type="http://schemas.openxmlformats.org/officeDocument/2006/relationships/image" Target="../media/image131.emf"/><Relationship Id="rId15" Type="http://schemas.openxmlformats.org/officeDocument/2006/relationships/oleObject" Target="../embeddings/oleObject130.bin"/><Relationship Id="rId14" Type="http://schemas.openxmlformats.org/officeDocument/2006/relationships/image" Target="../media/image130.emf"/><Relationship Id="rId13" Type="http://schemas.openxmlformats.org/officeDocument/2006/relationships/oleObject" Target="../embeddings/oleObject129.bin"/><Relationship Id="rId12" Type="http://schemas.openxmlformats.org/officeDocument/2006/relationships/image" Target="../media/image129.e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28.emf"/><Relationship Id="rId1" Type="http://schemas.openxmlformats.org/officeDocument/2006/relationships/oleObject" Target="../embeddings/oleObject12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3.bin"/><Relationship Id="rId20" Type="http://schemas.openxmlformats.org/officeDocument/2006/relationships/vmlDrawing" Target="../drawings/vmlDrawing18.vml"/><Relationship Id="rId2" Type="http://schemas.openxmlformats.org/officeDocument/2006/relationships/image" Target="../media/image133.wmf"/><Relationship Id="rId19" Type="http://schemas.openxmlformats.org/officeDocument/2006/relationships/slideLayout" Target="../slideLayouts/slideLayout23.xml"/><Relationship Id="rId18" Type="http://schemas.openxmlformats.org/officeDocument/2006/relationships/image" Target="../media/image141.wmf"/><Relationship Id="rId17" Type="http://schemas.openxmlformats.org/officeDocument/2006/relationships/oleObject" Target="../embeddings/oleObject140.bin"/><Relationship Id="rId16" Type="http://schemas.openxmlformats.org/officeDocument/2006/relationships/image" Target="../media/image140.wmf"/><Relationship Id="rId15" Type="http://schemas.openxmlformats.org/officeDocument/2006/relationships/oleObject" Target="../embeddings/oleObject139.bin"/><Relationship Id="rId14" Type="http://schemas.openxmlformats.org/officeDocument/2006/relationships/image" Target="../media/image139.wmf"/><Relationship Id="rId13" Type="http://schemas.openxmlformats.org/officeDocument/2006/relationships/oleObject" Target="../embeddings/oleObject138.bin"/><Relationship Id="rId12" Type="http://schemas.openxmlformats.org/officeDocument/2006/relationships/image" Target="../media/image138.w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3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42.bin"/><Relationship Id="rId24" Type="http://schemas.openxmlformats.org/officeDocument/2006/relationships/vmlDrawing" Target="../drawings/vmlDrawing19.vml"/><Relationship Id="rId23" Type="http://schemas.openxmlformats.org/officeDocument/2006/relationships/slideLayout" Target="../slideLayouts/slideLayout34.xml"/><Relationship Id="rId22" Type="http://schemas.openxmlformats.org/officeDocument/2006/relationships/image" Target="../media/image150.wmf"/><Relationship Id="rId21" Type="http://schemas.openxmlformats.org/officeDocument/2006/relationships/oleObject" Target="../embeddings/oleObject151.bin"/><Relationship Id="rId20" Type="http://schemas.openxmlformats.org/officeDocument/2006/relationships/image" Target="../media/image149.wmf"/><Relationship Id="rId2" Type="http://schemas.openxmlformats.org/officeDocument/2006/relationships/image" Target="../media/image133.wmf"/><Relationship Id="rId19" Type="http://schemas.openxmlformats.org/officeDocument/2006/relationships/oleObject" Target="../embeddings/oleObject150.bin"/><Relationship Id="rId18" Type="http://schemas.openxmlformats.org/officeDocument/2006/relationships/image" Target="../media/image148.wmf"/><Relationship Id="rId17" Type="http://schemas.openxmlformats.org/officeDocument/2006/relationships/oleObject" Target="../embeddings/oleObject149.bin"/><Relationship Id="rId16" Type="http://schemas.openxmlformats.org/officeDocument/2006/relationships/image" Target="../media/image147.wmf"/><Relationship Id="rId15" Type="http://schemas.openxmlformats.org/officeDocument/2006/relationships/oleObject" Target="../embeddings/oleObject148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47.bin"/><Relationship Id="rId12" Type="http://schemas.openxmlformats.org/officeDocument/2006/relationships/image" Target="../media/image145.wmf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144.wmf"/><Relationship Id="rId1" Type="http://schemas.openxmlformats.org/officeDocument/2006/relationships/oleObject" Target="../embeddings/oleObject14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53.bin"/><Relationship Id="rId28" Type="http://schemas.openxmlformats.org/officeDocument/2006/relationships/vmlDrawing" Target="../drawings/vmlDrawing20.vml"/><Relationship Id="rId27" Type="http://schemas.openxmlformats.org/officeDocument/2006/relationships/slideLayout" Target="../slideLayouts/slideLayout34.xml"/><Relationship Id="rId26" Type="http://schemas.openxmlformats.org/officeDocument/2006/relationships/image" Target="../media/image160.wmf"/><Relationship Id="rId25" Type="http://schemas.openxmlformats.org/officeDocument/2006/relationships/oleObject" Target="../embeddings/oleObject164.bin"/><Relationship Id="rId24" Type="http://schemas.openxmlformats.org/officeDocument/2006/relationships/image" Target="../media/image159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58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57.wmf"/><Relationship Id="rId2" Type="http://schemas.openxmlformats.org/officeDocument/2006/relationships/image" Target="../media/image133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56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55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5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64.e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63.e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2.emf"/><Relationship Id="rId36" Type="http://schemas.openxmlformats.org/officeDocument/2006/relationships/vmlDrawing" Target="../drawings/vmlDrawing21.vml"/><Relationship Id="rId35" Type="http://schemas.openxmlformats.org/officeDocument/2006/relationships/slideLayout" Target="../slideLayouts/slideLayout6.xml"/><Relationship Id="rId34" Type="http://schemas.openxmlformats.org/officeDocument/2006/relationships/image" Target="../media/image177.emf"/><Relationship Id="rId33" Type="http://schemas.openxmlformats.org/officeDocument/2006/relationships/oleObject" Target="../embeddings/oleObject181.bin"/><Relationship Id="rId32" Type="http://schemas.openxmlformats.org/officeDocument/2006/relationships/image" Target="../media/image176.emf"/><Relationship Id="rId31" Type="http://schemas.openxmlformats.org/officeDocument/2006/relationships/oleObject" Target="../embeddings/oleObject180.bin"/><Relationship Id="rId30" Type="http://schemas.openxmlformats.org/officeDocument/2006/relationships/image" Target="../media/image175.emf"/><Relationship Id="rId3" Type="http://schemas.openxmlformats.org/officeDocument/2006/relationships/oleObject" Target="../embeddings/oleObject166.bin"/><Relationship Id="rId29" Type="http://schemas.openxmlformats.org/officeDocument/2006/relationships/oleObject" Target="../embeddings/oleObject179.bin"/><Relationship Id="rId28" Type="http://schemas.openxmlformats.org/officeDocument/2006/relationships/image" Target="../media/image174.emf"/><Relationship Id="rId27" Type="http://schemas.openxmlformats.org/officeDocument/2006/relationships/oleObject" Target="../embeddings/oleObject178.bin"/><Relationship Id="rId26" Type="http://schemas.openxmlformats.org/officeDocument/2006/relationships/image" Target="../media/image173.emf"/><Relationship Id="rId25" Type="http://schemas.openxmlformats.org/officeDocument/2006/relationships/oleObject" Target="../embeddings/oleObject177.bin"/><Relationship Id="rId24" Type="http://schemas.openxmlformats.org/officeDocument/2006/relationships/image" Target="../media/image172.emf"/><Relationship Id="rId23" Type="http://schemas.openxmlformats.org/officeDocument/2006/relationships/oleObject" Target="../embeddings/oleObject176.bin"/><Relationship Id="rId22" Type="http://schemas.openxmlformats.org/officeDocument/2006/relationships/image" Target="../media/image171.emf"/><Relationship Id="rId21" Type="http://schemas.openxmlformats.org/officeDocument/2006/relationships/oleObject" Target="../embeddings/oleObject175.bin"/><Relationship Id="rId20" Type="http://schemas.openxmlformats.org/officeDocument/2006/relationships/image" Target="../media/image170.emf"/><Relationship Id="rId2" Type="http://schemas.openxmlformats.org/officeDocument/2006/relationships/image" Target="../media/image161.emf"/><Relationship Id="rId19" Type="http://schemas.openxmlformats.org/officeDocument/2006/relationships/oleObject" Target="../embeddings/oleObject174.bin"/><Relationship Id="rId18" Type="http://schemas.openxmlformats.org/officeDocument/2006/relationships/image" Target="../media/image169.emf"/><Relationship Id="rId17" Type="http://schemas.openxmlformats.org/officeDocument/2006/relationships/oleObject" Target="../embeddings/oleObject173.bin"/><Relationship Id="rId16" Type="http://schemas.openxmlformats.org/officeDocument/2006/relationships/image" Target="../media/image168.e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67.e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66.e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65.emf"/><Relationship Id="rId1" Type="http://schemas.openxmlformats.org/officeDocument/2006/relationships/oleObject" Target="../embeddings/oleObject16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6.bin"/><Relationship Id="rId8" Type="http://schemas.openxmlformats.org/officeDocument/2006/relationships/image" Target="../media/image181.emf"/><Relationship Id="rId7" Type="http://schemas.openxmlformats.org/officeDocument/2006/relationships/oleObject" Target="../embeddings/oleObject185.bin"/><Relationship Id="rId6" Type="http://schemas.openxmlformats.org/officeDocument/2006/relationships/image" Target="../media/image180.emf"/><Relationship Id="rId5" Type="http://schemas.openxmlformats.org/officeDocument/2006/relationships/oleObject" Target="../embeddings/oleObject184.bin"/><Relationship Id="rId4" Type="http://schemas.openxmlformats.org/officeDocument/2006/relationships/image" Target="../media/image179.emf"/><Relationship Id="rId3" Type="http://schemas.openxmlformats.org/officeDocument/2006/relationships/oleObject" Target="../embeddings/oleObject183.bin"/><Relationship Id="rId26" Type="http://schemas.openxmlformats.org/officeDocument/2006/relationships/vmlDrawing" Target="../drawings/vmlDrawing22.vml"/><Relationship Id="rId25" Type="http://schemas.openxmlformats.org/officeDocument/2006/relationships/slideLayout" Target="../slideLayouts/slideLayout6.xml"/><Relationship Id="rId24" Type="http://schemas.openxmlformats.org/officeDocument/2006/relationships/image" Target="../media/image189.emf"/><Relationship Id="rId23" Type="http://schemas.openxmlformats.org/officeDocument/2006/relationships/oleObject" Target="../embeddings/oleObject193.bin"/><Relationship Id="rId22" Type="http://schemas.openxmlformats.org/officeDocument/2006/relationships/image" Target="../media/image188.emf"/><Relationship Id="rId21" Type="http://schemas.openxmlformats.org/officeDocument/2006/relationships/oleObject" Target="../embeddings/oleObject192.bin"/><Relationship Id="rId20" Type="http://schemas.openxmlformats.org/officeDocument/2006/relationships/image" Target="../media/image187.emf"/><Relationship Id="rId2" Type="http://schemas.openxmlformats.org/officeDocument/2006/relationships/image" Target="../media/image178.emf"/><Relationship Id="rId19" Type="http://schemas.openxmlformats.org/officeDocument/2006/relationships/oleObject" Target="../embeddings/oleObject191.bin"/><Relationship Id="rId18" Type="http://schemas.openxmlformats.org/officeDocument/2006/relationships/image" Target="../media/image186.emf"/><Relationship Id="rId17" Type="http://schemas.openxmlformats.org/officeDocument/2006/relationships/oleObject" Target="../embeddings/oleObject190.bin"/><Relationship Id="rId16" Type="http://schemas.openxmlformats.org/officeDocument/2006/relationships/image" Target="../media/image185.emf"/><Relationship Id="rId15" Type="http://schemas.openxmlformats.org/officeDocument/2006/relationships/oleObject" Target="../embeddings/oleObject189.bin"/><Relationship Id="rId14" Type="http://schemas.openxmlformats.org/officeDocument/2006/relationships/image" Target="../media/image184.emf"/><Relationship Id="rId13" Type="http://schemas.openxmlformats.org/officeDocument/2006/relationships/oleObject" Target="../embeddings/oleObject188.bin"/><Relationship Id="rId12" Type="http://schemas.openxmlformats.org/officeDocument/2006/relationships/image" Target="../media/image183.emf"/><Relationship Id="rId11" Type="http://schemas.openxmlformats.org/officeDocument/2006/relationships/oleObject" Target="../embeddings/oleObject187.bin"/><Relationship Id="rId10" Type="http://schemas.openxmlformats.org/officeDocument/2006/relationships/image" Target="../media/image182.emf"/><Relationship Id="rId1" Type="http://schemas.openxmlformats.org/officeDocument/2006/relationships/oleObject" Target="../embeddings/oleObject18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93.e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92.e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91.emf"/><Relationship Id="rId3" Type="http://schemas.openxmlformats.org/officeDocument/2006/relationships/oleObject" Target="../embeddings/oleObject195.bin"/><Relationship Id="rId24" Type="http://schemas.openxmlformats.org/officeDocument/2006/relationships/vmlDrawing" Target="../drawings/vmlDrawing23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00.emf"/><Relationship Id="rId21" Type="http://schemas.openxmlformats.org/officeDocument/2006/relationships/oleObject" Target="../embeddings/oleObject204.bin"/><Relationship Id="rId20" Type="http://schemas.openxmlformats.org/officeDocument/2006/relationships/image" Target="../media/image199.emf"/><Relationship Id="rId2" Type="http://schemas.openxmlformats.org/officeDocument/2006/relationships/image" Target="../media/image190.e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198.e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197.e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196.e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195.e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94.emf"/><Relationship Id="rId1" Type="http://schemas.openxmlformats.org/officeDocument/2006/relationships/oleObject" Target="../embeddings/oleObject19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204.e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203.e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2.e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201.e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05.emf"/><Relationship Id="rId1" Type="http://schemas.openxmlformats.org/officeDocument/2006/relationships/oleObject" Target="../embeddings/oleObject20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09.e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08.e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07.emf"/><Relationship Id="rId30" Type="http://schemas.openxmlformats.org/officeDocument/2006/relationships/vmlDrawing" Target="../drawings/vmlDrawing25.vml"/><Relationship Id="rId3" Type="http://schemas.openxmlformats.org/officeDocument/2006/relationships/oleObject" Target="../embeddings/oleObject211.bin"/><Relationship Id="rId29" Type="http://schemas.openxmlformats.org/officeDocument/2006/relationships/slideLayout" Target="../slideLayouts/slideLayout6.xml"/><Relationship Id="rId28" Type="http://schemas.openxmlformats.org/officeDocument/2006/relationships/image" Target="../media/image219.emf"/><Relationship Id="rId27" Type="http://schemas.openxmlformats.org/officeDocument/2006/relationships/oleObject" Target="../embeddings/oleObject223.bin"/><Relationship Id="rId26" Type="http://schemas.openxmlformats.org/officeDocument/2006/relationships/image" Target="../media/image218.emf"/><Relationship Id="rId25" Type="http://schemas.openxmlformats.org/officeDocument/2006/relationships/oleObject" Target="../embeddings/oleObject222.bin"/><Relationship Id="rId24" Type="http://schemas.openxmlformats.org/officeDocument/2006/relationships/image" Target="../media/image217.emf"/><Relationship Id="rId23" Type="http://schemas.openxmlformats.org/officeDocument/2006/relationships/oleObject" Target="../embeddings/oleObject221.bin"/><Relationship Id="rId22" Type="http://schemas.openxmlformats.org/officeDocument/2006/relationships/image" Target="../media/image216.emf"/><Relationship Id="rId21" Type="http://schemas.openxmlformats.org/officeDocument/2006/relationships/oleObject" Target="../embeddings/oleObject220.bin"/><Relationship Id="rId20" Type="http://schemas.openxmlformats.org/officeDocument/2006/relationships/image" Target="../media/image215.emf"/><Relationship Id="rId2" Type="http://schemas.openxmlformats.org/officeDocument/2006/relationships/image" Target="../media/image206.emf"/><Relationship Id="rId19" Type="http://schemas.openxmlformats.org/officeDocument/2006/relationships/oleObject" Target="../embeddings/oleObject219.bin"/><Relationship Id="rId18" Type="http://schemas.openxmlformats.org/officeDocument/2006/relationships/image" Target="../media/image214.emf"/><Relationship Id="rId17" Type="http://schemas.openxmlformats.org/officeDocument/2006/relationships/oleObject" Target="../embeddings/oleObject218.bin"/><Relationship Id="rId16" Type="http://schemas.openxmlformats.org/officeDocument/2006/relationships/image" Target="../media/image213.emf"/><Relationship Id="rId15" Type="http://schemas.openxmlformats.org/officeDocument/2006/relationships/oleObject" Target="../embeddings/oleObject217.bin"/><Relationship Id="rId14" Type="http://schemas.openxmlformats.org/officeDocument/2006/relationships/image" Target="../media/image212.emf"/><Relationship Id="rId13" Type="http://schemas.openxmlformats.org/officeDocument/2006/relationships/oleObject" Target="../embeddings/oleObject216.bin"/><Relationship Id="rId12" Type="http://schemas.openxmlformats.org/officeDocument/2006/relationships/image" Target="../media/image211.emf"/><Relationship Id="rId11" Type="http://schemas.openxmlformats.org/officeDocument/2006/relationships/oleObject" Target="../embeddings/oleObject215.bin"/><Relationship Id="rId10" Type="http://schemas.openxmlformats.org/officeDocument/2006/relationships/image" Target="../media/image210.emf"/><Relationship Id="rId1" Type="http://schemas.openxmlformats.org/officeDocument/2006/relationships/oleObject" Target="../embeddings/oleObject210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8.bin"/><Relationship Id="rId8" Type="http://schemas.openxmlformats.org/officeDocument/2006/relationships/image" Target="../media/image223.emf"/><Relationship Id="rId7" Type="http://schemas.openxmlformats.org/officeDocument/2006/relationships/oleObject" Target="../embeddings/oleObject227.bin"/><Relationship Id="rId6" Type="http://schemas.openxmlformats.org/officeDocument/2006/relationships/image" Target="../media/image222.emf"/><Relationship Id="rId5" Type="http://schemas.openxmlformats.org/officeDocument/2006/relationships/oleObject" Target="../embeddings/oleObject226.bin"/><Relationship Id="rId4" Type="http://schemas.openxmlformats.org/officeDocument/2006/relationships/image" Target="../media/image221.emf"/><Relationship Id="rId3" Type="http://schemas.openxmlformats.org/officeDocument/2006/relationships/oleObject" Target="../embeddings/oleObject225.bin"/><Relationship Id="rId2" Type="http://schemas.openxmlformats.org/officeDocument/2006/relationships/image" Target="../media/image220.emf"/><Relationship Id="rId18" Type="http://schemas.openxmlformats.org/officeDocument/2006/relationships/vmlDrawing" Target="../drawings/vmlDrawing2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27.emf"/><Relationship Id="rId15" Type="http://schemas.openxmlformats.org/officeDocument/2006/relationships/oleObject" Target="../embeddings/oleObject231.bin"/><Relationship Id="rId14" Type="http://schemas.openxmlformats.org/officeDocument/2006/relationships/image" Target="../media/image226.emf"/><Relationship Id="rId13" Type="http://schemas.openxmlformats.org/officeDocument/2006/relationships/oleObject" Target="../embeddings/oleObject230.bin"/><Relationship Id="rId12" Type="http://schemas.openxmlformats.org/officeDocument/2006/relationships/image" Target="../media/image225.emf"/><Relationship Id="rId11" Type="http://schemas.openxmlformats.org/officeDocument/2006/relationships/oleObject" Target="../embeddings/oleObject229.bin"/><Relationship Id="rId10" Type="http://schemas.openxmlformats.org/officeDocument/2006/relationships/image" Target="../media/image224.emf"/><Relationship Id="rId1" Type="http://schemas.openxmlformats.org/officeDocument/2006/relationships/oleObject" Target="../embeddings/oleObject22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6.bin"/><Relationship Id="rId8" Type="http://schemas.openxmlformats.org/officeDocument/2006/relationships/image" Target="../media/image231.emf"/><Relationship Id="rId7" Type="http://schemas.openxmlformats.org/officeDocument/2006/relationships/oleObject" Target="../embeddings/oleObject235.bin"/><Relationship Id="rId6" Type="http://schemas.openxmlformats.org/officeDocument/2006/relationships/image" Target="../media/image230.emf"/><Relationship Id="rId5" Type="http://schemas.openxmlformats.org/officeDocument/2006/relationships/oleObject" Target="../embeddings/oleObject234.bin"/><Relationship Id="rId4" Type="http://schemas.openxmlformats.org/officeDocument/2006/relationships/image" Target="../media/image229.emf"/><Relationship Id="rId3" Type="http://schemas.openxmlformats.org/officeDocument/2006/relationships/oleObject" Target="../embeddings/oleObject233.bin"/><Relationship Id="rId2" Type="http://schemas.openxmlformats.org/officeDocument/2006/relationships/image" Target="../media/image228.e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32.emf"/><Relationship Id="rId1" Type="http://schemas.openxmlformats.org/officeDocument/2006/relationships/oleObject" Target="../embeddings/oleObject23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36.e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35.e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34.emf"/><Relationship Id="rId3" Type="http://schemas.openxmlformats.org/officeDocument/2006/relationships/oleObject" Target="../embeddings/oleObject238.bin"/><Relationship Id="rId20" Type="http://schemas.openxmlformats.org/officeDocument/2006/relationships/vmlDrawing" Target="../drawings/vmlDrawing28.vml"/><Relationship Id="rId2" Type="http://schemas.openxmlformats.org/officeDocument/2006/relationships/image" Target="../media/image233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41.emf"/><Relationship Id="rId17" Type="http://schemas.openxmlformats.org/officeDocument/2006/relationships/oleObject" Target="../embeddings/oleObject245.bin"/><Relationship Id="rId16" Type="http://schemas.openxmlformats.org/officeDocument/2006/relationships/image" Target="../media/image240.emf"/><Relationship Id="rId15" Type="http://schemas.openxmlformats.org/officeDocument/2006/relationships/oleObject" Target="../embeddings/oleObject244.bin"/><Relationship Id="rId14" Type="http://schemas.openxmlformats.org/officeDocument/2006/relationships/image" Target="../media/image239.emf"/><Relationship Id="rId13" Type="http://schemas.openxmlformats.org/officeDocument/2006/relationships/oleObject" Target="../embeddings/oleObject243.bin"/><Relationship Id="rId12" Type="http://schemas.openxmlformats.org/officeDocument/2006/relationships/image" Target="../media/image238.e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237.emf"/><Relationship Id="rId1" Type="http://schemas.openxmlformats.org/officeDocument/2006/relationships/oleObject" Target="../embeddings/oleObject23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0.bin"/><Relationship Id="rId8" Type="http://schemas.openxmlformats.org/officeDocument/2006/relationships/image" Target="../media/image245.emf"/><Relationship Id="rId7" Type="http://schemas.openxmlformats.org/officeDocument/2006/relationships/oleObject" Target="../embeddings/oleObject249.bin"/><Relationship Id="rId6" Type="http://schemas.openxmlformats.org/officeDocument/2006/relationships/image" Target="../media/image244.e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243.emf"/><Relationship Id="rId36" Type="http://schemas.openxmlformats.org/officeDocument/2006/relationships/vmlDrawing" Target="../drawings/vmlDrawing29.vml"/><Relationship Id="rId35" Type="http://schemas.openxmlformats.org/officeDocument/2006/relationships/slideLayout" Target="../slideLayouts/slideLayout6.xml"/><Relationship Id="rId34" Type="http://schemas.openxmlformats.org/officeDocument/2006/relationships/image" Target="../media/image258.emf"/><Relationship Id="rId33" Type="http://schemas.openxmlformats.org/officeDocument/2006/relationships/oleObject" Target="../embeddings/oleObject262.bin"/><Relationship Id="rId32" Type="http://schemas.openxmlformats.org/officeDocument/2006/relationships/image" Target="../media/image257.emf"/><Relationship Id="rId31" Type="http://schemas.openxmlformats.org/officeDocument/2006/relationships/oleObject" Target="../embeddings/oleObject261.bin"/><Relationship Id="rId30" Type="http://schemas.openxmlformats.org/officeDocument/2006/relationships/image" Target="../media/image256.emf"/><Relationship Id="rId3" Type="http://schemas.openxmlformats.org/officeDocument/2006/relationships/oleObject" Target="../embeddings/oleObject247.bin"/><Relationship Id="rId29" Type="http://schemas.openxmlformats.org/officeDocument/2006/relationships/oleObject" Target="../embeddings/oleObject260.bin"/><Relationship Id="rId28" Type="http://schemas.openxmlformats.org/officeDocument/2006/relationships/image" Target="../media/image255.emf"/><Relationship Id="rId27" Type="http://schemas.openxmlformats.org/officeDocument/2006/relationships/oleObject" Target="../embeddings/oleObject259.bin"/><Relationship Id="rId26" Type="http://schemas.openxmlformats.org/officeDocument/2006/relationships/image" Target="../media/image254.emf"/><Relationship Id="rId25" Type="http://schemas.openxmlformats.org/officeDocument/2006/relationships/oleObject" Target="../embeddings/oleObject258.bin"/><Relationship Id="rId24" Type="http://schemas.openxmlformats.org/officeDocument/2006/relationships/image" Target="../media/image253.emf"/><Relationship Id="rId23" Type="http://schemas.openxmlformats.org/officeDocument/2006/relationships/oleObject" Target="../embeddings/oleObject257.bin"/><Relationship Id="rId22" Type="http://schemas.openxmlformats.org/officeDocument/2006/relationships/image" Target="../media/image252.emf"/><Relationship Id="rId21" Type="http://schemas.openxmlformats.org/officeDocument/2006/relationships/oleObject" Target="../embeddings/oleObject256.bin"/><Relationship Id="rId20" Type="http://schemas.openxmlformats.org/officeDocument/2006/relationships/image" Target="../media/image251.emf"/><Relationship Id="rId2" Type="http://schemas.openxmlformats.org/officeDocument/2006/relationships/image" Target="../media/image242.emf"/><Relationship Id="rId19" Type="http://schemas.openxmlformats.org/officeDocument/2006/relationships/oleObject" Target="../embeddings/oleObject255.bin"/><Relationship Id="rId18" Type="http://schemas.openxmlformats.org/officeDocument/2006/relationships/image" Target="../media/image250.emf"/><Relationship Id="rId17" Type="http://schemas.openxmlformats.org/officeDocument/2006/relationships/oleObject" Target="../embeddings/oleObject254.bin"/><Relationship Id="rId16" Type="http://schemas.openxmlformats.org/officeDocument/2006/relationships/image" Target="../media/image249.emf"/><Relationship Id="rId15" Type="http://schemas.openxmlformats.org/officeDocument/2006/relationships/oleObject" Target="../embeddings/oleObject253.bin"/><Relationship Id="rId14" Type="http://schemas.openxmlformats.org/officeDocument/2006/relationships/image" Target="../media/image248.emf"/><Relationship Id="rId13" Type="http://schemas.openxmlformats.org/officeDocument/2006/relationships/oleObject" Target="../embeddings/oleObject252.bin"/><Relationship Id="rId12" Type="http://schemas.openxmlformats.org/officeDocument/2006/relationships/image" Target="../media/image247.emf"/><Relationship Id="rId11" Type="http://schemas.openxmlformats.org/officeDocument/2006/relationships/oleObject" Target="../embeddings/oleObject251.bin"/><Relationship Id="rId10" Type="http://schemas.openxmlformats.org/officeDocument/2006/relationships/image" Target="../media/image246.emf"/><Relationship Id="rId1" Type="http://schemas.openxmlformats.org/officeDocument/2006/relationships/oleObject" Target="../embeddings/oleObject24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7.bin"/><Relationship Id="rId8" Type="http://schemas.openxmlformats.org/officeDocument/2006/relationships/image" Target="../media/image262.emf"/><Relationship Id="rId7" Type="http://schemas.openxmlformats.org/officeDocument/2006/relationships/oleObject" Target="../embeddings/oleObject266.bin"/><Relationship Id="rId6" Type="http://schemas.openxmlformats.org/officeDocument/2006/relationships/image" Target="../media/image261.e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60.emf"/><Relationship Id="rId3" Type="http://schemas.openxmlformats.org/officeDocument/2006/relationships/oleObject" Target="../embeddings/oleObject264.bin"/><Relationship Id="rId2" Type="http://schemas.openxmlformats.org/officeDocument/2006/relationships/image" Target="../media/image259.emf"/><Relationship Id="rId16" Type="http://schemas.openxmlformats.org/officeDocument/2006/relationships/notesSlide" Target="../notesSlides/notesSlide2.xml"/><Relationship Id="rId15" Type="http://schemas.openxmlformats.org/officeDocument/2006/relationships/vmlDrawing" Target="../drawings/vmlDrawing30.vml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265.png"/><Relationship Id="rId12" Type="http://schemas.openxmlformats.org/officeDocument/2006/relationships/image" Target="../media/image264.emf"/><Relationship Id="rId11" Type="http://schemas.openxmlformats.org/officeDocument/2006/relationships/oleObject" Target="../embeddings/oleObject268.bin"/><Relationship Id="rId10" Type="http://schemas.openxmlformats.org/officeDocument/2006/relationships/image" Target="../media/image263.emf"/><Relationship Id="rId1" Type="http://schemas.openxmlformats.org/officeDocument/2006/relationships/oleObject" Target="../embeddings/oleObject263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3.bin"/><Relationship Id="rId8" Type="http://schemas.openxmlformats.org/officeDocument/2006/relationships/image" Target="../media/image269.emf"/><Relationship Id="rId7" Type="http://schemas.openxmlformats.org/officeDocument/2006/relationships/oleObject" Target="../embeddings/oleObject272.bin"/><Relationship Id="rId6" Type="http://schemas.openxmlformats.org/officeDocument/2006/relationships/image" Target="../media/image268.e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67.emf"/><Relationship Id="rId3" Type="http://schemas.openxmlformats.org/officeDocument/2006/relationships/oleObject" Target="../embeddings/oleObject270.bin"/><Relationship Id="rId24" Type="http://schemas.openxmlformats.org/officeDocument/2006/relationships/vmlDrawing" Target="../drawings/vmlDrawing31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76.emf"/><Relationship Id="rId21" Type="http://schemas.openxmlformats.org/officeDocument/2006/relationships/oleObject" Target="../embeddings/oleObject279.bin"/><Relationship Id="rId20" Type="http://schemas.openxmlformats.org/officeDocument/2006/relationships/image" Target="../media/image275.emf"/><Relationship Id="rId2" Type="http://schemas.openxmlformats.org/officeDocument/2006/relationships/image" Target="../media/image266.emf"/><Relationship Id="rId19" Type="http://schemas.openxmlformats.org/officeDocument/2006/relationships/oleObject" Target="../embeddings/oleObject278.bin"/><Relationship Id="rId18" Type="http://schemas.openxmlformats.org/officeDocument/2006/relationships/image" Target="../media/image274.emf"/><Relationship Id="rId17" Type="http://schemas.openxmlformats.org/officeDocument/2006/relationships/oleObject" Target="../embeddings/oleObject277.bin"/><Relationship Id="rId16" Type="http://schemas.openxmlformats.org/officeDocument/2006/relationships/image" Target="../media/image273.emf"/><Relationship Id="rId15" Type="http://schemas.openxmlformats.org/officeDocument/2006/relationships/oleObject" Target="../embeddings/oleObject276.bin"/><Relationship Id="rId14" Type="http://schemas.openxmlformats.org/officeDocument/2006/relationships/image" Target="../media/image272.emf"/><Relationship Id="rId13" Type="http://schemas.openxmlformats.org/officeDocument/2006/relationships/oleObject" Target="../embeddings/oleObject275.bin"/><Relationship Id="rId12" Type="http://schemas.openxmlformats.org/officeDocument/2006/relationships/image" Target="../media/image271.emf"/><Relationship Id="rId11" Type="http://schemas.openxmlformats.org/officeDocument/2006/relationships/oleObject" Target="../embeddings/oleObject274.bin"/><Relationship Id="rId10" Type="http://schemas.openxmlformats.org/officeDocument/2006/relationships/image" Target="../media/image270.emf"/><Relationship Id="rId1" Type="http://schemas.openxmlformats.org/officeDocument/2006/relationships/oleObject" Target="../embeddings/oleObject269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png"/><Relationship Id="rId8" Type="http://schemas.openxmlformats.org/officeDocument/2006/relationships/image" Target="../media/image283.png"/><Relationship Id="rId7" Type="http://schemas.openxmlformats.org/officeDocument/2006/relationships/image" Target="../media/image282.png"/><Relationship Id="rId6" Type="http://schemas.openxmlformats.org/officeDocument/2006/relationships/image" Target="../media/image281.png"/><Relationship Id="rId5" Type="http://schemas.openxmlformats.org/officeDocument/2006/relationships/image" Target="../media/image280.png"/><Relationship Id="rId4" Type="http://schemas.openxmlformats.org/officeDocument/2006/relationships/image" Target="../media/image279.png"/><Relationship Id="rId3" Type="http://schemas.openxmlformats.org/officeDocument/2006/relationships/image" Target="../media/image278.png"/><Relationship Id="rId2" Type="http://schemas.openxmlformats.org/officeDocument/2006/relationships/image" Target="../media/image277.emf"/><Relationship Id="rId17" Type="http://schemas.openxmlformats.org/officeDocument/2006/relationships/vmlDrawing" Target="../drawings/vmlDrawing3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88.wmf"/><Relationship Id="rId14" Type="http://schemas.openxmlformats.org/officeDocument/2006/relationships/oleObject" Target="../embeddings/oleObject282.bin"/><Relationship Id="rId13" Type="http://schemas.openxmlformats.org/officeDocument/2006/relationships/image" Target="../media/image287.wmf"/><Relationship Id="rId12" Type="http://schemas.openxmlformats.org/officeDocument/2006/relationships/oleObject" Target="../embeddings/oleObject281.bin"/><Relationship Id="rId11" Type="http://schemas.openxmlformats.org/officeDocument/2006/relationships/image" Target="../media/image286.png"/><Relationship Id="rId10" Type="http://schemas.openxmlformats.org/officeDocument/2006/relationships/image" Target="../media/image285.png"/><Relationship Id="rId1" Type="http://schemas.openxmlformats.org/officeDocument/2006/relationships/oleObject" Target="../embeddings/oleObject280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89.emf"/><Relationship Id="rId1" Type="http://schemas.openxmlformats.org/officeDocument/2006/relationships/oleObject" Target="../embeddings/oleObject283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8.bin"/><Relationship Id="rId8" Type="http://schemas.openxmlformats.org/officeDocument/2006/relationships/image" Target="../media/image293.emf"/><Relationship Id="rId7" Type="http://schemas.openxmlformats.org/officeDocument/2006/relationships/oleObject" Target="../embeddings/oleObject287.bin"/><Relationship Id="rId6" Type="http://schemas.openxmlformats.org/officeDocument/2006/relationships/image" Target="../media/image292.emf"/><Relationship Id="rId5" Type="http://schemas.openxmlformats.org/officeDocument/2006/relationships/oleObject" Target="../embeddings/oleObject286.bin"/><Relationship Id="rId4" Type="http://schemas.openxmlformats.org/officeDocument/2006/relationships/image" Target="../media/image291.emf"/><Relationship Id="rId3" Type="http://schemas.openxmlformats.org/officeDocument/2006/relationships/oleObject" Target="../embeddings/oleObject285.bin"/><Relationship Id="rId2" Type="http://schemas.openxmlformats.org/officeDocument/2006/relationships/image" Target="../media/image290.e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94.emf"/><Relationship Id="rId1" Type="http://schemas.openxmlformats.org/officeDocument/2006/relationships/oleObject" Target="../embeddings/oleObject284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3.bin"/><Relationship Id="rId8" Type="http://schemas.openxmlformats.org/officeDocument/2006/relationships/image" Target="../media/image298.emf"/><Relationship Id="rId7" Type="http://schemas.openxmlformats.org/officeDocument/2006/relationships/oleObject" Target="../embeddings/oleObject292.bin"/><Relationship Id="rId6" Type="http://schemas.openxmlformats.org/officeDocument/2006/relationships/image" Target="../media/image297.emf"/><Relationship Id="rId5" Type="http://schemas.openxmlformats.org/officeDocument/2006/relationships/oleObject" Target="../embeddings/oleObject291.bin"/><Relationship Id="rId4" Type="http://schemas.openxmlformats.org/officeDocument/2006/relationships/image" Target="../media/image296.emf"/><Relationship Id="rId3" Type="http://schemas.openxmlformats.org/officeDocument/2006/relationships/oleObject" Target="../embeddings/oleObject290.bin"/><Relationship Id="rId22" Type="http://schemas.openxmlformats.org/officeDocument/2006/relationships/vmlDrawing" Target="../drawings/vmlDrawing35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304.emf"/><Relationship Id="rId2" Type="http://schemas.openxmlformats.org/officeDocument/2006/relationships/image" Target="../media/image295.emf"/><Relationship Id="rId19" Type="http://schemas.openxmlformats.org/officeDocument/2006/relationships/oleObject" Target="../embeddings/oleObject298.bin"/><Relationship Id="rId18" Type="http://schemas.openxmlformats.org/officeDocument/2006/relationships/image" Target="../media/image303.emf"/><Relationship Id="rId17" Type="http://schemas.openxmlformats.org/officeDocument/2006/relationships/oleObject" Target="../embeddings/oleObject297.bin"/><Relationship Id="rId16" Type="http://schemas.openxmlformats.org/officeDocument/2006/relationships/image" Target="../media/image302.emf"/><Relationship Id="rId15" Type="http://schemas.openxmlformats.org/officeDocument/2006/relationships/oleObject" Target="../embeddings/oleObject296.bin"/><Relationship Id="rId14" Type="http://schemas.openxmlformats.org/officeDocument/2006/relationships/image" Target="../media/image301.emf"/><Relationship Id="rId13" Type="http://schemas.openxmlformats.org/officeDocument/2006/relationships/oleObject" Target="../embeddings/oleObject295.bin"/><Relationship Id="rId12" Type="http://schemas.openxmlformats.org/officeDocument/2006/relationships/image" Target="../media/image300.emf"/><Relationship Id="rId11" Type="http://schemas.openxmlformats.org/officeDocument/2006/relationships/oleObject" Target="../embeddings/oleObject294.bin"/><Relationship Id="rId10" Type="http://schemas.openxmlformats.org/officeDocument/2006/relationships/image" Target="../media/image299.emf"/><Relationship Id="rId1" Type="http://schemas.openxmlformats.org/officeDocument/2006/relationships/oleObject" Target="../embeddings/oleObject28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3.bin"/><Relationship Id="rId8" Type="http://schemas.openxmlformats.org/officeDocument/2006/relationships/image" Target="../media/image308.emf"/><Relationship Id="rId7" Type="http://schemas.openxmlformats.org/officeDocument/2006/relationships/oleObject" Target="../embeddings/oleObject302.bin"/><Relationship Id="rId6" Type="http://schemas.openxmlformats.org/officeDocument/2006/relationships/image" Target="../media/image307.e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306.emf"/><Relationship Id="rId3" Type="http://schemas.openxmlformats.org/officeDocument/2006/relationships/oleObject" Target="../embeddings/oleObject300.bin"/><Relationship Id="rId2" Type="http://schemas.openxmlformats.org/officeDocument/2006/relationships/image" Target="../media/image305.e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28.xml"/><Relationship Id="rId10" Type="http://schemas.openxmlformats.org/officeDocument/2006/relationships/image" Target="../media/image309.emf"/><Relationship Id="rId1" Type="http://schemas.openxmlformats.org/officeDocument/2006/relationships/oleObject" Target="../embeddings/oleObject299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8.bin"/><Relationship Id="rId8" Type="http://schemas.openxmlformats.org/officeDocument/2006/relationships/image" Target="../media/image313.emf"/><Relationship Id="rId7" Type="http://schemas.openxmlformats.org/officeDocument/2006/relationships/oleObject" Target="../embeddings/oleObject307.bin"/><Relationship Id="rId6" Type="http://schemas.openxmlformats.org/officeDocument/2006/relationships/image" Target="../media/image312.emf"/><Relationship Id="rId5" Type="http://schemas.openxmlformats.org/officeDocument/2006/relationships/oleObject" Target="../embeddings/oleObject306.bin"/><Relationship Id="rId4" Type="http://schemas.openxmlformats.org/officeDocument/2006/relationships/image" Target="../media/image311.emf"/><Relationship Id="rId3" Type="http://schemas.openxmlformats.org/officeDocument/2006/relationships/oleObject" Target="../embeddings/oleObject305.bin"/><Relationship Id="rId24" Type="http://schemas.openxmlformats.org/officeDocument/2006/relationships/vmlDrawing" Target="../drawings/vmlDrawing37.vml"/><Relationship Id="rId23" Type="http://schemas.openxmlformats.org/officeDocument/2006/relationships/slideLayout" Target="../slideLayouts/slideLayout28.xml"/><Relationship Id="rId22" Type="http://schemas.openxmlformats.org/officeDocument/2006/relationships/image" Target="../media/image320.emf"/><Relationship Id="rId21" Type="http://schemas.openxmlformats.org/officeDocument/2006/relationships/oleObject" Target="../embeddings/oleObject314.bin"/><Relationship Id="rId20" Type="http://schemas.openxmlformats.org/officeDocument/2006/relationships/image" Target="../media/image319.emf"/><Relationship Id="rId2" Type="http://schemas.openxmlformats.org/officeDocument/2006/relationships/image" Target="../media/image310.emf"/><Relationship Id="rId19" Type="http://schemas.openxmlformats.org/officeDocument/2006/relationships/oleObject" Target="../embeddings/oleObject313.bin"/><Relationship Id="rId18" Type="http://schemas.openxmlformats.org/officeDocument/2006/relationships/image" Target="../media/image318.emf"/><Relationship Id="rId17" Type="http://schemas.openxmlformats.org/officeDocument/2006/relationships/oleObject" Target="../embeddings/oleObject312.bin"/><Relationship Id="rId16" Type="http://schemas.openxmlformats.org/officeDocument/2006/relationships/image" Target="../media/image317.emf"/><Relationship Id="rId15" Type="http://schemas.openxmlformats.org/officeDocument/2006/relationships/oleObject" Target="../embeddings/oleObject311.bin"/><Relationship Id="rId14" Type="http://schemas.openxmlformats.org/officeDocument/2006/relationships/image" Target="../media/image316.emf"/><Relationship Id="rId13" Type="http://schemas.openxmlformats.org/officeDocument/2006/relationships/oleObject" Target="../embeddings/oleObject310.bin"/><Relationship Id="rId12" Type="http://schemas.openxmlformats.org/officeDocument/2006/relationships/image" Target="../media/image315.emf"/><Relationship Id="rId11" Type="http://schemas.openxmlformats.org/officeDocument/2006/relationships/oleObject" Target="../embeddings/oleObject309.bin"/><Relationship Id="rId10" Type="http://schemas.openxmlformats.org/officeDocument/2006/relationships/image" Target="../media/image314.emf"/><Relationship Id="rId1" Type="http://schemas.openxmlformats.org/officeDocument/2006/relationships/oleObject" Target="../embeddings/oleObject304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24.png"/><Relationship Id="rId3" Type="http://schemas.openxmlformats.org/officeDocument/2006/relationships/image" Target="../media/image323.png"/><Relationship Id="rId2" Type="http://schemas.openxmlformats.org/officeDocument/2006/relationships/image" Target="../media/image322.png"/><Relationship Id="rId1" Type="http://schemas.openxmlformats.org/officeDocument/2006/relationships/image" Target="../media/image32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8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4" Type="http://schemas.openxmlformats.org/officeDocument/2006/relationships/image" Target="../media/image327.wmf"/><Relationship Id="rId3" Type="http://schemas.openxmlformats.org/officeDocument/2006/relationships/oleObject" Target="../embeddings/oleObject315.bin"/><Relationship Id="rId2" Type="http://schemas.openxmlformats.org/officeDocument/2006/relationships/image" Target="../media/image326.png"/><Relationship Id="rId1" Type="http://schemas.openxmlformats.org/officeDocument/2006/relationships/image" Target="../media/image3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2"/>
          <p:cNvSpPr/>
          <p:nvPr/>
        </p:nvSpPr>
        <p:spPr>
          <a:xfrm>
            <a:off x="2133600" y="1524000"/>
            <a:ext cx="3200400" cy="914400"/>
          </a:xfrm>
          <a:prstGeom prst="rect">
            <a:avLst/>
          </a:prstGeom>
          <a:noFill/>
          <a:ln w="76200">
            <a:noFill/>
          </a:ln>
        </p:spPr>
        <p:txBody>
          <a:bodyPr anchor="ctr" anchorCtr="0"/>
          <a:p>
            <a:pPr>
              <a:buSzTx/>
            </a:pPr>
            <a:r>
              <a:rPr lang="zh-CN" altLang="en-US" sz="5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微分方程 </a:t>
            </a:r>
            <a:endParaRPr lang="zh-CN" altLang="en-US" sz="5400" dirty="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3179763" cy="13366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第七章</a:t>
            </a:r>
            <a:endParaRPr kumimoji="0" lang="zh-CN" altLang="en-US" sz="54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graphicFrame>
        <p:nvGraphicFramePr>
          <p:cNvPr id="47118" name="Object 14"/>
          <p:cNvGraphicFramePr>
            <a:graphicFrameLocks noChangeAspect="1"/>
          </p:cNvGraphicFramePr>
          <p:nvPr/>
        </p:nvGraphicFramePr>
        <p:xfrm>
          <a:off x="914400" y="2895600"/>
          <a:ext cx="3254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2545080" imgH="363855" progId="Equation.3">
                  <p:embed/>
                </p:oleObj>
              </mc:Choice>
              <mc:Fallback>
                <p:oleObj name="" r:id="rId2" imgW="2545080" imgH="36385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2895600"/>
                        <a:ext cx="325437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Text Box 15"/>
          <p:cNvSpPr txBox="1"/>
          <p:nvPr/>
        </p:nvSpPr>
        <p:spPr>
          <a:xfrm>
            <a:off x="4267200" y="2819400"/>
            <a:ext cx="24320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—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积分问题 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120" name="AutoShape 16"/>
          <p:cNvSpPr/>
          <p:nvPr/>
        </p:nvSpPr>
        <p:spPr>
          <a:xfrm>
            <a:off x="2438400" y="3535363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rgbClr val="0066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7121" name="Object 17"/>
          <p:cNvGraphicFramePr>
            <a:graphicFrameLocks noChangeAspect="1"/>
          </p:cNvGraphicFramePr>
          <p:nvPr/>
        </p:nvGraphicFramePr>
        <p:xfrm>
          <a:off x="914400" y="4525963"/>
          <a:ext cx="6451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5067935" imgH="363855" progId="Equation.3">
                  <p:embed/>
                </p:oleObj>
              </mc:Choice>
              <mc:Fallback>
                <p:oleObj name="" r:id="rId4" imgW="5067935" imgH="36385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4525963"/>
                        <a:ext cx="64516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2" name="Text Box 18"/>
          <p:cNvSpPr txBox="1"/>
          <p:nvPr/>
        </p:nvSpPr>
        <p:spPr>
          <a:xfrm>
            <a:off x="4387850" y="5059363"/>
            <a:ext cx="32512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—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微分方程问题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123" name="Text Box 19"/>
          <p:cNvSpPr txBox="1"/>
          <p:nvPr/>
        </p:nvSpPr>
        <p:spPr>
          <a:xfrm>
            <a:off x="2590800" y="3611563"/>
            <a:ext cx="10985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推广 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23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12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9" grpId="0" build="p"/>
      <p:bldP spid="47122" grpId="0" build="p"/>
      <p:bldP spid="4712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34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gradFill rotWithShape="0">
            <a:gsLst>
              <a:gs pos="0">
                <a:srgbClr val="00009B"/>
              </a:gs>
              <a:gs pos="100000">
                <a:srgbClr val="0000FF"/>
              </a:gs>
            </a:gsLst>
            <a:lin ang="5400000" scaled="1"/>
            <a:tileRect/>
          </a:gradFill>
          <a:ln w="38100" cap="flat" cmpd="dbl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Text Box 2"/>
          <p:cNvSpPr txBox="1"/>
          <p:nvPr/>
        </p:nvSpPr>
        <p:spPr>
          <a:xfrm>
            <a:off x="2057400" y="1081088"/>
            <a:ext cx="5819775" cy="8239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48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微分方程的基本概念 </a:t>
            </a:r>
            <a:endParaRPr lang="zh-CN" altLang="en-US" sz="4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8147" name="Rectangle 19"/>
          <p:cNvSpPr>
            <a:spLocks noGrp="1" noChangeArrowheads="1"/>
          </p:cNvSpPr>
          <p:nvPr>
            <p:ph type="title"/>
          </p:nvPr>
        </p:nvSpPr>
        <p:spPr>
          <a:xfrm>
            <a:off x="1416050" y="357188"/>
            <a:ext cx="2165350" cy="1144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第一节</a:t>
            </a:r>
            <a:endParaRPr kumimoji="0" lang="zh-CN" altLang="en-US" sz="4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48153" name="AutoShape 25"/>
          <p:cNvSpPr/>
          <p:nvPr/>
        </p:nvSpPr>
        <p:spPr>
          <a:xfrm>
            <a:off x="2667000" y="4495800"/>
            <a:ext cx="4191000" cy="6096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微分方程的基本概念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54" name="Text Box 26"/>
          <p:cNvSpPr txBox="1"/>
          <p:nvPr/>
        </p:nvSpPr>
        <p:spPr>
          <a:xfrm>
            <a:off x="2667000" y="2925763"/>
            <a:ext cx="11049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引例 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55" name="AutoShape 27"/>
          <p:cNvSpPr/>
          <p:nvPr/>
        </p:nvSpPr>
        <p:spPr>
          <a:xfrm>
            <a:off x="3733800" y="2743200"/>
            <a:ext cx="193675" cy="990600"/>
          </a:xfrm>
          <a:prstGeom prst="leftBrace">
            <a:avLst>
              <a:gd name="adj1" fmla="val 42575"/>
              <a:gd name="adj2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58" name="Line 30"/>
          <p:cNvSpPr/>
          <p:nvPr/>
        </p:nvSpPr>
        <p:spPr>
          <a:xfrm>
            <a:off x="3429000" y="3657600"/>
            <a:ext cx="0" cy="76200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8159" name="AutoShape 31"/>
          <p:cNvSpPr/>
          <p:nvPr/>
        </p:nvSpPr>
        <p:spPr>
          <a:xfrm>
            <a:off x="3886200" y="2514600"/>
            <a:ext cx="2057400" cy="5334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几何问题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60" name="AutoShape 32"/>
          <p:cNvSpPr/>
          <p:nvPr/>
        </p:nvSpPr>
        <p:spPr>
          <a:xfrm>
            <a:off x="3886200" y="3352800"/>
            <a:ext cx="2057400" cy="5334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物理问题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8" name="Text Box 36"/>
          <p:cNvSpPr txBox="1"/>
          <p:nvPr/>
        </p:nvSpPr>
        <p:spPr>
          <a:xfrm>
            <a:off x="7340600" y="250825"/>
            <a:ext cx="1438275" cy="52863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algn="ctr" eaLnBrk="0" hangingPunct="0">
              <a:buSzTx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第七章 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5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15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16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15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3" grpId="0" advAuto="1000" build="p"/>
      <p:bldP spid="48154" grpId="0" build="p"/>
      <p:bldP spid="48159" grpId="0" advAuto="1000" build="p"/>
      <p:bldP spid="48160" grpId="0" advAuto="100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260350"/>
            <a:ext cx="1462088" cy="858838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引例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1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1828800" y="425450"/>
            <a:ext cx="70104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一曲线通过点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(1,2) ,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在该曲线上任意点处的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061" name="Text Box 5"/>
          <p:cNvSpPr txBox="1"/>
          <p:nvPr/>
        </p:nvSpPr>
        <p:spPr>
          <a:xfrm>
            <a:off x="685800" y="1690688"/>
            <a:ext cx="8001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设所求曲线方程为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则有如下关系式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2471738" y="2362200"/>
          <a:ext cx="120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024255" imgH="782320" progId="Equation.3">
                  <p:embed/>
                </p:oleObj>
              </mc:Choice>
              <mc:Fallback>
                <p:oleObj name="" r:id="rId1" imgW="1024255" imgH="78232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1738" y="2362200"/>
                        <a:ext cx="1206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/>
          <p:cNvSpPr txBox="1"/>
          <p:nvPr/>
        </p:nvSpPr>
        <p:spPr>
          <a:xfrm>
            <a:off x="5029200" y="24384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2209800" y="4140200"/>
          <a:ext cx="1600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365885" imgH="484505" progId="Equation.3">
                  <p:embed/>
                </p:oleObj>
              </mc:Choice>
              <mc:Fallback>
                <p:oleObj name="" r:id="rId3" imgW="1365885" imgH="48450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9800" y="4140200"/>
                        <a:ext cx="16002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3905250" y="4130675"/>
          <a:ext cx="129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101725" imgH="352425" progId="Equation.3">
                  <p:embed/>
                </p:oleObj>
              </mc:Choice>
              <mc:Fallback>
                <p:oleObj name="" r:id="rId5" imgW="1101725" imgH="35242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05250" y="4130675"/>
                        <a:ext cx="1295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 Box 10"/>
          <p:cNvSpPr txBox="1"/>
          <p:nvPr/>
        </p:nvSpPr>
        <p:spPr>
          <a:xfrm>
            <a:off x="5562600" y="41148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067" name="Text Box 11"/>
          <p:cNvSpPr txBox="1"/>
          <p:nvPr/>
        </p:nvSpPr>
        <p:spPr>
          <a:xfrm>
            <a:off x="622300" y="4876800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②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= 1,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68" name="Object 12"/>
          <p:cNvGraphicFramePr>
            <a:graphicFrameLocks noChangeAspect="1"/>
          </p:cNvGraphicFramePr>
          <p:nvPr/>
        </p:nvGraphicFramePr>
        <p:xfrm>
          <a:off x="6337300" y="4894263"/>
          <a:ext cx="158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1355090" imgH="418465" progId="Equation.3">
                  <p:embed/>
                </p:oleObj>
              </mc:Choice>
              <mc:Fallback>
                <p:oleObj name="" r:id="rId7" imgW="1355090" imgH="4184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37300" y="4894263"/>
                        <a:ext cx="1587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/>
          <p:nvPr/>
        </p:nvSpPr>
        <p:spPr>
          <a:xfrm>
            <a:off x="2984500" y="4895850"/>
            <a:ext cx="35687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因此所求曲线方程为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2516188" y="3392488"/>
          <a:ext cx="127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1079500" imgH="385445" progId="Equation.3">
                  <p:embed/>
                </p:oleObj>
              </mc:Choice>
              <mc:Fallback>
                <p:oleObj name="" r:id="rId9" imgW="1079500" imgH="38544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6188" y="3392488"/>
                        <a:ext cx="1270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AutoShape 15"/>
          <p:cNvSpPr/>
          <p:nvPr/>
        </p:nvSpPr>
        <p:spPr>
          <a:xfrm>
            <a:off x="2133600" y="2547938"/>
            <a:ext cx="152400" cy="1225550"/>
          </a:xfrm>
          <a:prstGeom prst="leftBrace">
            <a:avLst>
              <a:gd name="adj1" fmla="val 6693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72" name="Text Box 16"/>
          <p:cNvSpPr txBox="1"/>
          <p:nvPr/>
        </p:nvSpPr>
        <p:spPr>
          <a:xfrm>
            <a:off x="5029200" y="32766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073" name="Text Box 17"/>
          <p:cNvSpPr txBox="1"/>
          <p:nvPr/>
        </p:nvSpPr>
        <p:spPr>
          <a:xfrm>
            <a:off x="627063" y="415925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074" name="Text Box 18"/>
          <p:cNvSpPr txBox="1"/>
          <p:nvPr/>
        </p:nvSpPr>
        <p:spPr>
          <a:xfrm>
            <a:off x="276225" y="1081088"/>
            <a:ext cx="536257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切线斜率为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求该曲线的方程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7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  <p:bldP spid="45061" grpId="0"/>
      <p:bldP spid="45063" grpId="0"/>
      <p:bldP spid="45066" grpId="0"/>
      <p:bldP spid="45067" grpId="0"/>
      <p:bldP spid="45069" grpId="0"/>
      <p:bldP spid="45072" grpId="0"/>
      <p:bldP spid="45073" grpId="0"/>
      <p:bldP spid="4507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4786313" cy="763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引例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2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列车在平直路上以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4800600" y="422275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892175" imgH="352425" progId="Equation.3">
                  <p:embed/>
                </p:oleObj>
              </mc:Choice>
              <mc:Fallback>
                <p:oleObj name="" r:id="rId1" imgW="892175" imgH="35242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422275"/>
                        <a:ext cx="1054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Text Box 4"/>
          <p:cNvSpPr txBox="1"/>
          <p:nvPr/>
        </p:nvSpPr>
        <p:spPr>
          <a:xfrm>
            <a:off x="5791200" y="33655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的速度行驶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制动时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197" name="Text Box 5"/>
          <p:cNvSpPr txBox="1"/>
          <p:nvPr/>
        </p:nvSpPr>
        <p:spPr>
          <a:xfrm>
            <a:off x="304800" y="838200"/>
            <a:ext cx="2514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获得加速度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2247900" y="863600"/>
          <a:ext cx="224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927860" imgH="418465" progId="Equation.3">
                  <p:embed/>
                </p:oleObj>
              </mc:Choice>
              <mc:Fallback>
                <p:oleObj name="" r:id="rId3" imgW="1927860" imgH="41846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47900" y="863600"/>
                        <a:ext cx="22479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/>
          <p:nvPr/>
        </p:nvSpPr>
        <p:spPr>
          <a:xfrm>
            <a:off x="4495800" y="914400"/>
            <a:ext cx="434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求制动后列车的运动规律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01" name="Text Box 9"/>
          <p:cNvSpPr txBox="1"/>
          <p:nvPr/>
        </p:nvSpPr>
        <p:spPr>
          <a:xfrm>
            <a:off x="690563" y="1385888"/>
            <a:ext cx="60912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设列车在制动后</a:t>
            </a:r>
            <a:r>
              <a:rPr lang="zh-CN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2800" dirty="0">
                <a:latin typeface="Times New Roman" panose="02020603050405020304" pitchFamily="18" charset="0"/>
                <a:ea typeface="楷体_GB2312" pitchFamily="49" charset="-122"/>
              </a:rPr>
              <a:t>秒行驶了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2800" dirty="0">
                <a:latin typeface="Times New Roman" panose="02020603050405020304" pitchFamily="18" charset="0"/>
                <a:ea typeface="楷体_GB2312" pitchFamily="49" charset="-122"/>
              </a:rPr>
              <a:t>米 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03" name="Text Box 11"/>
          <p:cNvSpPr txBox="1"/>
          <p:nvPr/>
        </p:nvSpPr>
        <p:spPr>
          <a:xfrm>
            <a:off x="1093788" y="2376488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3048000" y="1841500"/>
          <a:ext cx="1676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1431925" imgH="892175" progId="Equation.3">
                  <p:embed/>
                </p:oleObj>
              </mc:Choice>
              <mc:Fallback>
                <p:oleObj name="" r:id="rId5" imgW="1431925" imgH="89217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48000" y="1841500"/>
                        <a:ext cx="16764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3048000" y="2895600"/>
          <a:ext cx="1447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1233805" imgH="385445" progId="Equation.3">
                  <p:embed/>
                </p:oleObj>
              </mc:Choice>
              <mc:Fallback>
                <p:oleObj name="" r:id="rId7" imgW="1233805" imgH="38544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0" y="2895600"/>
                        <a:ext cx="1447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/>
          <p:cNvGraphicFramePr>
            <a:graphicFrameLocks noChangeAspect="1"/>
          </p:cNvGraphicFramePr>
          <p:nvPr/>
        </p:nvGraphicFramePr>
        <p:xfrm>
          <a:off x="4724400" y="2667000"/>
          <a:ext cx="2006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9" imgW="1718945" imgH="782320" progId="Equation.3">
                  <p:embed/>
                </p:oleObj>
              </mc:Choice>
              <mc:Fallback>
                <p:oleObj name="" r:id="rId9" imgW="1718945" imgH="78232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4400" y="2667000"/>
                        <a:ext cx="2006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/>
          <p:cNvSpPr txBox="1"/>
          <p:nvPr/>
        </p:nvSpPr>
        <p:spPr>
          <a:xfrm>
            <a:off x="609600" y="3581400"/>
            <a:ext cx="4648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由前一式两次积分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可得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10" name="Object 18"/>
          <p:cNvGraphicFramePr>
            <a:graphicFrameLocks noChangeAspect="1"/>
          </p:cNvGraphicFramePr>
          <p:nvPr/>
        </p:nvGraphicFramePr>
        <p:xfrm>
          <a:off x="4749800" y="3581400"/>
          <a:ext cx="3251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2798445" imgH="429895" progId="Equation.3">
                  <p:embed/>
                </p:oleObj>
              </mc:Choice>
              <mc:Fallback>
                <p:oleObj name="" r:id="rId11" imgW="2798445" imgH="42989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49800" y="3581400"/>
                        <a:ext cx="32512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Text Box 22"/>
          <p:cNvSpPr txBox="1"/>
          <p:nvPr/>
        </p:nvSpPr>
        <p:spPr>
          <a:xfrm>
            <a:off x="609600" y="40386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利用后两式可得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4724400" y="4114800"/>
          <a:ext cx="238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3" imgW="2049145" imgH="363855" progId="Equation.3">
                  <p:embed/>
                </p:oleObj>
              </mc:Choice>
              <mc:Fallback>
                <p:oleObj name="" r:id="rId13" imgW="2049145" imgH="36385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4400" y="4114800"/>
                        <a:ext cx="2387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Text Box 24"/>
          <p:cNvSpPr txBox="1"/>
          <p:nvPr/>
        </p:nvSpPr>
        <p:spPr>
          <a:xfrm>
            <a:off x="635000" y="4603750"/>
            <a:ext cx="457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因此所求运动规律为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17" name="Object 25"/>
          <p:cNvGraphicFramePr>
            <a:graphicFrameLocks noChangeAspect="1"/>
          </p:cNvGraphicFramePr>
          <p:nvPr/>
        </p:nvGraphicFramePr>
        <p:xfrm>
          <a:off x="4724400" y="4572000"/>
          <a:ext cx="256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5" imgW="2203450" imgH="418465" progId="Equation.3">
                  <p:embed/>
                </p:oleObj>
              </mc:Choice>
              <mc:Fallback>
                <p:oleObj name="" r:id="rId15" imgW="2203450" imgH="41846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24400" y="4572000"/>
                        <a:ext cx="2565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Text Box 26"/>
          <p:cNvSpPr txBox="1"/>
          <p:nvPr/>
        </p:nvSpPr>
        <p:spPr>
          <a:xfrm>
            <a:off x="609600" y="5181600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利用这一规律可求出制动后多少时间列车才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19" name="Text Box 27"/>
          <p:cNvSpPr txBox="1"/>
          <p:nvPr/>
        </p:nvSpPr>
        <p:spPr>
          <a:xfrm>
            <a:off x="304800" y="571500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能停住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20" name="Text Box 28"/>
          <p:cNvSpPr txBox="1"/>
          <p:nvPr/>
        </p:nvSpPr>
        <p:spPr>
          <a:xfrm>
            <a:off x="1676400" y="5729288"/>
            <a:ext cx="4800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以及制动后行驶了多少路程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22" name="Text Box 30"/>
          <p:cNvSpPr txBox="1"/>
          <p:nvPr/>
        </p:nvSpPr>
        <p:spPr>
          <a:xfrm>
            <a:off x="6329363" y="1447800"/>
            <a:ext cx="228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zh-CN" sz="2800" dirty="0">
                <a:latin typeface="Times New Roman" panose="02020603050405020304" pitchFamily="18" charset="0"/>
                <a:ea typeface="楷体_GB2312" pitchFamily="49" charset="-122"/>
              </a:rPr>
              <a:t>即求</a:t>
            </a:r>
            <a:r>
              <a:rPr lang="zh-CN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= s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23" name="AutoShape 31"/>
          <p:cNvSpPr/>
          <p:nvPr/>
        </p:nvSpPr>
        <p:spPr>
          <a:xfrm>
            <a:off x="2743200" y="2286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2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199" grpId="0"/>
      <p:bldP spid="8201" grpId="0"/>
      <p:bldP spid="8203" grpId="0"/>
      <p:bldP spid="8209" grpId="0"/>
      <p:bldP spid="8214" grpId="0"/>
      <p:bldP spid="8216" grpId="0"/>
      <p:bldP spid="8218" grpId="0"/>
      <p:bldP spid="8219" grpId="0"/>
      <p:bldP spid="8220" grpId="0"/>
      <p:bldP spid="822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7" name="Text Box 11"/>
          <p:cNvSpPr txBox="1"/>
          <p:nvPr/>
        </p:nvSpPr>
        <p:spPr>
          <a:xfrm>
            <a:off x="1547813" y="1700213"/>
            <a:ext cx="2057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常微分方程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8" name="Text Box 12"/>
          <p:cNvSpPr txBox="1"/>
          <p:nvPr/>
        </p:nvSpPr>
        <p:spPr>
          <a:xfrm>
            <a:off x="1619250" y="2349500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偏微分方程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5" name="Text Box 9"/>
          <p:cNvSpPr txBox="1"/>
          <p:nvPr/>
        </p:nvSpPr>
        <p:spPr>
          <a:xfrm>
            <a:off x="468313" y="1052513"/>
            <a:ext cx="82105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含自变量、未知函数及其导数的方程叫做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微分方程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9" name="Text Box 13"/>
          <p:cNvSpPr txBox="1"/>
          <p:nvPr/>
        </p:nvSpPr>
        <p:spPr>
          <a:xfrm>
            <a:off x="179388" y="2747963"/>
            <a:ext cx="87852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方程中所含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未知函数导数的最高阶数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叫做微分方程的阶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72" name="Object 56"/>
          <p:cNvGraphicFramePr>
            <a:graphicFrameLocks noChangeAspect="1"/>
          </p:cNvGraphicFramePr>
          <p:nvPr>
            <p:ph sz="half" idx="1"/>
          </p:nvPr>
        </p:nvGraphicFramePr>
        <p:xfrm>
          <a:off x="1116013" y="3500438"/>
          <a:ext cx="41767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322070" imgH="154305" progId="Equation.3">
                  <p:embed/>
                </p:oleObj>
              </mc:Choice>
              <mc:Fallback>
                <p:oleObj name="" r:id="rId1" imgW="1322070" imgH="15430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500438"/>
                        <a:ext cx="4176712" cy="5476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6" name="AutoShape 40"/>
          <p:cNvSpPr/>
          <p:nvPr/>
        </p:nvSpPr>
        <p:spPr>
          <a:xfrm>
            <a:off x="1331913" y="17732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59" name="Text Box 43"/>
          <p:cNvSpPr txBox="1"/>
          <p:nvPr/>
        </p:nvSpPr>
        <p:spPr>
          <a:xfrm>
            <a:off x="468313" y="191611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分类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69" name="Line 53"/>
          <p:cNvSpPr/>
          <p:nvPr/>
        </p:nvSpPr>
        <p:spPr>
          <a:xfrm>
            <a:off x="3492500" y="1916113"/>
            <a:ext cx="7191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70" name="Text Box 54"/>
          <p:cNvSpPr txBox="1"/>
          <p:nvPr/>
        </p:nvSpPr>
        <p:spPr>
          <a:xfrm>
            <a:off x="4284663" y="1773238"/>
            <a:ext cx="46085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未知函数为一元函数的微分方程</a:t>
            </a:r>
            <a:endParaRPr lang="zh-CN" altLang="en-US" sz="2400" b="1" dirty="0">
              <a:solidFill>
                <a:srgbClr val="FF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274" name="Object 58"/>
          <p:cNvGraphicFramePr>
            <a:graphicFrameLocks noChangeAspect="1"/>
          </p:cNvGraphicFramePr>
          <p:nvPr>
            <p:ph sz="half" idx="1"/>
          </p:nvPr>
        </p:nvGraphicFramePr>
        <p:xfrm>
          <a:off x="1258888" y="4149725"/>
          <a:ext cx="36734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002665" imgH="341630" progId="Equation.3">
                  <p:embed/>
                </p:oleObj>
              </mc:Choice>
              <mc:Fallback>
                <p:oleObj name="" r:id="rId3" imgW="1002665" imgH="34163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149725"/>
                        <a:ext cx="3673475" cy="1089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6" name="Text Box 60"/>
          <p:cNvSpPr txBox="1"/>
          <p:nvPr/>
        </p:nvSpPr>
        <p:spPr>
          <a:xfrm>
            <a:off x="5940425" y="3429000"/>
            <a:ext cx="23034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一阶微分方程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77" name="Text Box 61"/>
          <p:cNvSpPr txBox="1"/>
          <p:nvPr/>
        </p:nvSpPr>
        <p:spPr>
          <a:xfrm>
            <a:off x="6011863" y="4076700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二阶微分方程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80" name="Text Box 64"/>
          <p:cNvSpPr txBox="1">
            <a:spLocks noChangeArrowheads="1"/>
          </p:cNvSpPr>
          <p:nvPr/>
        </p:nvSpPr>
        <p:spPr bwMode="auto">
          <a:xfrm>
            <a:off x="539750" y="260350"/>
            <a:ext cx="6264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微分方程的基本概念</a:t>
            </a:r>
            <a:endParaRPr kumimoji="0" lang="zh-CN" altLang="en-US" sz="3200" b="1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81" name="Object 65"/>
          <p:cNvGraphicFramePr>
            <a:graphicFrameLocks noChangeAspect="1"/>
          </p:cNvGraphicFramePr>
          <p:nvPr/>
        </p:nvGraphicFramePr>
        <p:xfrm>
          <a:off x="971550" y="5300663"/>
          <a:ext cx="44624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223010" imgH="341630" progId="Equation.3">
                  <p:embed/>
                </p:oleObj>
              </mc:Choice>
              <mc:Fallback>
                <p:oleObj name="" r:id="rId5" imgW="1223010" imgH="34163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300663"/>
                        <a:ext cx="4462463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82" name="Text Box 66"/>
          <p:cNvSpPr txBox="1"/>
          <p:nvPr/>
        </p:nvSpPr>
        <p:spPr>
          <a:xfrm>
            <a:off x="5940425" y="5445125"/>
            <a:ext cx="25923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二阶微分方程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5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7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8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/>
      <p:bldP spid="9228" grpId="0"/>
      <p:bldP spid="9225" grpId="0"/>
      <p:bldP spid="9229" grpId="0"/>
      <p:bldP spid="9259" grpId="0" build="p"/>
      <p:bldP spid="9270" grpId="0"/>
      <p:bldP spid="92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1258888" y="1268413"/>
          <a:ext cx="3289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831465" imgH="418465" progId="Equation.3">
                  <p:embed/>
                </p:oleObj>
              </mc:Choice>
              <mc:Fallback>
                <p:oleObj name="" r:id="rId1" imgW="2831465" imgH="41846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268413"/>
                        <a:ext cx="32893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9" name="Object 5"/>
          <p:cNvGraphicFramePr>
            <a:graphicFrameLocks noChangeAspect="1"/>
          </p:cNvGraphicFramePr>
          <p:nvPr/>
        </p:nvGraphicFramePr>
        <p:xfrm>
          <a:off x="1403350" y="1916113"/>
          <a:ext cx="3933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3393440" imgH="418465" progId="Equation.3">
                  <p:embed/>
                </p:oleObj>
              </mc:Choice>
              <mc:Fallback>
                <p:oleObj name="" r:id="rId3" imgW="3393440" imgH="41846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1916113"/>
                        <a:ext cx="39338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0" name="Text Box 6"/>
          <p:cNvSpPr txBox="1"/>
          <p:nvPr/>
        </p:nvSpPr>
        <p:spPr>
          <a:xfrm>
            <a:off x="5364163" y="1989138"/>
            <a:ext cx="3352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阶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显式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微分方程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791" name="Text Box 7"/>
          <p:cNvSpPr txBox="1"/>
          <p:nvPr/>
        </p:nvSpPr>
        <p:spPr>
          <a:xfrm>
            <a:off x="395288" y="692150"/>
            <a:ext cx="56388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一般地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阶常微分方程的形式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792" name="Text Box 8"/>
          <p:cNvSpPr txBox="1"/>
          <p:nvPr/>
        </p:nvSpPr>
        <p:spPr>
          <a:xfrm>
            <a:off x="539750" y="1844675"/>
            <a:ext cx="6492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8793" name="Object 9"/>
          <p:cNvGraphicFramePr>
            <a:graphicFrameLocks noChangeAspect="1"/>
          </p:cNvGraphicFramePr>
          <p:nvPr/>
        </p:nvGraphicFramePr>
        <p:xfrm>
          <a:off x="1187450" y="3716338"/>
          <a:ext cx="41767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1322070" imgH="154305" progId="Equation.3">
                  <p:embed/>
                </p:oleObj>
              </mc:Choice>
              <mc:Fallback>
                <p:oleObj name="" r:id="rId5" imgW="1322070" imgH="154305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716338"/>
                        <a:ext cx="4176713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1331913" y="4365625"/>
          <a:ext cx="36734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1002665" imgH="341630" progId="Equation.3">
                  <p:embed/>
                </p:oleObj>
              </mc:Choice>
              <mc:Fallback>
                <p:oleObj name="" r:id="rId7" imgW="1002665" imgH="34163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365625"/>
                        <a:ext cx="3673475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5" name="Object 11"/>
          <p:cNvGraphicFramePr>
            <a:graphicFrameLocks noChangeAspect="1"/>
          </p:cNvGraphicFramePr>
          <p:nvPr/>
        </p:nvGraphicFramePr>
        <p:xfrm>
          <a:off x="1042988" y="5516563"/>
          <a:ext cx="446246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9" imgW="1223010" imgH="341630" progId="Equation.3">
                  <p:embed/>
                </p:oleObj>
              </mc:Choice>
              <mc:Fallback>
                <p:oleObj name="" r:id="rId9" imgW="1223010" imgH="34163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516563"/>
                        <a:ext cx="4462462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6" name="Object 12"/>
          <p:cNvGraphicFramePr>
            <a:graphicFrameLocks noChangeAspect="1"/>
          </p:cNvGraphicFramePr>
          <p:nvPr/>
        </p:nvGraphicFramePr>
        <p:xfrm>
          <a:off x="468313" y="2565400"/>
          <a:ext cx="7775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1" imgW="2831465" imgH="176530" progId="Equation.3">
                  <p:embed/>
                </p:oleObj>
              </mc:Choice>
              <mc:Fallback>
                <p:oleObj name="" r:id="rId11" imgW="2831465" imgH="17653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2565400"/>
                        <a:ext cx="77755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7" name="Object 13"/>
          <p:cNvGraphicFramePr>
            <a:graphicFrameLocks noChangeAspect="1"/>
          </p:cNvGraphicFramePr>
          <p:nvPr/>
        </p:nvGraphicFramePr>
        <p:xfrm>
          <a:off x="539750" y="3141663"/>
          <a:ext cx="39592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3" imgW="1464945" imgH="154305" progId="Equation.3">
                  <p:embed/>
                </p:oleObj>
              </mc:Choice>
              <mc:Fallback>
                <p:oleObj name="" r:id="rId13" imgW="1464945" imgH="154305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141663"/>
                        <a:ext cx="3959225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8" name="Text Box 14"/>
          <p:cNvSpPr txBox="1"/>
          <p:nvPr/>
        </p:nvSpPr>
        <p:spPr>
          <a:xfrm>
            <a:off x="5867400" y="3789363"/>
            <a:ext cx="2160588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一阶线性微分方程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9" name="Text Box 15"/>
          <p:cNvSpPr txBox="1"/>
          <p:nvPr/>
        </p:nvSpPr>
        <p:spPr>
          <a:xfrm>
            <a:off x="5580063" y="4797425"/>
            <a:ext cx="2160587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二阶线性微分方程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0" name="Text Box 16"/>
          <p:cNvSpPr txBox="1"/>
          <p:nvPr/>
        </p:nvSpPr>
        <p:spPr>
          <a:xfrm>
            <a:off x="5795963" y="5949950"/>
            <a:ext cx="2592387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二阶非线性微分方程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879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880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0" grpId="0"/>
      <p:bldP spid="118791" grpId="0"/>
      <p:bldP spid="118792" grpId="0"/>
      <p:bldP spid="1187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433" name="Group 81"/>
          <p:cNvGrpSpPr/>
          <p:nvPr/>
        </p:nvGrpSpPr>
        <p:grpSpPr>
          <a:xfrm>
            <a:off x="3733800" y="3956050"/>
            <a:ext cx="4849813" cy="1377950"/>
            <a:chOff x="2352" y="2588"/>
            <a:chExt cx="3055" cy="868"/>
          </a:xfrm>
        </p:grpSpPr>
        <p:graphicFrame>
          <p:nvGraphicFramePr>
            <p:cNvPr id="18434" name="Object 71"/>
            <p:cNvGraphicFramePr>
              <a:graphicFrameLocks noChangeAspect="1"/>
            </p:cNvGraphicFramePr>
            <p:nvPr/>
          </p:nvGraphicFramePr>
          <p:xfrm>
            <a:off x="3216" y="3112"/>
            <a:ext cx="91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1233805" imgH="385445" progId="Equation.3">
                    <p:embed/>
                  </p:oleObj>
                </mc:Choice>
                <mc:Fallback>
                  <p:oleObj name="" r:id="rId1" imgW="1233805" imgH="38544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6" y="3112"/>
                          <a:ext cx="912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5" name="Object 72"/>
            <p:cNvGraphicFramePr>
              <a:graphicFrameLocks noChangeAspect="1"/>
            </p:cNvGraphicFramePr>
            <p:nvPr/>
          </p:nvGraphicFramePr>
          <p:xfrm>
            <a:off x="4320" y="3056"/>
            <a:ext cx="1087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3" imgW="1476375" imgH="528955" progId="Equation.3">
                    <p:embed/>
                  </p:oleObj>
                </mc:Choice>
                <mc:Fallback>
                  <p:oleObj name="" r:id="rId3" imgW="1476375" imgH="52895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0" y="3056"/>
                          <a:ext cx="1087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6" name="Text Box 73"/>
            <p:cNvSpPr txBox="1"/>
            <p:nvPr/>
          </p:nvSpPr>
          <p:spPr>
            <a:xfrm>
              <a:off x="2352" y="2889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SzTx/>
              </a:pPr>
              <a:r>
                <a:rPr lang="zh-CN" altLang="en-US" sz="2800" dirty="0">
                  <a:latin typeface="楷体_GB2312" pitchFamily="49" charset="-122"/>
                  <a:ea typeface="楷体_GB2312" pitchFamily="49" charset="-122"/>
                </a:rPr>
                <a:t>引例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437" name="AutoShape 77"/>
            <p:cNvSpPr/>
            <p:nvPr/>
          </p:nvSpPr>
          <p:spPr>
            <a:xfrm>
              <a:off x="3059" y="2736"/>
              <a:ext cx="109" cy="623"/>
            </a:xfrm>
            <a:prstGeom prst="leftBrace">
              <a:avLst>
                <a:gd name="adj1" fmla="val 47577"/>
                <a:gd name="adj2" fmla="val 50065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438" name="Object 79"/>
            <p:cNvGraphicFramePr>
              <a:graphicFrameLocks noChangeAspect="1"/>
            </p:cNvGraphicFramePr>
            <p:nvPr/>
          </p:nvGraphicFramePr>
          <p:xfrm>
            <a:off x="3216" y="2588"/>
            <a:ext cx="99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5" imgW="1344295" imgH="694055" progId="Equation.3">
                    <p:embed/>
                  </p:oleObj>
                </mc:Choice>
                <mc:Fallback>
                  <p:oleObj name="" r:id="rId5" imgW="1344295" imgH="69405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6" y="2588"/>
                          <a:ext cx="99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8" name="Text Box 10"/>
          <p:cNvSpPr txBox="1"/>
          <p:nvPr/>
        </p:nvSpPr>
        <p:spPr>
          <a:xfrm>
            <a:off x="2895600" y="319088"/>
            <a:ext cx="4876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使方程成为恒等式的函数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300" name="Text Box 12"/>
          <p:cNvSpPr txBox="1"/>
          <p:nvPr/>
        </p:nvSpPr>
        <p:spPr>
          <a:xfrm>
            <a:off x="1219200" y="8524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66FF66"/>
                </a:solidFill>
                <a:latin typeface="楷体_GB2312" pitchFamily="49" charset="-122"/>
                <a:ea typeface="楷体_GB2312" pitchFamily="49" charset="-122"/>
              </a:rPr>
              <a:t>通解</a:t>
            </a:r>
            <a:endParaRPr lang="zh-CN" altLang="en-US" sz="2800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01" name="Text Box 13"/>
          <p:cNvSpPr txBox="1"/>
          <p:nvPr/>
        </p:nvSpPr>
        <p:spPr>
          <a:xfrm>
            <a:off x="2051050" y="836613"/>
            <a:ext cx="6858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解中所含</a:t>
            </a:r>
            <a:r>
              <a:rPr lang="zh-CN" altLang="en-US" sz="2800" b="1" dirty="0">
                <a:solidFill>
                  <a:srgbClr val="66FF66"/>
                </a:solidFill>
                <a:latin typeface="楷体_GB2312" pitchFamily="49" charset="-122"/>
                <a:ea typeface="楷体_GB2312" pitchFamily="49" charset="-122"/>
              </a:rPr>
              <a:t>独立的任意常数的个数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与方程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311" name="Object 23"/>
          <p:cNvGraphicFramePr>
            <a:graphicFrameLocks noChangeAspect="1"/>
          </p:cNvGraphicFramePr>
          <p:nvPr/>
        </p:nvGraphicFramePr>
        <p:xfrm>
          <a:off x="1287463" y="3352800"/>
          <a:ext cx="69421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7" imgW="6003925" imgH="440690" progId="Equation.3">
                  <p:embed/>
                </p:oleObj>
              </mc:Choice>
              <mc:Fallback>
                <p:oleObj name="" r:id="rId7" imgW="6003925" imgH="44069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87463" y="3352800"/>
                        <a:ext cx="694213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Text Box 24"/>
          <p:cNvSpPr txBox="1"/>
          <p:nvPr/>
        </p:nvSpPr>
        <p:spPr>
          <a:xfrm>
            <a:off x="3419475" y="2276475"/>
            <a:ext cx="5105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确定通解中任意常数的条件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13" name="Text Box 25"/>
          <p:cNvSpPr txBox="1"/>
          <p:nvPr/>
        </p:nvSpPr>
        <p:spPr>
          <a:xfrm>
            <a:off x="1066800" y="2895600"/>
            <a:ext cx="5867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阶方程的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初始条件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或初值条件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Text Box 31"/>
          <p:cNvSpPr txBox="1"/>
          <p:nvPr/>
        </p:nvSpPr>
        <p:spPr>
          <a:xfrm>
            <a:off x="2590800" y="12954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66FF66"/>
                </a:solidFill>
                <a:latin typeface="楷体_GB2312" pitchFamily="49" charset="-122"/>
                <a:ea typeface="楷体_GB2312" pitchFamily="49" charset="-122"/>
              </a:rPr>
              <a:t>阶数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相同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Text Box 32"/>
          <p:cNvSpPr txBox="1"/>
          <p:nvPr/>
        </p:nvSpPr>
        <p:spPr>
          <a:xfrm>
            <a:off x="1219200" y="17668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66FF66"/>
                </a:solidFill>
                <a:latin typeface="楷体_GB2312" pitchFamily="49" charset="-122"/>
                <a:ea typeface="楷体_GB2312" pitchFamily="49" charset="-122"/>
              </a:rPr>
              <a:t>特解</a:t>
            </a:r>
            <a:endParaRPr lang="zh-CN" altLang="en-US" sz="2800" b="1" dirty="0">
              <a:solidFill>
                <a:srgbClr val="66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47" name="Line 68"/>
          <p:cNvSpPr/>
          <p:nvPr/>
        </p:nvSpPr>
        <p:spPr>
          <a:xfrm>
            <a:off x="457200" y="3962400"/>
            <a:ext cx="80010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8448" name="Group 80"/>
          <p:cNvGrpSpPr/>
          <p:nvPr/>
        </p:nvGrpSpPr>
        <p:grpSpPr>
          <a:xfrm>
            <a:off x="611188" y="4038600"/>
            <a:ext cx="2665412" cy="1204913"/>
            <a:chOff x="336" y="2680"/>
            <a:chExt cx="1679" cy="759"/>
          </a:xfrm>
        </p:grpSpPr>
        <p:graphicFrame>
          <p:nvGraphicFramePr>
            <p:cNvPr id="18449" name="Object 74"/>
            <p:cNvGraphicFramePr>
              <a:graphicFrameLocks noChangeAspect="1"/>
            </p:cNvGraphicFramePr>
            <p:nvPr/>
          </p:nvGraphicFramePr>
          <p:xfrm>
            <a:off x="1200" y="2680"/>
            <a:ext cx="696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9" imgW="936625" imgH="550545" progId="Equation.3">
                    <p:embed/>
                  </p:oleObj>
                </mc:Choice>
                <mc:Fallback>
                  <p:oleObj name="" r:id="rId9" imgW="936625" imgH="550545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0" y="2680"/>
                          <a:ext cx="696" cy="4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75"/>
            <p:cNvGraphicFramePr>
              <a:graphicFrameLocks noChangeAspect="1"/>
            </p:cNvGraphicFramePr>
            <p:nvPr/>
          </p:nvGraphicFramePr>
          <p:xfrm>
            <a:off x="1215" y="3143"/>
            <a:ext cx="80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1" imgW="1079500" imgH="385445" progId="Equation.3">
                    <p:embed/>
                  </p:oleObj>
                </mc:Choice>
                <mc:Fallback>
                  <p:oleObj name="" r:id="rId11" imgW="1079500" imgH="385445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15" y="3143"/>
                          <a:ext cx="800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1" name="AutoShape 76"/>
            <p:cNvSpPr/>
            <p:nvPr/>
          </p:nvSpPr>
          <p:spPr>
            <a:xfrm>
              <a:off x="1043" y="2734"/>
              <a:ext cx="109" cy="624"/>
            </a:xfrm>
            <a:prstGeom prst="leftBrace">
              <a:avLst>
                <a:gd name="adj1" fmla="val 47653"/>
                <a:gd name="adj2" fmla="val 50065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52" name="Text Box 78"/>
            <p:cNvSpPr txBox="1"/>
            <p:nvPr/>
          </p:nvSpPr>
          <p:spPr>
            <a:xfrm>
              <a:off x="336" y="2878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SzTx/>
              </a:pPr>
              <a:r>
                <a:rPr lang="zh-CN" altLang="en-US" sz="2800" dirty="0">
                  <a:latin typeface="楷体_GB2312" pitchFamily="49" charset="-122"/>
                  <a:ea typeface="楷体_GB2312" pitchFamily="49" charset="-122"/>
                </a:rPr>
                <a:t>引例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800" dirty="0"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sz="280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18453" name="Object 82"/>
          <p:cNvGraphicFramePr>
            <a:graphicFrameLocks noChangeAspect="1"/>
          </p:cNvGraphicFramePr>
          <p:nvPr/>
        </p:nvGraphicFramePr>
        <p:xfrm>
          <a:off x="1993900" y="5270500"/>
          <a:ext cx="158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3" imgW="1355090" imgH="418465" progId="Equation.3">
                  <p:embed/>
                </p:oleObj>
              </mc:Choice>
              <mc:Fallback>
                <p:oleObj name="" r:id="rId13" imgW="1355090" imgH="41846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5270500"/>
                        <a:ext cx="1587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Object 83"/>
          <p:cNvGraphicFramePr>
            <a:graphicFrameLocks noChangeAspect="1"/>
          </p:cNvGraphicFramePr>
          <p:nvPr/>
        </p:nvGraphicFramePr>
        <p:xfrm>
          <a:off x="5219700" y="5257800"/>
          <a:ext cx="3086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5" imgW="2654935" imgH="429895" progId="Equation.3">
                  <p:embed/>
                </p:oleObj>
              </mc:Choice>
              <mc:Fallback>
                <p:oleObj name="" r:id="rId15" imgW="2654935" imgH="42989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5257800"/>
                        <a:ext cx="30861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72" name="Text Box 84"/>
          <p:cNvSpPr txBox="1"/>
          <p:nvPr/>
        </p:nvSpPr>
        <p:spPr>
          <a:xfrm>
            <a:off x="609600" y="5272088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56" name="Object 88"/>
          <p:cNvGraphicFramePr>
            <a:graphicFrameLocks noChangeAspect="1"/>
          </p:cNvGraphicFramePr>
          <p:nvPr/>
        </p:nvGraphicFramePr>
        <p:xfrm>
          <a:off x="5181600" y="5805488"/>
          <a:ext cx="2436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7" imgW="2092960" imgH="418465" progId="Equation.3">
                  <p:embed/>
                </p:oleObj>
              </mc:Choice>
              <mc:Fallback>
                <p:oleObj name="" r:id="rId17" imgW="2092960" imgH="41846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81600" y="5805488"/>
                        <a:ext cx="2436813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89"/>
          <p:cNvGraphicFramePr>
            <a:graphicFrameLocks noChangeAspect="1"/>
          </p:cNvGraphicFramePr>
          <p:nvPr/>
        </p:nvGraphicFramePr>
        <p:xfrm>
          <a:off x="1981200" y="5805488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9" imgW="1233805" imgH="418465" progId="Equation.3">
                  <p:embed/>
                </p:oleObj>
              </mc:Choice>
              <mc:Fallback>
                <p:oleObj name="" r:id="rId19" imgW="1233805" imgH="4184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81200" y="5805488"/>
                        <a:ext cx="1447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78" name="Text Box 90"/>
          <p:cNvSpPr txBox="1"/>
          <p:nvPr/>
        </p:nvSpPr>
        <p:spPr>
          <a:xfrm>
            <a:off x="609600" y="5805488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特解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79" name="Text Box 91"/>
          <p:cNvSpPr txBox="1"/>
          <p:nvPr/>
        </p:nvSpPr>
        <p:spPr>
          <a:xfrm>
            <a:off x="609600" y="319088"/>
            <a:ext cx="25019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微分方程的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 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380" name="Text Box 92"/>
          <p:cNvSpPr txBox="1"/>
          <p:nvPr/>
        </p:nvSpPr>
        <p:spPr>
          <a:xfrm>
            <a:off x="2057400" y="1819275"/>
            <a:ext cx="36988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—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不含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任意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常数的解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81" name="Text Box 93"/>
          <p:cNvSpPr txBox="1"/>
          <p:nvPr/>
        </p:nvSpPr>
        <p:spPr>
          <a:xfrm>
            <a:off x="0" y="2349500"/>
            <a:ext cx="38290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定解条件（初始条件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82" name="AutoShape 94"/>
          <p:cNvSpPr/>
          <p:nvPr/>
        </p:nvSpPr>
        <p:spPr>
          <a:xfrm>
            <a:off x="1066800" y="990600"/>
            <a:ext cx="193675" cy="1219200"/>
          </a:xfrm>
          <a:prstGeom prst="leftBrace">
            <a:avLst>
              <a:gd name="adj1" fmla="val 524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83" name="Text Box 95"/>
          <p:cNvSpPr txBox="1"/>
          <p:nvPr/>
        </p:nvSpPr>
        <p:spPr>
          <a:xfrm>
            <a:off x="5508625" y="1773238"/>
            <a:ext cx="3505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其图形称为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积分曲线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391" name="Line 103"/>
          <p:cNvSpPr/>
          <p:nvPr/>
        </p:nvSpPr>
        <p:spPr>
          <a:xfrm>
            <a:off x="2057400" y="5257800"/>
            <a:ext cx="1219200" cy="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92" name="Line 104"/>
          <p:cNvSpPr/>
          <p:nvPr/>
        </p:nvSpPr>
        <p:spPr>
          <a:xfrm>
            <a:off x="5181600" y="5257800"/>
            <a:ext cx="3276600" cy="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30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3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3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38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8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78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38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3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31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 build="p"/>
      <p:bldP spid="12300" grpId="0" advAuto="1000" build="p"/>
      <p:bldP spid="12301" grpId="0" build="p"/>
      <p:bldP spid="12312" grpId="0" advAuto="1000" build="p"/>
      <p:bldP spid="12313" grpId="0" build="p"/>
      <p:bldP spid="2" grpId="0" advAuto="1000" build="p"/>
      <p:bldP spid="3" grpId="0" build="p"/>
      <p:bldP spid="12372" grpId="0" build="p"/>
      <p:bldP spid="12378" grpId="0" build="p"/>
      <p:bldP spid="12379" grpId="0" build="p"/>
      <p:bldP spid="12380" grpId="0" build="p"/>
      <p:bldP spid="12381" grpId="0" build="p"/>
      <p:bldP spid="123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636713" y="2630488"/>
            <a:ext cx="3367088" cy="7985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2444750" cy="757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1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验证函数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19459" name="Text Box 3"/>
          <p:cNvSpPr txBox="1"/>
          <p:nvPr/>
        </p:nvSpPr>
        <p:spPr>
          <a:xfrm>
            <a:off x="304800" y="1004888"/>
            <a:ext cx="2286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是微分方程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987675" y="476250"/>
          <a:ext cx="359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3095625" imgH="363855" progId="Equation.3">
                  <p:embed/>
                </p:oleObj>
              </mc:Choice>
              <mc:Fallback>
                <p:oleObj name="" r:id="rId1" imgW="3095625" imgH="36385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476250"/>
                        <a:ext cx="3594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286000" y="798513"/>
          <a:ext cx="6365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561975" imgH="892175" progId="Equation.3">
                  <p:embed/>
                </p:oleObj>
              </mc:Choice>
              <mc:Fallback>
                <p:oleObj name="" r:id="rId3" imgW="561975" imgH="89217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798513"/>
                        <a:ext cx="636588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/>
          <p:nvPr/>
        </p:nvSpPr>
        <p:spPr>
          <a:xfrm>
            <a:off x="4343400" y="99060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482600" y="1911350"/>
          <a:ext cx="1587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355090" imgH="473710" progId="Equation.3">
                  <p:embed/>
                </p:oleObj>
              </mc:Choice>
              <mc:Fallback>
                <p:oleObj name="" r:id="rId5" imgW="1355090" imgH="47371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2600" y="1911350"/>
                        <a:ext cx="1587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2141538" y="1789113"/>
          <a:ext cx="174466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1575435" imgH="782320" progId="Equation.3">
                  <p:embed/>
                </p:oleObj>
              </mc:Choice>
              <mc:Fallback>
                <p:oleObj name="" r:id="rId7" imgW="1575435" imgH="78232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41538" y="1789113"/>
                        <a:ext cx="1744662" cy="87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9"/>
          <p:cNvSpPr txBox="1"/>
          <p:nvPr/>
        </p:nvSpPr>
        <p:spPr>
          <a:xfrm>
            <a:off x="3886200" y="1843088"/>
            <a:ext cx="4876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的特解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 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4" name="Text Box 10"/>
          <p:cNvSpPr txBox="1"/>
          <p:nvPr/>
        </p:nvSpPr>
        <p:spPr>
          <a:xfrm>
            <a:off x="569913" y="26670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77" name="Object 13"/>
          <p:cNvGraphicFramePr>
            <a:graphicFrameLocks noChangeAspect="1"/>
          </p:cNvGraphicFramePr>
          <p:nvPr/>
        </p:nvGraphicFramePr>
        <p:xfrm>
          <a:off x="914400" y="3306763"/>
          <a:ext cx="6096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506730" imgH="892175" progId="Equation.3">
                  <p:embed/>
                </p:oleObj>
              </mc:Choice>
              <mc:Fallback>
                <p:oleObj name="" r:id="rId9" imgW="506730" imgH="89217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3306763"/>
                        <a:ext cx="6096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/>
          <p:cNvGraphicFramePr>
            <a:graphicFrameLocks noChangeAspect="1"/>
          </p:cNvGraphicFramePr>
          <p:nvPr/>
        </p:nvGraphicFramePr>
        <p:xfrm>
          <a:off x="3597275" y="3479800"/>
          <a:ext cx="15668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1" imgW="661035" imgH="187325" progId="Equation.DSMT4">
                  <p:embed/>
                </p:oleObj>
              </mc:Choice>
              <mc:Fallback>
                <p:oleObj name="" r:id="rId11" imgW="661035" imgH="187325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97275" y="3479800"/>
                        <a:ext cx="1566863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5199063" y="3563938"/>
          <a:ext cx="38163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3" imgW="1454150" imgH="187325" progId="Equation.DSMT4">
                  <p:embed/>
                </p:oleObj>
              </mc:Choice>
              <mc:Fallback>
                <p:oleObj name="" r:id="rId13" imgW="1454150" imgH="18732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99063" y="3563938"/>
                        <a:ext cx="38163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6"/>
          <p:cNvGraphicFramePr>
            <a:graphicFrameLocks noChangeAspect="1"/>
          </p:cNvGraphicFramePr>
          <p:nvPr/>
        </p:nvGraphicFramePr>
        <p:xfrm>
          <a:off x="482600" y="4230688"/>
          <a:ext cx="11636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925195" imgH="352425" progId="Equation.DSMT4">
                  <p:embed/>
                </p:oleObj>
              </mc:Choice>
              <mc:Fallback>
                <p:oleObj name="" r:id="rId15" imgW="925195" imgH="352425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2600" y="4230688"/>
                        <a:ext cx="1163638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Text Box 17"/>
          <p:cNvSpPr txBox="1"/>
          <p:nvPr/>
        </p:nvSpPr>
        <p:spPr>
          <a:xfrm>
            <a:off x="1752600" y="4141788"/>
            <a:ext cx="14446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这说明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82" name="Object 18"/>
          <p:cNvGraphicFramePr>
            <a:graphicFrameLocks noChangeAspect="1"/>
          </p:cNvGraphicFramePr>
          <p:nvPr/>
        </p:nvGraphicFramePr>
        <p:xfrm>
          <a:off x="2987675" y="4141788"/>
          <a:ext cx="347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7" imgW="2996565" imgH="363855" progId="Equation.3">
                  <p:embed/>
                </p:oleObj>
              </mc:Choice>
              <mc:Fallback>
                <p:oleObj name="" r:id="rId17" imgW="2996565" imgH="36385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4141788"/>
                        <a:ext cx="3479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Text Box 19"/>
          <p:cNvSpPr txBox="1"/>
          <p:nvPr/>
        </p:nvSpPr>
        <p:spPr>
          <a:xfrm>
            <a:off x="6445250" y="4103688"/>
            <a:ext cx="2514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是方程的解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84" name="Text Box 20"/>
          <p:cNvSpPr txBox="1"/>
          <p:nvPr/>
        </p:nvSpPr>
        <p:spPr>
          <a:xfrm>
            <a:off x="1744663" y="4746625"/>
            <a:ext cx="39862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是两个独立的任意常数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85" name="Object 21"/>
          <p:cNvGraphicFramePr>
            <a:graphicFrameLocks noChangeAspect="1"/>
          </p:cNvGraphicFramePr>
          <p:nvPr/>
        </p:nvGraphicFramePr>
        <p:xfrm>
          <a:off x="744538" y="4786313"/>
          <a:ext cx="9493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9" imgW="804545" imgH="363855" progId="Equation.3">
                  <p:embed/>
                </p:oleObj>
              </mc:Choice>
              <mc:Fallback>
                <p:oleObj name="" r:id="rId19" imgW="804545" imgH="363855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4538" y="4786313"/>
                        <a:ext cx="949325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23"/>
          <p:cNvGraphicFramePr>
            <a:graphicFrameLocks noChangeAspect="1"/>
          </p:cNvGraphicFramePr>
          <p:nvPr/>
        </p:nvGraphicFramePr>
        <p:xfrm>
          <a:off x="6565900" y="444500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1" imgW="1950085" imgH="385445" progId="Equation.3">
                  <p:embed/>
                </p:oleObj>
              </mc:Choice>
              <mc:Fallback>
                <p:oleObj name="" r:id="rId21" imgW="1950085" imgH="38544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65900" y="444500"/>
                        <a:ext cx="2273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8" name="Object 34"/>
          <p:cNvGraphicFramePr>
            <a:graphicFrameLocks noChangeAspect="1"/>
          </p:cNvGraphicFramePr>
          <p:nvPr/>
        </p:nvGraphicFramePr>
        <p:xfrm>
          <a:off x="1636713" y="3479800"/>
          <a:ext cx="1935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3" imgW="760095" imgH="187325" progId="Equation.DSMT4">
                  <p:embed/>
                </p:oleObj>
              </mc:Choice>
              <mc:Fallback>
                <p:oleObj name="" r:id="rId23" imgW="760095" imgH="187325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36713" y="3479800"/>
                        <a:ext cx="193516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Object 35"/>
          <p:cNvGraphicFramePr>
            <a:graphicFrameLocks noChangeAspect="1"/>
          </p:cNvGraphicFramePr>
          <p:nvPr/>
        </p:nvGraphicFramePr>
        <p:xfrm>
          <a:off x="2971800" y="1016000"/>
          <a:ext cx="140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25" imgW="1200785" imgH="352425" progId="Equation.3">
                  <p:embed/>
                </p:oleObj>
              </mc:Choice>
              <mc:Fallback>
                <p:oleObj name="" r:id="rId25" imgW="1200785" imgH="352425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1800" y="1016000"/>
                        <a:ext cx="1409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6" name="Text Box 42"/>
          <p:cNvSpPr txBox="1"/>
          <p:nvPr/>
        </p:nvSpPr>
        <p:spPr>
          <a:xfrm>
            <a:off x="611188" y="5368925"/>
            <a:ext cx="34210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利用初始条件易得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307" name="Object 43"/>
          <p:cNvGraphicFramePr>
            <a:graphicFrameLocks noChangeAspect="1"/>
          </p:cNvGraphicFramePr>
          <p:nvPr/>
        </p:nvGraphicFramePr>
        <p:xfrm>
          <a:off x="3810000" y="5368925"/>
          <a:ext cx="114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27" imgW="969645" imgH="363855" progId="Equation.3">
                  <p:embed/>
                </p:oleObj>
              </mc:Choice>
              <mc:Fallback>
                <p:oleObj name="" r:id="rId27" imgW="969645" imgH="36385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5368925"/>
                        <a:ext cx="1143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Text Box 44"/>
          <p:cNvSpPr txBox="1"/>
          <p:nvPr/>
        </p:nvSpPr>
        <p:spPr>
          <a:xfrm>
            <a:off x="6172200" y="5368925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故所求特解为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309" name="Object 45"/>
          <p:cNvGraphicFramePr>
            <a:graphicFrameLocks noChangeAspect="1"/>
          </p:cNvGraphicFramePr>
          <p:nvPr/>
        </p:nvGraphicFramePr>
        <p:xfrm>
          <a:off x="2855913" y="6056313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29" imgW="1509395" imgH="330200" progId="Equation.3">
                  <p:embed/>
                </p:oleObj>
              </mc:Choice>
              <mc:Fallback>
                <p:oleObj name="" r:id="rId29" imgW="1509395" imgH="330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55913" y="6056313"/>
                        <a:ext cx="1765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0" name="Object 46"/>
          <p:cNvGraphicFramePr>
            <a:graphicFrameLocks noChangeAspect="1"/>
          </p:cNvGraphicFramePr>
          <p:nvPr/>
        </p:nvGraphicFramePr>
        <p:xfrm>
          <a:off x="5072063" y="5405438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1" imgW="980440" imgH="363855" progId="Equation.3">
                  <p:embed/>
                </p:oleObj>
              </mc:Choice>
              <mc:Fallback>
                <p:oleObj name="" r:id="rId31" imgW="980440" imgH="36385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2063" y="5405438"/>
                        <a:ext cx="1155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1" name="Text Box 47"/>
          <p:cNvSpPr txBox="1"/>
          <p:nvPr/>
        </p:nvSpPr>
        <p:spPr>
          <a:xfrm>
            <a:off x="5645150" y="4708525"/>
            <a:ext cx="3117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故它是方程的通解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312" name="Text Box 48"/>
          <p:cNvSpPr txBox="1"/>
          <p:nvPr/>
        </p:nvSpPr>
        <p:spPr>
          <a:xfrm>
            <a:off x="5334000" y="981075"/>
            <a:ext cx="3117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并求满足初始条件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89138" y="2630488"/>
          <a:ext cx="28829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3" imgW="1676400" imgH="393700" progId="Equation.KSEE3">
                  <p:embed/>
                </p:oleObj>
              </mc:Choice>
              <mc:Fallback>
                <p:oleObj name="" r:id="rId33" imgW="1676400" imgH="3937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989138" y="2630488"/>
                        <a:ext cx="2882900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1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28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31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3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130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/>
      <p:bldP spid="11274" grpId="0"/>
      <p:bldP spid="11281" grpId="0"/>
      <p:bldP spid="11283" grpId="0"/>
      <p:bldP spid="11284" grpId="0" advAuto="1000" build="p"/>
      <p:bldP spid="11306" grpId="0" build="p"/>
      <p:bldP spid="11308" grpId="0" build="p"/>
      <p:bldP spid="11311" grpId="0" build="p"/>
      <p:bldP spid="11312" grpId="0" build="p"/>
      <p:bldP spid="3" grpId="0" animBg="1"/>
      <p:bldP spid="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6" name="Text Box 4"/>
          <p:cNvSpPr txBox="1"/>
          <p:nvPr/>
        </p:nvSpPr>
        <p:spPr>
          <a:xfrm>
            <a:off x="250825" y="333375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、设</a:t>
            </a:r>
            <a:r>
              <a:rPr lang="en-US" altLang="zh-CN" sz="2800" b="1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是任意常数，求以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0837" name="Object 5"/>
          <p:cNvGraphicFramePr>
            <a:graphicFrameLocks noChangeAspect="1"/>
          </p:cNvGraphicFramePr>
          <p:nvPr/>
        </p:nvGraphicFramePr>
        <p:xfrm>
          <a:off x="4787900" y="188913"/>
          <a:ext cx="13795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617220" imgH="319405" progId="Equation.3">
                  <p:embed/>
                </p:oleObj>
              </mc:Choice>
              <mc:Fallback>
                <p:oleObj name="" r:id="rId1" imgW="617220" imgH="31940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188913"/>
                        <a:ext cx="1379538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8" name="Text Box 6"/>
          <p:cNvSpPr txBox="1"/>
          <p:nvPr/>
        </p:nvSpPr>
        <p:spPr>
          <a:xfrm>
            <a:off x="6227763" y="333375"/>
            <a:ext cx="25923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为通解的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39" name="Text Box 7"/>
          <p:cNvSpPr txBox="1"/>
          <p:nvPr/>
        </p:nvSpPr>
        <p:spPr>
          <a:xfrm>
            <a:off x="971550" y="1052513"/>
            <a:ext cx="33131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一阶微分方程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40" name="Text Box 8"/>
          <p:cNvSpPr txBox="1"/>
          <p:nvPr/>
        </p:nvSpPr>
        <p:spPr>
          <a:xfrm>
            <a:off x="539750" y="191611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解：由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0841" name="Object 9"/>
          <p:cNvGraphicFramePr>
            <a:graphicFrameLocks noChangeAspect="1"/>
          </p:cNvGraphicFramePr>
          <p:nvPr/>
        </p:nvGraphicFramePr>
        <p:xfrm>
          <a:off x="1835150" y="1773238"/>
          <a:ext cx="13795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617220" imgH="319405" progId="Equation.3">
                  <p:embed/>
                </p:oleObj>
              </mc:Choice>
              <mc:Fallback>
                <p:oleObj name="" r:id="rId3" imgW="617220" imgH="31940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1773238"/>
                        <a:ext cx="1379538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2" name="Text Box 10"/>
          <p:cNvSpPr txBox="1"/>
          <p:nvPr/>
        </p:nvSpPr>
        <p:spPr>
          <a:xfrm>
            <a:off x="3492500" y="1916113"/>
            <a:ext cx="11509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ahoma" panose="020B0604030504040204" pitchFamily="34" charset="0"/>
                <a:ea typeface="宋体" panose="02010600030101010101" pitchFamily="2" charset="-122"/>
              </a:rPr>
              <a:t>得</a:t>
            </a: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0843" name="Object 11"/>
          <p:cNvGraphicFramePr>
            <a:graphicFrameLocks noChangeAspect="1"/>
          </p:cNvGraphicFramePr>
          <p:nvPr/>
        </p:nvGraphicFramePr>
        <p:xfrm>
          <a:off x="4211638" y="1916113"/>
          <a:ext cx="19446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727075" imgH="176530" progId="Equation.3">
                  <p:embed/>
                </p:oleObj>
              </mc:Choice>
              <mc:Fallback>
                <p:oleObj name="" r:id="rId5" imgW="727075" imgH="17653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1916113"/>
                        <a:ext cx="1944687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4" name="Text Box 12"/>
          <p:cNvSpPr txBox="1"/>
          <p:nvPr/>
        </p:nvSpPr>
        <p:spPr>
          <a:xfrm>
            <a:off x="1187450" y="2636838"/>
            <a:ext cx="41052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两边关于</a:t>
            </a:r>
            <a:r>
              <a:rPr lang="en-US" altLang="zh-CN" sz="2800" b="1" dirty="0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求导得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0845" name="Object 13"/>
          <p:cNvGraphicFramePr>
            <a:graphicFrameLocks noChangeAspect="1"/>
          </p:cNvGraphicFramePr>
          <p:nvPr/>
        </p:nvGraphicFramePr>
        <p:xfrm>
          <a:off x="1979613" y="3284538"/>
          <a:ext cx="3529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7" imgW="1178560" imgH="176530" progId="Equation.3">
                  <p:embed/>
                </p:oleObj>
              </mc:Choice>
              <mc:Fallback>
                <p:oleObj name="" r:id="rId7" imgW="1178560" imgH="17653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3284538"/>
                        <a:ext cx="352901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6" name="Object 14"/>
          <p:cNvGraphicFramePr>
            <a:graphicFrameLocks noChangeAspect="1"/>
          </p:cNvGraphicFramePr>
          <p:nvPr/>
        </p:nvGraphicFramePr>
        <p:xfrm>
          <a:off x="1116013" y="3789363"/>
          <a:ext cx="45640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9" imgW="1751965" imgH="341630" progId="Equation.3">
                  <p:embed/>
                </p:oleObj>
              </mc:Choice>
              <mc:Fallback>
                <p:oleObj name="" r:id="rId9" imgW="1751965" imgH="34163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789363"/>
                        <a:ext cx="4564062" cy="931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7" name="Object 15"/>
          <p:cNvGraphicFramePr>
            <a:graphicFrameLocks noChangeAspect="1"/>
          </p:cNvGraphicFramePr>
          <p:nvPr/>
        </p:nvGraphicFramePr>
        <p:xfrm>
          <a:off x="2124075" y="4797425"/>
          <a:ext cx="29781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1" imgW="991235" imgH="176530" progId="Equation.3">
                  <p:embed/>
                </p:oleObj>
              </mc:Choice>
              <mc:Fallback>
                <p:oleObj name="" r:id="rId11" imgW="991235" imgH="17653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4797425"/>
                        <a:ext cx="29781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8" name="Text Box 16"/>
          <p:cNvSpPr txBox="1"/>
          <p:nvPr/>
        </p:nvSpPr>
        <p:spPr>
          <a:xfrm>
            <a:off x="1116013" y="5589588"/>
            <a:ext cx="48244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即为所求的一阶方程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4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084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8" grpId="0"/>
      <p:bldP spid="120842" grpId="0"/>
      <p:bldP spid="1208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1416050" y="357188"/>
            <a:ext cx="2165350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第二节</a:t>
            </a:r>
            <a:endParaRPr kumimoji="0" lang="zh-CN" altLang="en-US" sz="4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1506" name="Text Box 5"/>
          <p:cNvSpPr txBox="1"/>
          <p:nvPr/>
        </p:nvSpPr>
        <p:spPr>
          <a:xfrm>
            <a:off x="3708400" y="549275"/>
            <a:ext cx="3381375" cy="8239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48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初等积分法 </a:t>
            </a:r>
            <a:endParaRPr lang="zh-CN" altLang="en-US" sz="4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2715" name="Text Box 11"/>
          <p:cNvSpPr txBox="1"/>
          <p:nvPr/>
        </p:nvSpPr>
        <p:spPr>
          <a:xfrm>
            <a:off x="611188" y="1700213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对方程进行适当的变换，然后进行积分，这种应用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716" name="Text Box 12"/>
          <p:cNvSpPr txBox="1"/>
          <p:nvPr/>
        </p:nvSpPr>
        <p:spPr>
          <a:xfrm>
            <a:off x="684213" y="2349500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积分解微分方程的方法称为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初等积分法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717" name="Rectangle 13"/>
          <p:cNvSpPr/>
          <p:nvPr/>
        </p:nvSpPr>
        <p:spPr>
          <a:xfrm>
            <a:off x="539750" y="3068638"/>
            <a:ext cx="4095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一、可分离变量微分方程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718" name="Text Box 14"/>
          <p:cNvSpPr txBox="1"/>
          <p:nvPr/>
        </p:nvSpPr>
        <p:spPr>
          <a:xfrm>
            <a:off x="468313" y="3789363"/>
            <a:ext cx="46085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一阶微分方程一般表达式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4211638" y="3789363"/>
          <a:ext cx="25479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760095" imgH="154305" progId="Equation.DSMT4">
                  <p:embed/>
                </p:oleObj>
              </mc:Choice>
              <mc:Fallback>
                <p:oleObj name="" r:id="rId1" imgW="760095" imgH="154305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3789363"/>
                        <a:ext cx="2547937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Text Box 17"/>
          <p:cNvSpPr txBox="1"/>
          <p:nvPr/>
        </p:nvSpPr>
        <p:spPr>
          <a:xfrm>
            <a:off x="684213" y="4508500"/>
            <a:ext cx="23749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若方程可解出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722" name="Object 18"/>
          <p:cNvGraphicFramePr>
            <a:graphicFrameLocks noChangeAspect="1"/>
          </p:cNvGraphicFramePr>
          <p:nvPr/>
        </p:nvGraphicFramePr>
        <p:xfrm>
          <a:off x="2843213" y="4581525"/>
          <a:ext cx="36718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1365885" imgH="165100" progId="Equation.3">
                  <p:embed/>
                </p:oleObj>
              </mc:Choice>
              <mc:Fallback>
                <p:oleObj name="" r:id="rId3" imgW="1365885" imgH="165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4581525"/>
                        <a:ext cx="36718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3" name="Text Box 19"/>
          <p:cNvSpPr txBox="1"/>
          <p:nvPr/>
        </p:nvSpPr>
        <p:spPr>
          <a:xfrm>
            <a:off x="971550" y="5373688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则称方程（*）为可分离变量方程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8" grpId="0"/>
      <p:bldP spid="727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0"/>
            <a:ext cx="7543800" cy="1431925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分离变量方程的解法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: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2771775" y="1484313"/>
          <a:ext cx="25209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002665" imgH="341630" progId="Equation.3">
                  <p:embed/>
                </p:oleObj>
              </mc:Choice>
              <mc:Fallback>
                <p:oleObj name="" r:id="rId1" imgW="1002665" imgH="34163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1775" y="1484313"/>
                        <a:ext cx="2520950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Text Box 6"/>
          <p:cNvSpPr txBox="1"/>
          <p:nvPr/>
        </p:nvSpPr>
        <p:spPr>
          <a:xfrm>
            <a:off x="304800" y="2530475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5783" name="Object 7"/>
          <p:cNvGraphicFramePr>
            <a:graphicFrameLocks noChangeAspect="1"/>
          </p:cNvGraphicFramePr>
          <p:nvPr/>
        </p:nvGraphicFramePr>
        <p:xfrm>
          <a:off x="2987675" y="2420938"/>
          <a:ext cx="1279525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638810" imgH="341630" progId="Equation.3">
                  <p:embed/>
                </p:oleObj>
              </mc:Choice>
              <mc:Fallback>
                <p:oleObj name="" r:id="rId3" imgW="638810" imgH="34163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2420938"/>
                        <a:ext cx="1279525" cy="70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4343400" y="2514600"/>
          <a:ext cx="1651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410335" imgH="473710" progId="Equation.3">
                  <p:embed/>
                </p:oleObj>
              </mc:Choice>
              <mc:Fallback>
                <p:oleObj name="" r:id="rId5" imgW="1410335" imgH="47371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2514600"/>
                        <a:ext cx="1651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Text Box 9"/>
          <p:cNvSpPr txBox="1"/>
          <p:nvPr/>
        </p:nvSpPr>
        <p:spPr>
          <a:xfrm>
            <a:off x="5580063" y="1700213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①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3009900" y="3694113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2125980" imgH="330200" progId="Equation.3">
                  <p:embed/>
                </p:oleObj>
              </mc:Choice>
              <mc:Fallback>
                <p:oleObj name="" r:id="rId7" imgW="2125980" imgH="330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9900" y="3694113"/>
                        <a:ext cx="24765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AutoShape 12"/>
          <p:cNvSpPr/>
          <p:nvPr/>
        </p:nvSpPr>
        <p:spPr>
          <a:xfrm rot="5390284">
            <a:off x="3527425" y="2489200"/>
            <a:ext cx="180975" cy="1295400"/>
          </a:xfrm>
          <a:prstGeom prst="rightBrace">
            <a:avLst>
              <a:gd name="adj1" fmla="val 59582"/>
              <a:gd name="adj2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9" name="AutoShape 13"/>
          <p:cNvSpPr/>
          <p:nvPr/>
        </p:nvSpPr>
        <p:spPr>
          <a:xfrm rot="5390284">
            <a:off x="5203825" y="2489200"/>
            <a:ext cx="180975" cy="1295400"/>
          </a:xfrm>
          <a:prstGeom prst="rightBrace">
            <a:avLst>
              <a:gd name="adj1" fmla="val 59582"/>
              <a:gd name="adj2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/>
        </p:nvGraphicFramePr>
        <p:xfrm>
          <a:off x="3340100" y="3278188"/>
          <a:ext cx="6191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650240" imgH="330200" progId="Equation.3">
                  <p:embed/>
                </p:oleObj>
              </mc:Choice>
              <mc:Fallback>
                <p:oleObj name="" r:id="rId9" imgW="650240" imgH="330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0100" y="3278188"/>
                        <a:ext cx="619125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/>
        </p:nvGraphicFramePr>
        <p:xfrm>
          <a:off x="4953000" y="3278188"/>
          <a:ext cx="6096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638810" imgH="330200" progId="Equation.3">
                  <p:embed/>
                </p:oleObj>
              </mc:Choice>
              <mc:Fallback>
                <p:oleObj name="" r:id="rId11" imgW="638810" imgH="330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53000" y="3278188"/>
                        <a:ext cx="609600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2" name="Text Box 16"/>
          <p:cNvSpPr txBox="1"/>
          <p:nvPr/>
        </p:nvSpPr>
        <p:spPr>
          <a:xfrm>
            <a:off x="6324600" y="35814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3" name="Text Box 17"/>
          <p:cNvSpPr txBox="1"/>
          <p:nvPr/>
        </p:nvSpPr>
        <p:spPr>
          <a:xfrm>
            <a:off x="304800" y="4191000"/>
            <a:ext cx="3582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可微时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4" name="Text Box 18"/>
          <p:cNvSpPr txBox="1"/>
          <p:nvPr/>
        </p:nvSpPr>
        <p:spPr>
          <a:xfrm>
            <a:off x="304800" y="4724400"/>
            <a:ext cx="67865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说明由②确定的隐函数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是①的解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5" name="Text Box 19"/>
          <p:cNvSpPr txBox="1"/>
          <p:nvPr/>
        </p:nvSpPr>
        <p:spPr>
          <a:xfrm>
            <a:off x="304800" y="360997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6" name="Text Box 20"/>
          <p:cNvSpPr txBox="1"/>
          <p:nvPr/>
        </p:nvSpPr>
        <p:spPr>
          <a:xfrm>
            <a:off x="609600" y="5805488"/>
            <a:ext cx="5784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称②为方程①的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隐式通解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通积分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7" name="Text Box 21"/>
          <p:cNvSpPr txBox="1"/>
          <p:nvPr/>
        </p:nvSpPr>
        <p:spPr>
          <a:xfrm>
            <a:off x="6869113" y="4724400"/>
            <a:ext cx="1339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同样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8" name="Text Box 22"/>
          <p:cNvSpPr txBox="1"/>
          <p:nvPr/>
        </p:nvSpPr>
        <p:spPr>
          <a:xfrm>
            <a:off x="304800" y="5264150"/>
            <a:ext cx="21224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)≠0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99" name="Text Box 23"/>
          <p:cNvSpPr txBox="1"/>
          <p:nvPr/>
        </p:nvSpPr>
        <p:spPr>
          <a:xfrm>
            <a:off x="4211638" y="4292600"/>
            <a:ext cx="24066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上述过程可逆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800" name="Text Box 24"/>
          <p:cNvSpPr txBox="1"/>
          <p:nvPr/>
        </p:nvSpPr>
        <p:spPr>
          <a:xfrm>
            <a:off x="2371725" y="5257800"/>
            <a:ext cx="6315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由②确定的隐函数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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也是①的解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49" name="Text Box 32"/>
          <p:cNvSpPr txBox="1"/>
          <p:nvPr/>
        </p:nvSpPr>
        <p:spPr>
          <a:xfrm>
            <a:off x="539750" y="1125538"/>
            <a:ext cx="46085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800" b="1" dirty="0">
                <a:latin typeface="Tahoma" panose="020B0604030504040204" pitchFamily="34" charset="0"/>
                <a:ea typeface="宋体" panose="02010600030101010101" pitchFamily="2" charset="-122"/>
              </a:rPr>
              <a:t>x,y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分离到方程的两边得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5809" name="Object 33"/>
          <p:cNvGraphicFramePr>
            <a:graphicFrameLocks noChangeAspect="1"/>
          </p:cNvGraphicFramePr>
          <p:nvPr>
            <p:ph idx="1" hasCustomPrompt="1"/>
          </p:nvPr>
        </p:nvGraphicFramePr>
        <p:xfrm>
          <a:off x="8172450" y="4724400"/>
          <a:ext cx="6238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3" imgW="319405" imgH="154305" progId="Equation.3">
                  <p:embed/>
                </p:oleObj>
              </mc:Choice>
              <mc:Fallback>
                <p:oleObj name="" r:id="rId13" imgW="319405" imgH="15430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172450" y="4724400"/>
                        <a:ext cx="623888" cy="5048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8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579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57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7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579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794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579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579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580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579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/>
      <p:bldP spid="75785" grpId="0" advAuto="1000" build="p"/>
      <p:bldP spid="75792" grpId="0" advAuto="1000" build="p"/>
      <p:bldP spid="75793" grpId="0" build="p"/>
      <p:bldP spid="75794" grpId="0" build="p"/>
      <p:bldP spid="75795" grpId="0" build="p"/>
      <p:bldP spid="75796" grpId="0" build="p"/>
      <p:bldP spid="75797" grpId="0" build="p"/>
      <p:bldP spid="75798" grpId="0" advAuto="1000" build="p"/>
      <p:bldP spid="75799" grpId="0" build="p"/>
      <p:bldP spid="7580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3048000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1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求微分方程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3327400" y="292100"/>
          <a:ext cx="154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22070" imgH="782320" progId="Equation.3">
                  <p:embed/>
                </p:oleObj>
              </mc:Choice>
              <mc:Fallback>
                <p:oleObj name="" r:id="rId1" imgW="1322070" imgH="78232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27400" y="292100"/>
                        <a:ext cx="1549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4"/>
          <p:cNvSpPr txBox="1"/>
          <p:nvPr/>
        </p:nvSpPr>
        <p:spPr>
          <a:xfrm>
            <a:off x="4800600" y="395288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05" name="Text Box 5"/>
          <p:cNvSpPr txBox="1"/>
          <p:nvPr/>
        </p:nvSpPr>
        <p:spPr>
          <a:xfrm>
            <a:off x="685800" y="1233488"/>
            <a:ext cx="2971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3352800" y="1130300"/>
          <a:ext cx="1778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520190" imgH="782320" progId="Equation.3">
                  <p:embed/>
                </p:oleObj>
              </mc:Choice>
              <mc:Fallback>
                <p:oleObj name="" r:id="rId3" imgW="1520190" imgH="78232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52800" y="1130300"/>
                        <a:ext cx="1778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7" name="Text Box 7"/>
          <p:cNvSpPr txBox="1"/>
          <p:nvPr/>
        </p:nvSpPr>
        <p:spPr>
          <a:xfrm>
            <a:off x="609600" y="217805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2273300" y="2044700"/>
          <a:ext cx="2222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905635" imgH="782320" progId="Equation.3">
                  <p:embed/>
                </p:oleObj>
              </mc:Choice>
              <mc:Fallback>
                <p:oleObj name="" r:id="rId5" imgW="1905635" imgH="78232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3300" y="2044700"/>
                        <a:ext cx="2222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Text Box 9"/>
          <p:cNvSpPr txBox="1"/>
          <p:nvPr/>
        </p:nvSpPr>
        <p:spPr>
          <a:xfrm>
            <a:off x="609600" y="3062288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6810" name="Object 10"/>
          <p:cNvGraphicFramePr>
            <a:graphicFrameLocks noChangeAspect="1"/>
          </p:cNvGraphicFramePr>
          <p:nvPr/>
        </p:nvGraphicFramePr>
        <p:xfrm>
          <a:off x="1612900" y="3048000"/>
          <a:ext cx="2197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1884045" imgH="440690" progId="Equation.3">
                  <p:embed/>
                </p:oleObj>
              </mc:Choice>
              <mc:Fallback>
                <p:oleObj name="" r:id="rId7" imgW="1884045" imgH="44069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2900" y="3048000"/>
                        <a:ext cx="21971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1" name="Rectangle 11"/>
          <p:cNvSpPr/>
          <p:nvPr/>
        </p:nvSpPr>
        <p:spPr>
          <a:xfrm>
            <a:off x="5638800" y="3886200"/>
            <a:ext cx="3048000" cy="762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5791200" y="4038600"/>
          <a:ext cx="266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9" imgW="2291715" imgH="440690" progId="Equation.3">
                  <p:embed/>
                </p:oleObj>
              </mc:Choice>
              <mc:Fallback>
                <p:oleObj name="" r:id="rId9" imgW="2291715" imgH="44069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1200" y="4038600"/>
                        <a:ext cx="26670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3" name="Text Box 13"/>
          <p:cNvSpPr txBox="1"/>
          <p:nvPr/>
        </p:nvSpPr>
        <p:spPr>
          <a:xfrm>
            <a:off x="609600" y="3824288"/>
            <a:ext cx="6445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1771650" y="3684588"/>
          <a:ext cx="1828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1564640" imgH="495935" progId="Equation.3">
                  <p:embed/>
                </p:oleObj>
              </mc:Choice>
              <mc:Fallback>
                <p:oleObj name="" r:id="rId11" imgW="1564640" imgH="49593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71650" y="3684588"/>
                        <a:ext cx="18288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5" name="Object 15"/>
          <p:cNvGraphicFramePr>
            <a:graphicFrameLocks noChangeAspect="1"/>
          </p:cNvGraphicFramePr>
          <p:nvPr/>
        </p:nvGraphicFramePr>
        <p:xfrm>
          <a:off x="3657600" y="3671888"/>
          <a:ext cx="1549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3" imgW="1322070" imgH="495935" progId="Equation.3">
                  <p:embed/>
                </p:oleObj>
              </mc:Choice>
              <mc:Fallback>
                <p:oleObj name="" r:id="rId13" imgW="1322070" imgH="49593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3671888"/>
                        <a:ext cx="15494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6" name="Object 16"/>
          <p:cNvGraphicFramePr>
            <a:graphicFrameLocks noChangeAspect="1"/>
          </p:cNvGraphicFramePr>
          <p:nvPr/>
        </p:nvGraphicFramePr>
        <p:xfrm>
          <a:off x="1828800" y="5029200"/>
          <a:ext cx="142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5" imgW="1211580" imgH="495935" progId="Equation.3">
                  <p:embed/>
                </p:oleObj>
              </mc:Choice>
              <mc:Fallback>
                <p:oleObj name="" r:id="rId15" imgW="1211580" imgH="49593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5029200"/>
                        <a:ext cx="14224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17"/>
          <p:cNvGraphicFramePr>
            <a:graphicFrameLocks noChangeAspect="1"/>
          </p:cNvGraphicFramePr>
          <p:nvPr/>
        </p:nvGraphicFramePr>
        <p:xfrm>
          <a:off x="2286000" y="4343400"/>
          <a:ext cx="184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7" imgW="1575435" imgH="473710" progId="Equation.3">
                  <p:embed/>
                </p:oleObj>
              </mc:Choice>
              <mc:Fallback>
                <p:oleObj name="" r:id="rId17" imgW="1575435" imgH="47371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4343400"/>
                        <a:ext cx="1841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8" name="Text Box 18"/>
          <p:cNvSpPr txBox="1"/>
          <p:nvPr/>
        </p:nvSpPr>
        <p:spPr>
          <a:xfrm>
            <a:off x="4648200" y="5105400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19" name="AutoShape 19"/>
          <p:cNvSpPr/>
          <p:nvPr/>
        </p:nvSpPr>
        <p:spPr>
          <a:xfrm rot="-3591964">
            <a:off x="4627563" y="2292350"/>
            <a:ext cx="179387" cy="1995488"/>
          </a:xfrm>
          <a:prstGeom prst="downArrow">
            <a:avLst>
              <a:gd name="adj1" fmla="val 50000"/>
              <a:gd name="adj2" fmla="val 277995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20" name="AutoShape 20"/>
          <p:cNvSpPr/>
          <p:nvPr/>
        </p:nvSpPr>
        <p:spPr>
          <a:xfrm rot="4093804">
            <a:off x="4383088" y="3792538"/>
            <a:ext cx="177800" cy="2197100"/>
          </a:xfrm>
          <a:prstGeom prst="downArrow">
            <a:avLst>
              <a:gd name="adj1" fmla="val 50000"/>
              <a:gd name="adj2" fmla="val 308814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21" name="Text Box 21"/>
          <p:cNvSpPr txBox="1"/>
          <p:nvPr/>
        </p:nvSpPr>
        <p:spPr>
          <a:xfrm>
            <a:off x="4648200" y="2819400"/>
            <a:ext cx="863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573" name="Text Box 22"/>
          <p:cNvSpPr txBox="1"/>
          <p:nvPr/>
        </p:nvSpPr>
        <p:spPr>
          <a:xfrm>
            <a:off x="5943600" y="228600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endParaRPr lang="zh-CN" altLang="zh-CN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3574" name="Text Box 23"/>
          <p:cNvSpPr txBox="1"/>
          <p:nvPr/>
        </p:nvSpPr>
        <p:spPr>
          <a:xfrm>
            <a:off x="6172200" y="16764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endParaRPr lang="zh-CN" altLang="zh-CN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6824" name="Oval 24"/>
          <p:cNvSpPr/>
          <p:nvPr/>
        </p:nvSpPr>
        <p:spPr>
          <a:xfrm>
            <a:off x="3276600" y="1654175"/>
            <a:ext cx="533400" cy="4572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25" name="Rectangle 25"/>
          <p:cNvSpPr/>
          <p:nvPr/>
        </p:nvSpPr>
        <p:spPr>
          <a:xfrm>
            <a:off x="5257800" y="1219200"/>
            <a:ext cx="3505200" cy="18288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26" name="Text Box 26"/>
          <p:cNvSpPr txBox="1"/>
          <p:nvPr/>
        </p:nvSpPr>
        <p:spPr>
          <a:xfrm>
            <a:off x="5334000" y="1219200"/>
            <a:ext cx="3505200" cy="1373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在求解过程中每一步不一定是同解变形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27" name="Text Box 27"/>
          <p:cNvSpPr txBox="1"/>
          <p:nvPr/>
        </p:nvSpPr>
        <p:spPr>
          <a:xfrm>
            <a:off x="6324600" y="2157413"/>
            <a:ext cx="2438400" cy="433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因此可能增、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28" name="Text Box 28"/>
          <p:cNvSpPr txBox="1"/>
          <p:nvPr/>
        </p:nvSpPr>
        <p:spPr>
          <a:xfrm>
            <a:off x="5375275" y="2590800"/>
            <a:ext cx="2286000" cy="433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减解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29" name="Line 29"/>
          <p:cNvSpPr/>
          <p:nvPr/>
        </p:nvSpPr>
        <p:spPr>
          <a:xfrm>
            <a:off x="2209800" y="4343400"/>
            <a:ext cx="0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830" name="Text Box 30"/>
          <p:cNvSpPr txBox="1"/>
          <p:nvPr/>
        </p:nvSpPr>
        <p:spPr>
          <a:xfrm>
            <a:off x="609600" y="5729288"/>
            <a:ext cx="5943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此式含分离变量时丢失的解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68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6821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7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  <p:bldP spid="76807" grpId="0"/>
      <p:bldP spid="76809" grpId="0"/>
      <p:bldP spid="76813" grpId="0"/>
      <p:bldP spid="76818" grpId="0"/>
      <p:bldP spid="76821" grpId="0" build="p"/>
      <p:bldP spid="76826" grpId="0"/>
      <p:bldP spid="76827" grpId="0"/>
      <p:bldP spid="76828" grpId="0"/>
      <p:bldP spid="7683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0050"/>
            <a:ext cx="3260725" cy="8588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2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解初值问题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3657600" y="406400"/>
          <a:ext cx="327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2820035" imgH="418465" progId="Equation.3">
                  <p:embed/>
                </p:oleObj>
              </mc:Choice>
              <mc:Fallback>
                <p:oleObj name="" r:id="rId1" imgW="2820035" imgH="41846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406400"/>
                        <a:ext cx="3276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/>
          <p:nvPr/>
        </p:nvSpPr>
        <p:spPr>
          <a:xfrm>
            <a:off x="685800" y="1800225"/>
            <a:ext cx="2971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3454400" y="1676400"/>
          <a:ext cx="233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3" imgW="2005330" imgH="782320" progId="Equation.3">
                  <p:embed/>
                </p:oleObj>
              </mc:Choice>
              <mc:Fallback>
                <p:oleObj name="" r:id="rId3" imgW="2005330" imgH="78232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54400" y="1676400"/>
                        <a:ext cx="2336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Text Box 6"/>
          <p:cNvSpPr txBox="1"/>
          <p:nvPr/>
        </p:nvSpPr>
        <p:spPr>
          <a:xfrm>
            <a:off x="609600" y="2905125"/>
            <a:ext cx="2362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2730500" y="2743200"/>
          <a:ext cx="374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3227705" imgH="782320" progId="Equation.3">
                  <p:embed/>
                </p:oleObj>
              </mc:Choice>
              <mc:Fallback>
                <p:oleObj name="" r:id="rId5" imgW="3227705" imgH="78232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30500" y="2743200"/>
                        <a:ext cx="3746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Text Box 8"/>
          <p:cNvSpPr txBox="1"/>
          <p:nvPr/>
        </p:nvSpPr>
        <p:spPr>
          <a:xfrm>
            <a:off x="609600" y="38862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7833" name="Object 9"/>
          <p:cNvGraphicFramePr>
            <a:graphicFrameLocks noChangeAspect="1"/>
          </p:cNvGraphicFramePr>
          <p:nvPr/>
        </p:nvGraphicFramePr>
        <p:xfrm>
          <a:off x="2208213" y="3886200"/>
          <a:ext cx="2044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1751965" imgH="451485" progId="Equation.3">
                  <p:embed/>
                </p:oleObj>
              </mc:Choice>
              <mc:Fallback>
                <p:oleObj name="" r:id="rId7" imgW="1751965" imgH="45148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08213" y="3886200"/>
                        <a:ext cx="20447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Text Box 10"/>
          <p:cNvSpPr txBox="1"/>
          <p:nvPr/>
        </p:nvSpPr>
        <p:spPr>
          <a:xfrm>
            <a:off x="609600" y="45720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由初始条件得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= 1,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2819400" y="5321300"/>
          <a:ext cx="1905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1630680" imgH="451485" progId="Equation.3">
                  <p:embed/>
                </p:oleObj>
              </mc:Choice>
              <mc:Fallback>
                <p:oleObj name="" r:id="rId9" imgW="1630680" imgH="45148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5321300"/>
                        <a:ext cx="19050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6" name="Text Box 12"/>
          <p:cNvSpPr txBox="1"/>
          <p:nvPr/>
        </p:nvSpPr>
        <p:spPr>
          <a:xfrm>
            <a:off x="4572000" y="3900488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7837" name="Text Box 13"/>
          <p:cNvSpPr txBox="1"/>
          <p:nvPr/>
        </p:nvSpPr>
        <p:spPr>
          <a:xfrm>
            <a:off x="3886200" y="45720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故所求特解为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589" name="Object 14"/>
          <p:cNvGraphicFramePr>
            <a:graphicFrameLocks noChangeAspect="1"/>
          </p:cNvGraphicFramePr>
          <p:nvPr/>
        </p:nvGraphicFramePr>
        <p:xfrm>
          <a:off x="3708400" y="1068388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1" imgW="1057910" imgH="330200" progId="Equation.3">
                  <p:embed/>
                </p:oleObj>
              </mc:Choice>
              <mc:Fallback>
                <p:oleObj name="" r:id="rId11" imgW="1057910" imgH="330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1068388"/>
                        <a:ext cx="1244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AutoShape 15"/>
          <p:cNvSpPr/>
          <p:nvPr/>
        </p:nvSpPr>
        <p:spPr>
          <a:xfrm>
            <a:off x="3352800" y="58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40" name="Line 16"/>
          <p:cNvSpPr/>
          <p:nvPr/>
        </p:nvSpPr>
        <p:spPr>
          <a:xfrm>
            <a:off x="3721100" y="1524000"/>
            <a:ext cx="12319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30" grpId="0"/>
      <p:bldP spid="77832" grpId="0"/>
      <p:bldP spid="77834" grpId="0"/>
      <p:bldP spid="77836" grpId="0"/>
      <p:bldP spid="778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5029200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3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求下述微分方程的通解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: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25602" name="Object 3"/>
          <p:cNvGraphicFramePr>
            <a:graphicFrameLocks noChangeAspect="1"/>
          </p:cNvGraphicFramePr>
          <p:nvPr/>
        </p:nvGraphicFramePr>
        <p:xfrm>
          <a:off x="2517775" y="939800"/>
          <a:ext cx="288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479040" imgH="418465" progId="Equation.3">
                  <p:embed/>
                </p:oleObj>
              </mc:Choice>
              <mc:Fallback>
                <p:oleObj name="" r:id="rId1" imgW="2479040" imgH="41846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939800"/>
                        <a:ext cx="28829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Text Box 4"/>
          <p:cNvSpPr txBox="1"/>
          <p:nvPr/>
        </p:nvSpPr>
        <p:spPr>
          <a:xfrm>
            <a:off x="668338" y="1462088"/>
            <a:ext cx="1828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令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1835150" y="1555750"/>
          <a:ext cx="1866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1597660" imgH="319405" progId="Equation.3">
                  <p:embed/>
                </p:oleObj>
              </mc:Choice>
              <mc:Fallback>
                <p:oleObj name="" r:id="rId3" imgW="1597660" imgH="31940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1555750"/>
                        <a:ext cx="1866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Text Box 6"/>
          <p:cNvSpPr txBox="1"/>
          <p:nvPr/>
        </p:nvSpPr>
        <p:spPr>
          <a:xfrm>
            <a:off x="3657600" y="144780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2517775" y="2095500"/>
          <a:ext cx="1422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211580" imgH="341630" progId="Equation.3">
                  <p:embed/>
                </p:oleObj>
              </mc:Choice>
              <mc:Fallback>
                <p:oleObj name="" r:id="rId5" imgW="1211580" imgH="34163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2095500"/>
                        <a:ext cx="1422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Text Box 8"/>
          <p:cNvSpPr txBox="1"/>
          <p:nvPr/>
        </p:nvSpPr>
        <p:spPr>
          <a:xfrm>
            <a:off x="609600" y="2771775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57" name="Object 9"/>
          <p:cNvGraphicFramePr>
            <a:graphicFrameLocks noChangeAspect="1"/>
          </p:cNvGraphicFramePr>
          <p:nvPr/>
        </p:nvGraphicFramePr>
        <p:xfrm>
          <a:off x="2517775" y="2743200"/>
          <a:ext cx="198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1696720" imgH="352425" progId="Equation.3">
                  <p:embed/>
                </p:oleObj>
              </mc:Choice>
              <mc:Fallback>
                <p:oleObj name="" r:id="rId7" imgW="1696720" imgH="35242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2743200"/>
                        <a:ext cx="1981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Text Box 10"/>
          <p:cNvSpPr txBox="1"/>
          <p:nvPr/>
        </p:nvSpPr>
        <p:spPr>
          <a:xfrm>
            <a:off x="609600" y="3552825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2517775" y="3454400"/>
          <a:ext cx="2070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1773555" imgH="418465" progId="Equation.3">
                  <p:embed/>
                </p:oleObj>
              </mc:Choice>
              <mc:Fallback>
                <p:oleObj name="" r:id="rId9" imgW="1773555" imgH="418465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3454400"/>
                        <a:ext cx="2070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2916238" y="4292600"/>
          <a:ext cx="1892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1" imgW="1619250" imgH="253365" progId="Equation.3">
                  <p:embed/>
                </p:oleObj>
              </mc:Choice>
              <mc:Fallback>
                <p:oleObj name="" r:id="rId11" imgW="1619250" imgH="25336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4292600"/>
                        <a:ext cx="1892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1" name="Text Box 13"/>
          <p:cNvSpPr txBox="1"/>
          <p:nvPr/>
        </p:nvSpPr>
        <p:spPr>
          <a:xfrm>
            <a:off x="323850" y="4267200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2514600" y="5029200"/>
          <a:ext cx="309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3" imgW="2666365" imgH="330200" progId="Equation.3">
                  <p:embed/>
                </p:oleObj>
              </mc:Choice>
              <mc:Fallback>
                <p:oleObj name="" r:id="rId13" imgW="2666365" imgH="3302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5029200"/>
                        <a:ext cx="3098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3" name="Text Box 15"/>
          <p:cNvSpPr txBox="1"/>
          <p:nvPr/>
        </p:nvSpPr>
        <p:spPr>
          <a:xfrm>
            <a:off x="5791200" y="4891088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仿宋_GB2312" pitchFamily="49" charset="-122"/>
              </a:rPr>
              <a:t> C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8864" name="Text Box 16"/>
          <p:cNvSpPr txBox="1"/>
          <p:nvPr/>
        </p:nvSpPr>
        <p:spPr>
          <a:xfrm>
            <a:off x="609600" y="49672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所求通解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/>
      <p:bldP spid="78854" grpId="0"/>
      <p:bldP spid="78856" grpId="0"/>
      <p:bldP spid="78858" grpId="0"/>
      <p:bldP spid="78861" grpId="0"/>
      <p:bldP spid="78863" grpId="0"/>
      <p:bldP spid="788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82575"/>
            <a:ext cx="1066800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4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304800" y="846138"/>
            <a:ext cx="3429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子的含量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成正比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7321550" y="927100"/>
          <a:ext cx="64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539750" imgH="363855" progId="Equation.3">
                  <p:embed/>
                </p:oleObj>
              </mc:Choice>
              <mc:Fallback>
                <p:oleObj name="" r:id="rId1" imgW="539750" imgH="363855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21550" y="927100"/>
                        <a:ext cx="647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/>
          <p:cNvSpPr txBox="1"/>
          <p:nvPr/>
        </p:nvSpPr>
        <p:spPr>
          <a:xfrm>
            <a:off x="7924800" y="8382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求在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0902" name="Text Box 6"/>
          <p:cNvSpPr txBox="1"/>
          <p:nvPr/>
        </p:nvSpPr>
        <p:spPr>
          <a:xfrm>
            <a:off x="304800" y="1406525"/>
            <a:ext cx="7162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衰变过程中铀含量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随时间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的变化规律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0903" name="Text Box 7"/>
          <p:cNvSpPr txBox="1"/>
          <p:nvPr/>
        </p:nvSpPr>
        <p:spPr>
          <a:xfrm>
            <a:off x="685800" y="2405063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根据题意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04" name="Object 8"/>
          <p:cNvGraphicFramePr>
            <a:graphicFrameLocks noChangeAspect="1"/>
          </p:cNvGraphicFramePr>
          <p:nvPr/>
        </p:nvGraphicFramePr>
        <p:xfrm>
          <a:off x="3733800" y="1935163"/>
          <a:ext cx="3086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2654935" imgH="782320" progId="Equation.3">
                  <p:embed/>
                </p:oleObj>
              </mc:Choice>
              <mc:Fallback>
                <p:oleObj name="" r:id="rId3" imgW="2654935" imgH="78232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1935163"/>
                        <a:ext cx="3086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5" name="Object 9"/>
          <p:cNvGraphicFramePr>
            <a:graphicFrameLocks noChangeAspect="1"/>
          </p:cNvGraphicFramePr>
          <p:nvPr/>
        </p:nvGraphicFramePr>
        <p:xfrm>
          <a:off x="3733800" y="2849563"/>
          <a:ext cx="176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5" imgW="1509395" imgH="385445" progId="Equation.3">
                  <p:embed/>
                </p:oleObj>
              </mc:Choice>
              <mc:Fallback>
                <p:oleObj name="" r:id="rId5" imgW="1509395" imgH="385445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2849563"/>
                        <a:ext cx="1765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6" name="Text Box 10"/>
          <p:cNvSpPr txBox="1"/>
          <p:nvPr/>
        </p:nvSpPr>
        <p:spPr>
          <a:xfrm>
            <a:off x="5791200" y="2757488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初始条件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0907" name="Text Box 11"/>
          <p:cNvSpPr txBox="1"/>
          <p:nvPr/>
        </p:nvSpPr>
        <p:spPr>
          <a:xfrm>
            <a:off x="609600" y="3570288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对方程分离变量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5319713" y="3352800"/>
          <a:ext cx="609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7" imgW="506730" imgH="716280" progId="Equation.3">
                  <p:embed/>
                </p:oleObj>
              </mc:Choice>
              <mc:Fallback>
                <p:oleObj name="" r:id="rId7" imgW="506730" imgH="71628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19713" y="3352800"/>
                        <a:ext cx="609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/>
          <p:cNvGraphicFramePr>
            <a:graphicFrameLocks noChangeAspect="1"/>
          </p:cNvGraphicFramePr>
          <p:nvPr/>
        </p:nvGraphicFramePr>
        <p:xfrm>
          <a:off x="749300" y="4419600"/>
          <a:ext cx="325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9" imgW="2798445" imgH="363855" progId="Equation.3">
                  <p:embed/>
                </p:oleObj>
              </mc:Choice>
              <mc:Fallback>
                <p:oleObj name="" r:id="rId9" imgW="2798445" imgH="363855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9300" y="4419600"/>
                        <a:ext cx="32512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0" name="Text Box 14"/>
          <p:cNvSpPr txBox="1"/>
          <p:nvPr/>
        </p:nvSpPr>
        <p:spPr>
          <a:xfrm>
            <a:off x="4038600" y="434340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11" name="Object 15"/>
          <p:cNvGraphicFramePr>
            <a:graphicFrameLocks noChangeAspect="1"/>
          </p:cNvGraphicFramePr>
          <p:nvPr/>
        </p:nvGraphicFramePr>
        <p:xfrm>
          <a:off x="4565650" y="4337050"/>
          <a:ext cx="1701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1" imgW="1454150" imgH="429895" progId="Equation.3">
                  <p:embed/>
                </p:oleObj>
              </mc:Choice>
              <mc:Fallback>
                <p:oleObj name="" r:id="rId11" imgW="1454150" imgH="42989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65650" y="4337050"/>
                        <a:ext cx="17018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2" name="Text Box 16"/>
          <p:cNvSpPr txBox="1"/>
          <p:nvPr/>
        </p:nvSpPr>
        <p:spPr>
          <a:xfrm>
            <a:off x="673100" y="49530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利用初始条件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13" name="Object 17"/>
          <p:cNvGraphicFramePr>
            <a:graphicFrameLocks noChangeAspect="1"/>
          </p:cNvGraphicFramePr>
          <p:nvPr/>
        </p:nvGraphicFramePr>
        <p:xfrm>
          <a:off x="3568700" y="5038725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3" imgW="980440" imgH="363855" progId="Equation.3">
                  <p:embed/>
                </p:oleObj>
              </mc:Choice>
              <mc:Fallback>
                <p:oleObj name="" r:id="rId13" imgW="980440" imgH="36385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8700" y="5038725"/>
                        <a:ext cx="1155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4" name="Text Box 18"/>
          <p:cNvSpPr txBox="1"/>
          <p:nvPr/>
        </p:nvSpPr>
        <p:spPr>
          <a:xfrm>
            <a:off x="685800" y="55626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故所求铀的变化规律为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15" name="Object 19"/>
          <p:cNvGraphicFramePr>
            <a:graphicFrameLocks noChangeAspect="1"/>
          </p:cNvGraphicFramePr>
          <p:nvPr/>
        </p:nvGraphicFramePr>
        <p:xfrm>
          <a:off x="4419600" y="5581650"/>
          <a:ext cx="2146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5" imgW="1839595" imgH="440690" progId="Equation.3">
                  <p:embed/>
                </p:oleObj>
              </mc:Choice>
              <mc:Fallback>
                <p:oleObj name="" r:id="rId15" imgW="1839595" imgH="44069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19600" y="5581650"/>
                        <a:ext cx="21463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16" name="Group 20"/>
          <p:cNvGrpSpPr/>
          <p:nvPr/>
        </p:nvGrpSpPr>
        <p:grpSpPr>
          <a:xfrm>
            <a:off x="6629400" y="4310063"/>
            <a:ext cx="2327275" cy="2014537"/>
            <a:chOff x="4080" y="2448"/>
            <a:chExt cx="1466" cy="1269"/>
          </a:xfrm>
        </p:grpSpPr>
        <p:sp>
          <p:nvSpPr>
            <p:cNvPr id="26644" name="Line 21"/>
            <p:cNvSpPr/>
            <p:nvPr/>
          </p:nvSpPr>
          <p:spPr>
            <a:xfrm>
              <a:off x="4416" y="3456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45" name="Line 22"/>
            <p:cNvSpPr/>
            <p:nvPr/>
          </p:nvSpPr>
          <p:spPr>
            <a:xfrm flipV="1">
              <a:off x="4416" y="2544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26646" name="Object 23"/>
            <p:cNvGraphicFramePr>
              <a:graphicFrameLocks noChangeAspect="1"/>
            </p:cNvGraphicFramePr>
            <p:nvPr/>
          </p:nvGraphicFramePr>
          <p:xfrm>
            <a:off x="4464" y="2448"/>
            <a:ext cx="28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7" imgW="154305" imgH="121285" progId="Equation.3">
                    <p:embed/>
                  </p:oleObj>
                </mc:Choice>
                <mc:Fallback>
                  <p:oleObj name="" r:id="rId17" imgW="154305" imgH="121285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4" y="2448"/>
                          <a:ext cx="283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7" name="Object 24"/>
            <p:cNvGraphicFramePr>
              <a:graphicFrameLocks noChangeAspect="1"/>
            </p:cNvGraphicFramePr>
            <p:nvPr/>
          </p:nvGraphicFramePr>
          <p:xfrm>
            <a:off x="4080" y="2736"/>
            <a:ext cx="33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9" imgW="187325" imgH="176530" progId="Equation.3">
                    <p:embed/>
                  </p:oleObj>
                </mc:Choice>
                <mc:Fallback>
                  <p:oleObj name="" r:id="rId19" imgW="187325" imgH="17653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80" y="2736"/>
                          <a:ext cx="336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Object 25"/>
            <p:cNvGraphicFramePr>
              <a:graphicFrameLocks noChangeAspect="1"/>
            </p:cNvGraphicFramePr>
            <p:nvPr/>
          </p:nvGraphicFramePr>
          <p:xfrm>
            <a:off x="5424" y="3504"/>
            <a:ext cx="122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21" imgW="55245" imgH="109855" progId="Equation.3">
                    <p:embed/>
                  </p:oleObj>
                </mc:Choice>
                <mc:Fallback>
                  <p:oleObj name="" r:id="rId21" imgW="55245" imgH="10985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24" y="3504"/>
                          <a:ext cx="122" cy="2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9" name="Object 26"/>
            <p:cNvGraphicFramePr>
              <a:graphicFrameLocks noChangeAspect="1"/>
            </p:cNvGraphicFramePr>
            <p:nvPr/>
          </p:nvGraphicFramePr>
          <p:xfrm>
            <a:off x="4416" y="3456"/>
            <a:ext cx="17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23" imgW="88265" imgH="99060" progId="Equation.3">
                    <p:embed/>
                  </p:oleObj>
                </mc:Choice>
                <mc:Fallback>
                  <p:oleObj name="" r:id="rId23" imgW="88265" imgH="9906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16" y="3456"/>
                          <a:ext cx="176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0" name="Freeform 27"/>
            <p:cNvSpPr/>
            <p:nvPr/>
          </p:nvSpPr>
          <p:spPr>
            <a:xfrm>
              <a:off x="4416" y="2832"/>
              <a:ext cx="912" cy="5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384"/>
                </a:cxn>
                <a:cxn ang="0">
                  <a:pos x="912" y="576"/>
                </a:cxn>
              </a:cxnLst>
              <a:pathLst>
                <a:path w="912" h="576">
                  <a:moveTo>
                    <a:pt x="0" y="0"/>
                  </a:moveTo>
                  <a:cubicBezTo>
                    <a:pt x="68" y="144"/>
                    <a:pt x="136" y="288"/>
                    <a:pt x="288" y="384"/>
                  </a:cubicBezTo>
                  <a:cubicBezTo>
                    <a:pt x="440" y="480"/>
                    <a:pt x="676" y="528"/>
                    <a:pt x="912" y="576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0924" name="Object 28"/>
          <p:cNvGraphicFramePr>
            <a:graphicFrameLocks noChangeAspect="1"/>
          </p:cNvGraphicFramePr>
          <p:nvPr/>
        </p:nvGraphicFramePr>
        <p:xfrm>
          <a:off x="5105400" y="3505200"/>
          <a:ext cx="40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25" imgW="330200" imgH="484505" progId="Equation.3">
                  <p:embed/>
                </p:oleObj>
              </mc:Choice>
              <mc:Fallback>
                <p:oleObj name="" r:id="rId25" imgW="330200" imgH="484505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05400" y="3505200"/>
                        <a:ext cx="4064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5" name="Text Box 29"/>
          <p:cNvSpPr txBox="1"/>
          <p:nvPr/>
        </p:nvSpPr>
        <p:spPr>
          <a:xfrm>
            <a:off x="3306763" y="3570288"/>
            <a:ext cx="1905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然后积分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26" name="Object 30"/>
          <p:cNvGraphicFramePr>
            <a:graphicFrameLocks noChangeAspect="1"/>
          </p:cNvGraphicFramePr>
          <p:nvPr/>
        </p:nvGraphicFramePr>
        <p:xfrm>
          <a:off x="5973763" y="3611563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27" imgW="1421130" imgH="330200" progId="Equation.3">
                  <p:embed/>
                </p:oleObj>
              </mc:Choice>
              <mc:Fallback>
                <p:oleObj name="" r:id="rId27" imgW="1421130" imgH="3302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73763" y="3611563"/>
                        <a:ext cx="1663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7" name="Object 31"/>
          <p:cNvGraphicFramePr>
            <a:graphicFrameLocks noChangeAspect="1"/>
          </p:cNvGraphicFramePr>
          <p:nvPr/>
        </p:nvGraphicFramePr>
        <p:xfrm>
          <a:off x="6299200" y="3505200"/>
          <a:ext cx="40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9" imgW="330200" imgH="484505" progId="Equation.3">
                  <p:embed/>
                </p:oleObj>
              </mc:Choice>
              <mc:Fallback>
                <p:oleObj name="" r:id="rId29" imgW="330200" imgH="484505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99200" y="3505200"/>
                        <a:ext cx="4064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8" name="Text Box 32"/>
          <p:cNvSpPr txBox="1"/>
          <p:nvPr/>
        </p:nvSpPr>
        <p:spPr>
          <a:xfrm>
            <a:off x="3505200" y="858838"/>
            <a:ext cx="3962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= 0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时铀的含量为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56" name="Rectangle 33"/>
          <p:cNvSpPr/>
          <p:nvPr/>
        </p:nvSpPr>
        <p:spPr>
          <a:xfrm>
            <a:off x="1219200" y="223838"/>
            <a:ext cx="76962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已知放射性元素铀的衰变速度与当时未衰变原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0930" name="AutoShape 34"/>
          <p:cNvSpPr/>
          <p:nvPr/>
        </p:nvSpPr>
        <p:spPr>
          <a:xfrm>
            <a:off x="3429000" y="2133600"/>
            <a:ext cx="193675" cy="1066800"/>
          </a:xfrm>
          <a:prstGeom prst="leftBrace">
            <a:avLst>
              <a:gd name="adj1" fmla="val 458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01" grpId="0"/>
      <p:bldP spid="80902" grpId="0"/>
      <p:bldP spid="80903" grpId="0"/>
      <p:bldP spid="80906" grpId="0"/>
      <p:bldP spid="80907" grpId="0"/>
      <p:bldP spid="80910" grpId="0"/>
      <p:bldP spid="80912" grpId="0"/>
      <p:bldP spid="80914" grpId="0"/>
      <p:bldP spid="80925" grpId="0"/>
      <p:bldP spid="809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3" name="Text Box 3"/>
          <p:cNvSpPr txBox="1"/>
          <p:nvPr/>
        </p:nvSpPr>
        <p:spPr>
          <a:xfrm>
            <a:off x="323850" y="1628775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形如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1331913" y="1341438"/>
          <a:ext cx="154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" imgW="1322070" imgH="782320" progId="Equation.3">
                  <p:embed/>
                </p:oleObj>
              </mc:Choice>
              <mc:Fallback>
                <p:oleObj name="" r:id="rId1" imgW="1322070" imgH="78232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341438"/>
                        <a:ext cx="1549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Text Box 5"/>
          <p:cNvSpPr txBox="1"/>
          <p:nvPr/>
        </p:nvSpPr>
        <p:spPr>
          <a:xfrm>
            <a:off x="2987675" y="1628775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的方程叫做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166" name="Text Box 6"/>
          <p:cNvSpPr txBox="1"/>
          <p:nvPr/>
        </p:nvSpPr>
        <p:spPr>
          <a:xfrm>
            <a:off x="1476375" y="2420938"/>
            <a:ext cx="6175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2124075" y="2276475"/>
          <a:ext cx="10699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3" imgW="903605" imgH="716280" progId="Equation.3">
                  <p:embed/>
                </p:oleObj>
              </mc:Choice>
              <mc:Fallback>
                <p:oleObj name="" r:id="rId3" imgW="903605" imgH="71628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2276475"/>
                        <a:ext cx="1069975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3348038" y="2565400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5" imgW="1322070" imgH="352425" progId="Equation.3">
                  <p:embed/>
                </p:oleObj>
              </mc:Choice>
              <mc:Fallback>
                <p:oleObj name="" r:id="rId5" imgW="1322070" imgH="352425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2565400"/>
                        <a:ext cx="1549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9" name="Text Box 9"/>
          <p:cNvSpPr txBox="1"/>
          <p:nvPr/>
        </p:nvSpPr>
        <p:spPr>
          <a:xfrm>
            <a:off x="179388" y="3284538"/>
            <a:ext cx="2514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代入原方程得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5076825" y="2349500"/>
          <a:ext cx="214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7" imgW="1839595" imgH="782320" progId="Equation.3">
                  <p:embed/>
                </p:oleObj>
              </mc:Choice>
              <mc:Fallback>
                <p:oleObj name="" r:id="rId7" imgW="1839595" imgH="78232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2349500"/>
                        <a:ext cx="2146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11"/>
          <p:cNvGraphicFramePr>
            <a:graphicFrameLocks noChangeAspect="1"/>
          </p:cNvGraphicFramePr>
          <p:nvPr/>
        </p:nvGraphicFramePr>
        <p:xfrm>
          <a:off x="2916238" y="3141663"/>
          <a:ext cx="2311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9" imgW="1983105" imgH="782320" progId="Equation.3">
                  <p:embed/>
                </p:oleObj>
              </mc:Choice>
              <mc:Fallback>
                <p:oleObj name="" r:id="rId9" imgW="1983105" imgH="78232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3141663"/>
                        <a:ext cx="2311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2" name="Object 12"/>
          <p:cNvGraphicFramePr>
            <a:graphicFrameLocks noChangeAspect="1"/>
          </p:cNvGraphicFramePr>
          <p:nvPr/>
        </p:nvGraphicFramePr>
        <p:xfrm>
          <a:off x="2627313" y="3933825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1" imgW="1972310" imgH="782320" progId="Equation.3">
                  <p:embed/>
                </p:oleObj>
              </mc:Choice>
              <mc:Fallback>
                <p:oleObj name="" r:id="rId11" imgW="1972310" imgH="78232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3933825"/>
                        <a:ext cx="2298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3" name="Text Box 13"/>
          <p:cNvSpPr txBox="1"/>
          <p:nvPr/>
        </p:nvSpPr>
        <p:spPr>
          <a:xfrm>
            <a:off x="323850" y="5013325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74" name="Object 14"/>
          <p:cNvGraphicFramePr>
            <a:graphicFrameLocks noChangeAspect="1"/>
          </p:cNvGraphicFramePr>
          <p:nvPr/>
        </p:nvGraphicFramePr>
        <p:xfrm>
          <a:off x="2771775" y="4797425"/>
          <a:ext cx="2895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3" imgW="2489835" imgH="782320" progId="Equation.3">
                  <p:embed/>
                </p:oleObj>
              </mc:Choice>
              <mc:Fallback>
                <p:oleObj name="" r:id="rId13" imgW="2489835" imgH="78232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1775" y="4797425"/>
                        <a:ext cx="2895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5" name="Text Box 15"/>
          <p:cNvSpPr txBox="1"/>
          <p:nvPr/>
        </p:nvSpPr>
        <p:spPr>
          <a:xfrm>
            <a:off x="250825" y="5805488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积分后再用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76" name="Object 16"/>
          <p:cNvGraphicFramePr>
            <a:graphicFrameLocks noChangeAspect="1"/>
          </p:cNvGraphicFramePr>
          <p:nvPr/>
        </p:nvGraphicFramePr>
        <p:xfrm>
          <a:off x="2124075" y="5661025"/>
          <a:ext cx="4318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5" imgW="275590" imgH="716280" progId="Equation.3">
                  <p:embed/>
                </p:oleObj>
              </mc:Choice>
              <mc:Fallback>
                <p:oleObj name="" r:id="rId15" imgW="275590" imgH="71628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5661025"/>
                        <a:ext cx="431800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7" name="Text Box 17"/>
          <p:cNvSpPr txBox="1"/>
          <p:nvPr/>
        </p:nvSpPr>
        <p:spPr>
          <a:xfrm>
            <a:off x="2484438" y="5805488"/>
            <a:ext cx="1447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代替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178" name="Text Box 18"/>
          <p:cNvSpPr txBox="1"/>
          <p:nvPr/>
        </p:nvSpPr>
        <p:spPr>
          <a:xfrm>
            <a:off x="3708400" y="5805488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便得原方程的通解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179" name="Text Box 19"/>
          <p:cNvSpPr txBox="1"/>
          <p:nvPr/>
        </p:nvSpPr>
        <p:spPr>
          <a:xfrm>
            <a:off x="468313" y="2420938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180" name="Text Box 20"/>
          <p:cNvSpPr txBox="1"/>
          <p:nvPr/>
        </p:nvSpPr>
        <p:spPr>
          <a:xfrm>
            <a:off x="468313" y="4221163"/>
            <a:ext cx="17938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190" name="Object 30"/>
          <p:cNvGraphicFramePr>
            <a:graphicFrameLocks noChangeAspect="1"/>
          </p:cNvGraphicFramePr>
          <p:nvPr>
            <p:ph idx="1" hasCustomPrompt="1"/>
          </p:nvPr>
        </p:nvGraphicFramePr>
        <p:xfrm>
          <a:off x="323850" y="836613"/>
          <a:ext cx="86407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7" imgW="3227705" imgH="165100" progId="Equation.3">
                  <p:embed/>
                </p:oleObj>
              </mc:Choice>
              <mc:Fallback>
                <p:oleObj name="" r:id="rId17" imgW="3227705" imgH="1651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836613"/>
                        <a:ext cx="8640763" cy="498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Text Box 33"/>
          <p:cNvSpPr txBox="1"/>
          <p:nvPr/>
        </p:nvSpPr>
        <p:spPr>
          <a:xfrm>
            <a:off x="179388" y="188913"/>
            <a:ext cx="46799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二、齐次方程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17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16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8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92165" grpId="0"/>
      <p:bldP spid="92166" grpId="0" build="p"/>
      <p:bldP spid="92169" grpId="0"/>
      <p:bldP spid="92173" grpId="0"/>
      <p:bldP spid="92175" grpId="0"/>
      <p:bldP spid="92177" grpId="0"/>
      <p:bldP spid="92178" grpId="0"/>
      <p:bldP spid="92179" grpId="0" build="p"/>
      <p:bldP spid="9218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31242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5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解微分方程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3413125" y="228600"/>
          <a:ext cx="217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1861820" imgH="716280" progId="Equation.3">
                  <p:embed/>
                </p:oleObj>
              </mc:Choice>
              <mc:Fallback>
                <p:oleObj name="" r:id="rId1" imgW="1861820" imgH="71628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228600"/>
                        <a:ext cx="2171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Text Box 4"/>
          <p:cNvSpPr txBox="1"/>
          <p:nvPr/>
        </p:nvSpPr>
        <p:spPr>
          <a:xfrm>
            <a:off x="685800" y="11176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1371600" y="977900"/>
          <a:ext cx="138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178560" imgH="716280" progId="Equation.3">
                  <p:embed/>
                </p:oleObj>
              </mc:Choice>
              <mc:Fallback>
                <p:oleObj name="" r:id="rId3" imgW="1178560" imgH="71628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977900"/>
                        <a:ext cx="1384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819400" y="1212850"/>
          <a:ext cx="217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5" imgW="1861820" imgH="352425" progId="Equation.3">
                  <p:embed/>
                </p:oleObj>
              </mc:Choice>
              <mc:Fallback>
                <p:oleObj name="" r:id="rId5" imgW="1861820" imgH="35242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1212850"/>
                        <a:ext cx="2171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Text Box 7"/>
          <p:cNvSpPr txBox="1"/>
          <p:nvPr/>
        </p:nvSpPr>
        <p:spPr>
          <a:xfrm>
            <a:off x="5029200" y="1143000"/>
            <a:ext cx="2895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代入原方程得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2133600" y="1905000"/>
          <a:ext cx="267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7" imgW="2302510" imgH="341630" progId="Equation.3">
                  <p:embed/>
                </p:oleObj>
              </mc:Choice>
              <mc:Fallback>
                <p:oleObj name="" r:id="rId7" imgW="2302510" imgH="34163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1905000"/>
                        <a:ext cx="2679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3" name="Text Box 9"/>
          <p:cNvSpPr txBox="1"/>
          <p:nvPr/>
        </p:nvSpPr>
        <p:spPr>
          <a:xfrm>
            <a:off x="609600" y="2611438"/>
            <a:ext cx="1752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194" name="Object 10"/>
          <p:cNvGraphicFramePr>
            <a:graphicFrameLocks noChangeAspect="1"/>
          </p:cNvGraphicFramePr>
          <p:nvPr/>
        </p:nvGraphicFramePr>
        <p:xfrm>
          <a:off x="2781300" y="2425700"/>
          <a:ext cx="2019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9" imgW="1729740" imgH="716280" progId="Equation.3">
                  <p:embed/>
                </p:oleObj>
              </mc:Choice>
              <mc:Fallback>
                <p:oleObj name="" r:id="rId9" imgW="1729740" imgH="71628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81300" y="2425700"/>
                        <a:ext cx="2019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5" name="Text Box 11"/>
          <p:cNvSpPr txBox="1"/>
          <p:nvPr/>
        </p:nvSpPr>
        <p:spPr>
          <a:xfrm>
            <a:off x="609600" y="35814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196" name="Object 12"/>
          <p:cNvGraphicFramePr>
            <a:graphicFrameLocks noChangeAspect="1"/>
          </p:cNvGraphicFramePr>
          <p:nvPr/>
        </p:nvGraphicFramePr>
        <p:xfrm>
          <a:off x="2590800" y="3429000"/>
          <a:ext cx="2425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1" imgW="2082165" imgH="716280" progId="Equation.3">
                  <p:embed/>
                </p:oleObj>
              </mc:Choice>
              <mc:Fallback>
                <p:oleObj name="" r:id="rId11" imgW="2082165" imgH="71628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3429000"/>
                        <a:ext cx="2425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7" name="Text Box 13"/>
          <p:cNvSpPr txBox="1"/>
          <p:nvPr/>
        </p:nvSpPr>
        <p:spPr>
          <a:xfrm>
            <a:off x="685800" y="4371975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198" name="Object 14"/>
          <p:cNvGraphicFramePr>
            <a:graphicFrameLocks noChangeAspect="1"/>
          </p:cNvGraphicFramePr>
          <p:nvPr/>
        </p:nvGraphicFramePr>
        <p:xfrm>
          <a:off x="2159000" y="4433888"/>
          <a:ext cx="363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3" imgW="3128645" imgH="385445" progId="Equation.3">
                  <p:embed/>
                </p:oleObj>
              </mc:Choice>
              <mc:Fallback>
                <p:oleObj name="" r:id="rId13" imgW="3128645" imgH="385445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59000" y="4433888"/>
                        <a:ext cx="3632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9" name="Object 15"/>
          <p:cNvGraphicFramePr>
            <a:graphicFrameLocks noChangeAspect="1"/>
          </p:cNvGraphicFramePr>
          <p:nvPr/>
        </p:nvGraphicFramePr>
        <p:xfrm>
          <a:off x="6045200" y="4495800"/>
          <a:ext cx="203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5" imgW="1740535" imgH="341630" progId="Equation.3">
                  <p:embed/>
                </p:oleObj>
              </mc:Choice>
              <mc:Fallback>
                <p:oleObj name="" r:id="rId15" imgW="1740535" imgH="34163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5200" y="4495800"/>
                        <a:ext cx="2032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0" name="Text Box 16"/>
          <p:cNvSpPr txBox="1"/>
          <p:nvPr/>
        </p:nvSpPr>
        <p:spPr>
          <a:xfrm>
            <a:off x="609600" y="5072063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故原方程的通解为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3201" name="Object 17"/>
          <p:cNvGraphicFramePr>
            <a:graphicFrameLocks noChangeAspect="1"/>
          </p:cNvGraphicFramePr>
          <p:nvPr/>
        </p:nvGraphicFramePr>
        <p:xfrm>
          <a:off x="3578225" y="4954588"/>
          <a:ext cx="1612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7" imgW="1377315" imgH="716280" progId="Equation.3">
                  <p:embed/>
                </p:oleObj>
              </mc:Choice>
              <mc:Fallback>
                <p:oleObj name="" r:id="rId17" imgW="1377315" imgH="71628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8225" y="4954588"/>
                        <a:ext cx="1612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Text Box 18"/>
          <p:cNvSpPr txBox="1"/>
          <p:nvPr/>
        </p:nvSpPr>
        <p:spPr>
          <a:xfrm>
            <a:off x="1447800" y="5791200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也是方程的解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3203" name="Text Box 19"/>
          <p:cNvSpPr txBox="1"/>
          <p:nvPr/>
        </p:nvSpPr>
        <p:spPr>
          <a:xfrm>
            <a:off x="5257800" y="51054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91" grpId="0"/>
      <p:bldP spid="93193" grpId="0"/>
      <p:bldP spid="93195" grpId="0"/>
      <p:bldP spid="93197" grpId="0"/>
      <p:bldP spid="93200" grpId="0"/>
      <p:bldP spid="93202" grpId="0"/>
      <p:bldP spid="932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381000"/>
            <a:ext cx="3278188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6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解微分方程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3409950" y="374650"/>
          <a:ext cx="3886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348990" imgH="429895" progId="Equation.3">
                  <p:embed/>
                </p:oleObj>
              </mc:Choice>
              <mc:Fallback>
                <p:oleObj name="" r:id="rId1" imgW="3348990" imgH="42989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09950" y="374650"/>
                        <a:ext cx="38862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Text Box 4"/>
          <p:cNvSpPr txBox="1"/>
          <p:nvPr/>
        </p:nvSpPr>
        <p:spPr>
          <a:xfrm>
            <a:off x="608013" y="1081088"/>
            <a:ext cx="7635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1314450" y="977900"/>
          <a:ext cx="457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3943985" imgH="782320" progId="Equation.3">
                  <p:embed/>
                </p:oleObj>
              </mc:Choice>
              <mc:Fallback>
                <p:oleObj name="" r:id="rId3" imgW="3943985" imgH="78232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4450" y="977900"/>
                        <a:ext cx="4572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5892800" y="984250"/>
          <a:ext cx="142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211580" imgH="716280" progId="Equation.3">
                  <p:embed/>
                </p:oleObj>
              </mc:Choice>
              <mc:Fallback>
                <p:oleObj name="" r:id="rId5" imgW="1211580" imgH="71628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2800" y="984250"/>
                        <a:ext cx="1422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5" name="Text Box 7"/>
          <p:cNvSpPr txBox="1"/>
          <p:nvPr/>
        </p:nvSpPr>
        <p:spPr>
          <a:xfrm>
            <a:off x="7315200" y="11430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则有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2590800" y="1930400"/>
          <a:ext cx="252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2170430" imgH="418465" progId="Equation.3">
                  <p:embed/>
                </p:oleObj>
              </mc:Choice>
              <mc:Fallback>
                <p:oleObj name="" r:id="rId7" imgW="2170430" imgH="41846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1930400"/>
                        <a:ext cx="25273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Text Box 9"/>
          <p:cNvSpPr txBox="1"/>
          <p:nvPr/>
        </p:nvSpPr>
        <p:spPr>
          <a:xfrm>
            <a:off x="304800" y="276860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2133600" y="2590800"/>
          <a:ext cx="1943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9" imgW="1663700" imgH="737870" progId="Equation.3">
                  <p:embed/>
                </p:oleObj>
              </mc:Choice>
              <mc:Fallback>
                <p:oleObj name="" r:id="rId9" imgW="1663700" imgH="73787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2590800"/>
                        <a:ext cx="19431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9" name="Text Box 11"/>
          <p:cNvSpPr txBox="1"/>
          <p:nvPr/>
        </p:nvSpPr>
        <p:spPr>
          <a:xfrm>
            <a:off x="304800" y="381000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4220" name="Object 12"/>
          <p:cNvGraphicFramePr>
            <a:graphicFrameLocks noChangeAspect="1"/>
          </p:cNvGraphicFramePr>
          <p:nvPr/>
        </p:nvGraphicFramePr>
        <p:xfrm>
          <a:off x="1885950" y="3657600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3371215" imgH="770890" progId="Equation.3">
                  <p:embed/>
                </p:oleObj>
              </mc:Choice>
              <mc:Fallback>
                <p:oleObj name="" r:id="rId11" imgW="3371215" imgH="77089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85950" y="3657600"/>
                        <a:ext cx="39116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1" name="Object 13"/>
          <p:cNvGraphicFramePr>
            <a:graphicFrameLocks noChangeAspect="1"/>
          </p:cNvGraphicFramePr>
          <p:nvPr/>
        </p:nvGraphicFramePr>
        <p:xfrm>
          <a:off x="4800600" y="2654300"/>
          <a:ext cx="356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3" imgW="3073400" imgH="716280" progId="Equation.3">
                  <p:embed/>
                </p:oleObj>
              </mc:Choice>
              <mc:Fallback>
                <p:oleObj name="" r:id="rId13" imgW="3073400" imgH="71628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2654300"/>
                        <a:ext cx="35687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2" name="Text Box 14"/>
          <p:cNvSpPr txBox="1"/>
          <p:nvPr/>
        </p:nvSpPr>
        <p:spPr>
          <a:xfrm>
            <a:off x="304800" y="4662488"/>
            <a:ext cx="33115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代回原变量得通解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4223" name="Text Box 15"/>
          <p:cNvSpPr txBox="1"/>
          <p:nvPr/>
        </p:nvSpPr>
        <p:spPr>
          <a:xfrm>
            <a:off x="6324600" y="3810000"/>
            <a:ext cx="7477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4224" name="Object 16"/>
          <p:cNvGraphicFramePr>
            <a:graphicFrameLocks noChangeAspect="1"/>
          </p:cNvGraphicFramePr>
          <p:nvPr/>
        </p:nvGraphicFramePr>
        <p:xfrm>
          <a:off x="6858000" y="3644900"/>
          <a:ext cx="1892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5" imgW="1619250" imgH="716280" progId="Equation.3">
                  <p:embed/>
                </p:oleObj>
              </mc:Choice>
              <mc:Fallback>
                <p:oleObj name="" r:id="rId15" imgW="1619250" imgH="71628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58000" y="3644900"/>
                        <a:ext cx="1892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5" name="Object 17"/>
          <p:cNvGraphicFramePr>
            <a:graphicFrameLocks noChangeAspect="1"/>
          </p:cNvGraphicFramePr>
          <p:nvPr/>
        </p:nvGraphicFramePr>
        <p:xfrm>
          <a:off x="3657600" y="4775200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7" imgW="1851025" imgH="330200" progId="Equation.3">
                  <p:embed/>
                </p:oleObj>
              </mc:Choice>
              <mc:Fallback>
                <p:oleObj name="" r:id="rId17" imgW="1851025" imgH="330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4775200"/>
                        <a:ext cx="2159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Text Box 18"/>
          <p:cNvSpPr txBox="1"/>
          <p:nvPr/>
        </p:nvSpPr>
        <p:spPr>
          <a:xfrm>
            <a:off x="685800" y="5237163"/>
            <a:ext cx="8153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显然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,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,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 = 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也是原方程的解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但在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4227" name="Text Box 19"/>
          <p:cNvSpPr txBox="1"/>
          <p:nvPr/>
        </p:nvSpPr>
        <p:spPr>
          <a:xfrm>
            <a:off x="5943600" y="4662488"/>
            <a:ext cx="2667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4228" name="Text Box 20"/>
          <p:cNvSpPr txBox="1"/>
          <p:nvPr/>
        </p:nvSpPr>
        <p:spPr>
          <a:xfrm>
            <a:off x="304800" y="5781675"/>
            <a:ext cx="3206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求解过程中丢失了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42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422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422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/>
      <p:bldP spid="94215" grpId="0"/>
      <p:bldP spid="94217" grpId="0"/>
      <p:bldP spid="94219" grpId="0"/>
      <p:bldP spid="94222" grpId="0"/>
      <p:bldP spid="94223" grpId="0"/>
      <p:bldP spid="94226" grpId="0" build="p"/>
      <p:bldP spid="94227" grpId="0" build="p"/>
      <p:bldP spid="9422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30722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文本框 4"/>
          <p:cNvSpPr txBox="1"/>
          <p:nvPr/>
        </p:nvSpPr>
        <p:spPr>
          <a:xfrm>
            <a:off x="258763" y="406400"/>
            <a:ext cx="152241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0313" y="404813"/>
          <a:ext cx="6424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2654300" imgH="215900" progId="Equation.KSEE3">
                  <p:embed/>
                </p:oleObj>
              </mc:Choice>
              <mc:Fallback>
                <p:oleObj name="" r:id="rId3" imgW="2654300" imgH="215900" progId="Equation.KSEE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313" y="404813"/>
                        <a:ext cx="6424612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1000" y="1190625"/>
          <a:ext cx="33416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1485900" imgH="203200" progId="Equation.KSEE3">
                  <p:embed/>
                </p:oleObj>
              </mc:Choice>
              <mc:Fallback>
                <p:oleObj name="" r:id="rId5" imgW="1485900" imgH="2032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1190625"/>
                        <a:ext cx="334168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11288" y="1725613"/>
          <a:ext cx="44577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1841500" imgH="203200" progId="Equation.KSEE3">
                  <p:embed/>
                </p:oleObj>
              </mc:Choice>
              <mc:Fallback>
                <p:oleObj name="" r:id="rId7" imgW="1841500" imgH="203200" progId="Equation.KSEE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1288" y="1725613"/>
                        <a:ext cx="44577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35100" y="2427288"/>
          <a:ext cx="5718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2362200" imgH="215900" progId="Equation.KSEE3">
                  <p:embed/>
                </p:oleObj>
              </mc:Choice>
              <mc:Fallback>
                <p:oleObj name="" r:id="rId9" imgW="2362200" imgH="2159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35100" y="2427288"/>
                        <a:ext cx="571817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58925" y="2870200"/>
          <a:ext cx="55943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2311400" imgH="393700" progId="Equation.KSEE3">
                  <p:embed/>
                </p:oleObj>
              </mc:Choice>
              <mc:Fallback>
                <p:oleObj name="" r:id="rId11" imgW="2311400" imgH="3937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58925" y="2870200"/>
                        <a:ext cx="5594350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89138" y="3719513"/>
          <a:ext cx="46101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3" imgW="1905000" imgH="393700" progId="Equation.KSEE3">
                  <p:embed/>
                </p:oleObj>
              </mc:Choice>
              <mc:Fallback>
                <p:oleObj name="" r:id="rId13" imgW="1905000" imgH="3937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89138" y="3719513"/>
                        <a:ext cx="4610100" cy="95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4250" y="4673600"/>
          <a:ext cx="51641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5" imgW="2133600" imgH="393700" progId="Equation.KSEE3">
                  <p:embed/>
                </p:oleObj>
              </mc:Choice>
              <mc:Fallback>
                <p:oleObj name="" r:id="rId15" imgW="2133600" imgH="3937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4250" y="4673600"/>
                        <a:ext cx="5164138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2325" y="5534025"/>
          <a:ext cx="667226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7" imgW="2755900" imgH="393700" progId="Equation.KSEE3">
                  <p:embed/>
                </p:oleObj>
              </mc:Choice>
              <mc:Fallback>
                <p:oleObj name="" r:id="rId17" imgW="2755900" imgH="393700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2325" y="5534025"/>
                        <a:ext cx="6672263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131763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31746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文本框 4"/>
          <p:cNvSpPr txBox="1"/>
          <p:nvPr/>
        </p:nvSpPr>
        <p:spPr>
          <a:xfrm>
            <a:off x="258763" y="406400"/>
            <a:ext cx="152241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48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0313" y="404813"/>
          <a:ext cx="6424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2654300" imgH="215900" progId="Equation.KSEE3">
                  <p:embed/>
                </p:oleObj>
              </mc:Choice>
              <mc:Fallback>
                <p:oleObj name="" r:id="rId3" imgW="2654300" imgH="215900" progId="Equation.KSEE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313" y="404813"/>
                        <a:ext cx="6424612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4325" y="1098550"/>
          <a:ext cx="4714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5" imgW="2095500" imgH="203200" progId="Equation.KSEE3">
                  <p:embed/>
                </p:oleObj>
              </mc:Choice>
              <mc:Fallback>
                <p:oleObj name="" r:id="rId5" imgW="2095500" imgH="2032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325" y="1098550"/>
                        <a:ext cx="47148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54138" y="1622425"/>
          <a:ext cx="442436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2108200" imgH="419100" progId="Equation.KSEE3">
                  <p:embed/>
                </p:oleObj>
              </mc:Choice>
              <mc:Fallback>
                <p:oleObj name="" r:id="rId7" imgW="2108200" imgH="4191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4138" y="1622425"/>
                        <a:ext cx="4424362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5675" y="2595563"/>
          <a:ext cx="22987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9" imgW="1117600" imgH="457200" progId="Equation.KSEE3">
                  <p:embed/>
                </p:oleObj>
              </mc:Choice>
              <mc:Fallback>
                <p:oleObj name="" r:id="rId9" imgW="1117600" imgH="457200" progId="Equation.KSEE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55675" y="2595563"/>
                        <a:ext cx="229870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41763" y="2595563"/>
          <a:ext cx="197008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1" imgW="939800" imgH="457200" progId="Equation.KSEE3">
                  <p:embed/>
                </p:oleObj>
              </mc:Choice>
              <mc:Fallback>
                <p:oleObj name="" r:id="rId11" imgW="939800" imgH="4572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41763" y="2595563"/>
                        <a:ext cx="1970087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19175" y="3759200"/>
          <a:ext cx="21732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3" imgW="1016000" imgH="457200" progId="Equation.KSEE3">
                  <p:embed/>
                </p:oleObj>
              </mc:Choice>
              <mc:Fallback>
                <p:oleObj name="" r:id="rId13" imgW="1016000" imgH="4572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19175" y="3759200"/>
                        <a:ext cx="2173288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16325" y="3703638"/>
          <a:ext cx="229552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5" imgW="1016000" imgH="457200" progId="Equation.KSEE3">
                  <p:embed/>
                </p:oleObj>
              </mc:Choice>
              <mc:Fallback>
                <p:oleObj name="" r:id="rId15" imgW="1016000" imgH="4572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16325" y="3703638"/>
                        <a:ext cx="2295525" cy="1033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6423025" y="3987800"/>
            <a:ext cx="24955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代入（</a:t>
            </a:r>
            <a:r>
              <a:rPr lang="en-US" altLang="zh-CN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*</a:t>
            </a:r>
            <a:r>
              <a:rPr lang="zh-CN" altLang="en-US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）得</a:t>
            </a:r>
            <a:endParaRPr lang="zh-CN" altLang="en-US" sz="2800" b="1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76300" y="4886325"/>
          <a:ext cx="30924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7" imgW="1473200" imgH="393700" progId="Equation.KSEE3">
                  <p:embed/>
                </p:oleObj>
              </mc:Choice>
              <mc:Fallback>
                <p:oleObj name="" r:id="rId17" imgW="1473200" imgH="393700" progId="Equation.KSEE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6300" y="4886325"/>
                        <a:ext cx="309245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4683125" y="5038725"/>
            <a:ext cx="183197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齐次方程</a:t>
            </a:r>
            <a:endParaRPr lang="zh-CN" altLang="en-US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8763" y="5886450"/>
          <a:ext cx="28956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9" imgW="1282700" imgH="393700" progId="Equation.KSEE3">
                  <p:embed/>
                </p:oleObj>
              </mc:Choice>
              <mc:Fallback>
                <p:oleObj name="" r:id="rId19" imgW="1282700" imgH="393700" progId="Equation.KSEE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8763" y="5886450"/>
                        <a:ext cx="2895600" cy="887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54375" y="6100763"/>
          <a:ext cx="24368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21" imgW="1079500" imgH="203200" progId="Equation.KSEE3">
                  <p:embed/>
                </p:oleObj>
              </mc:Choice>
              <mc:Fallback>
                <p:oleObj name="" r:id="rId21" imgW="1079500" imgH="203200" progId="Equation.KSEE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54375" y="6100763"/>
                        <a:ext cx="2436813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5778500" y="6100763"/>
            <a:ext cx="3297238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代入（</a:t>
            </a:r>
            <a:r>
              <a:rPr lang="en-US" altLang="zh-CN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**</a:t>
            </a:r>
            <a:r>
              <a:rPr lang="zh-CN" altLang="en-US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）化简得</a:t>
            </a:r>
            <a:endParaRPr lang="zh-CN" altLang="en-US" sz="2800" b="1">
              <a:solidFill>
                <a:schemeClr val="bg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07175" y="1922463"/>
            <a:ext cx="21367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平移换元法</a:t>
            </a:r>
            <a:endParaRPr lang="zh-CN" altLang="en-US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3203575" y="2339975"/>
            <a:ext cx="3606800" cy="173672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32" grpId="0"/>
      <p:bldP spid="32" grpId="1"/>
      <p:bldP spid="28" grpId="0"/>
      <p:bldP spid="28" grpId="1"/>
      <p:bldP spid="31" grpId="0"/>
      <p:bldP spid="3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-111125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32770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文本框 4"/>
          <p:cNvSpPr txBox="1"/>
          <p:nvPr/>
        </p:nvSpPr>
        <p:spPr>
          <a:xfrm>
            <a:off x="258763" y="406400"/>
            <a:ext cx="152241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2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0313" y="404813"/>
          <a:ext cx="6424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3" imgW="2654300" imgH="215900" progId="Equation.KSEE3">
                  <p:embed/>
                </p:oleObj>
              </mc:Choice>
              <mc:Fallback>
                <p:oleObj name="" r:id="rId3" imgW="2654300" imgH="215900" progId="Equation.KSEE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313" y="404813"/>
                        <a:ext cx="6424612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1550" y="989013"/>
          <a:ext cx="30924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5" imgW="1473200" imgH="393700" progId="Equation.KSEE3">
                  <p:embed/>
                </p:oleObj>
              </mc:Choice>
              <mc:Fallback>
                <p:oleObj name="" r:id="rId5" imgW="1473200" imgH="393700" progId="Equation.KSEE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51550" y="989013"/>
                        <a:ext cx="3092450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74713" y="989013"/>
          <a:ext cx="26416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7" imgW="1257300" imgH="393700" progId="Equation.KSEE3">
                  <p:embed/>
                </p:oleObj>
              </mc:Choice>
              <mc:Fallback>
                <p:oleObj name="" r:id="rId7" imgW="1257300" imgH="393700" progId="Equation.KSEE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4713" y="989013"/>
                        <a:ext cx="2641600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6275" y="1816100"/>
          <a:ext cx="304006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9" imgW="1447800" imgH="419100" progId="Equation.KSEE3">
                  <p:embed/>
                </p:oleObj>
              </mc:Choice>
              <mc:Fallback>
                <p:oleObj name="" r:id="rId9" imgW="1447800" imgH="419100" progId="Equation.KSEE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6275" y="1816100"/>
                        <a:ext cx="3040063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90963" y="1946275"/>
          <a:ext cx="31734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1" imgW="1511300" imgH="393700" progId="Equation.KSEE3">
                  <p:embed/>
                </p:oleObj>
              </mc:Choice>
              <mc:Fallback>
                <p:oleObj name="" r:id="rId11" imgW="1511300" imgH="393700" progId="Equation.KSEE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0963" y="1946275"/>
                        <a:ext cx="3173412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452438" y="2798763"/>
            <a:ext cx="20986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两边积分得</a:t>
            </a:r>
            <a:endParaRPr lang="zh-CN" altLang="en-US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36863" y="2695575"/>
          <a:ext cx="40544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3" imgW="1930400" imgH="393700" progId="Equation.KSEE3">
                  <p:embed/>
                </p:oleObj>
              </mc:Choice>
              <mc:Fallback>
                <p:oleObj name="" r:id="rId13" imgW="1930400" imgH="393700" progId="Equation.KSEE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36863" y="2695575"/>
                        <a:ext cx="4054475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7350" y="3522663"/>
          <a:ext cx="4800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5" imgW="2286000" imgH="228600" progId="Equation.KSEE3">
                  <p:embed/>
                </p:oleObj>
              </mc:Choice>
              <mc:Fallback>
                <p:oleObj name="" r:id="rId15" imgW="2286000" imgH="228600" progId="Equation.KSEE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7350" y="3522663"/>
                        <a:ext cx="48006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19750" y="3371850"/>
          <a:ext cx="20351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7" imgW="1104900" imgH="393700" progId="Equation.KSEE3">
                  <p:embed/>
                </p:oleObj>
              </mc:Choice>
              <mc:Fallback>
                <p:oleObj name="" r:id="rId17" imgW="1104900" imgH="393700" progId="Equation.KSEE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19750" y="3371850"/>
                        <a:ext cx="2035175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7350" y="4170363"/>
          <a:ext cx="29527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9" imgW="1244600" imgH="228600" progId="Equation.KSEE3">
                  <p:embed/>
                </p:oleObj>
              </mc:Choice>
              <mc:Fallback>
                <p:oleObj name="" r:id="rId19" imgW="1244600" imgH="228600" progId="Equation.KSEE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7350" y="4170363"/>
                        <a:ext cx="295275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3635375" y="4170363"/>
            <a:ext cx="315595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将原变量代入得</a:t>
            </a:r>
            <a:endParaRPr lang="zh-CN" altLang="en-US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8763" y="4872038"/>
          <a:ext cx="55959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21" imgW="2984500" imgH="228600" progId="Equation.KSEE3">
                  <p:embed/>
                </p:oleObj>
              </mc:Choice>
              <mc:Fallback>
                <p:oleObj name="" r:id="rId21" imgW="2984500" imgH="228600" progId="Equation.KSEE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763" y="4872038"/>
                        <a:ext cx="5595937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8763" y="5551488"/>
          <a:ext cx="536098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23" imgW="2679700" imgH="393700" progId="Equation.KSEE3">
                  <p:embed/>
                </p:oleObj>
              </mc:Choice>
              <mc:Fallback>
                <p:oleObj name="" r:id="rId23" imgW="2679700" imgH="393700" progId="Equation.KSEE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58763" y="5551488"/>
                        <a:ext cx="5360987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圆角矩形 41"/>
          <p:cNvSpPr/>
          <p:nvPr/>
        </p:nvSpPr>
        <p:spPr>
          <a:xfrm>
            <a:off x="6251575" y="4873625"/>
            <a:ext cx="2800350" cy="14605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73813" y="5176838"/>
          <a:ext cx="24447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25" imgW="1143000" imgH="419100" progId="Equation.KSEE3">
                  <p:embed/>
                </p:oleObj>
              </mc:Choice>
              <mc:Fallback>
                <p:oleObj name="" r:id="rId25" imgW="1143000" imgH="419100" progId="Equation.KSEE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373813" y="5176838"/>
                        <a:ext cx="2444750" cy="89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42" grpId="0" bldLvl="0" animBg="1"/>
      <p:bldP spid="42" grpId="1" animBg="1"/>
      <p:bldP spid="19" grpId="0"/>
      <p:bldP spid="1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5234" name="Group 2"/>
          <p:cNvGrpSpPr/>
          <p:nvPr/>
        </p:nvGrpSpPr>
        <p:grpSpPr>
          <a:xfrm>
            <a:off x="6337300" y="2514600"/>
            <a:ext cx="2351088" cy="2327275"/>
            <a:chOff x="3992" y="1584"/>
            <a:chExt cx="1481" cy="1466"/>
          </a:xfrm>
        </p:grpSpPr>
        <p:graphicFrame>
          <p:nvGraphicFramePr>
            <p:cNvPr id="33794" name="Object 3"/>
            <p:cNvGraphicFramePr>
              <a:graphicFrameLocks noChangeAspect="1"/>
            </p:cNvGraphicFramePr>
            <p:nvPr/>
          </p:nvGraphicFramePr>
          <p:xfrm>
            <a:off x="4427" y="2480"/>
            <a:ext cx="193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1" imgW="88265" imgH="99060" progId="Equation.3">
                    <p:embed/>
                  </p:oleObj>
                </mc:Choice>
                <mc:Fallback>
                  <p:oleObj name="" r:id="rId1" imgW="88265" imgH="9906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7" y="2480"/>
                          <a:ext cx="193" cy="2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5" name="Line 4"/>
            <p:cNvSpPr/>
            <p:nvPr/>
          </p:nvSpPr>
          <p:spPr>
            <a:xfrm>
              <a:off x="3992" y="2488"/>
              <a:ext cx="14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3796" name="Object 5"/>
            <p:cNvGraphicFramePr>
              <a:graphicFrameLocks noChangeAspect="1"/>
            </p:cNvGraphicFramePr>
            <p:nvPr/>
          </p:nvGraphicFramePr>
          <p:xfrm>
            <a:off x="4393" y="1584"/>
            <a:ext cx="21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3" imgW="99060" imgH="121285" progId="Equation.3">
                    <p:embed/>
                  </p:oleObj>
                </mc:Choice>
                <mc:Fallback>
                  <p:oleObj name="" r:id="rId3" imgW="99060" imgH="121285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93" y="1584"/>
                          <a:ext cx="215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7" name="Object 6"/>
            <p:cNvGraphicFramePr>
              <a:graphicFrameLocks noChangeAspect="1"/>
            </p:cNvGraphicFramePr>
            <p:nvPr/>
          </p:nvGraphicFramePr>
          <p:xfrm>
            <a:off x="5280" y="2523"/>
            <a:ext cx="193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5" imgW="88265" imgH="99060" progId="Equation.3">
                    <p:embed/>
                  </p:oleObj>
                </mc:Choice>
                <mc:Fallback>
                  <p:oleObj name="" r:id="rId5" imgW="88265" imgH="9906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80" y="2523"/>
                          <a:ext cx="193" cy="2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8" name="Line 7"/>
            <p:cNvSpPr/>
            <p:nvPr/>
          </p:nvSpPr>
          <p:spPr>
            <a:xfrm flipV="1">
              <a:off x="4597" y="1622"/>
              <a:ext cx="0" cy="1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95240" name="Text Box 8"/>
          <p:cNvSpPr txBox="1"/>
          <p:nvPr/>
        </p:nvSpPr>
        <p:spPr>
          <a:xfrm>
            <a:off x="304800" y="3505200"/>
            <a:ext cx="5029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可得       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OMA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= 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OAM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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95241" name="Rectangle 9"/>
          <p:cNvSpPr>
            <a:spLocks noGrp="1" noChangeArrowheads="1"/>
          </p:cNvSpPr>
          <p:nvPr>
            <p:ph type="title"/>
          </p:nvPr>
        </p:nvSpPr>
        <p:spPr>
          <a:xfrm>
            <a:off x="636588" y="300038"/>
            <a:ext cx="5078413" cy="614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8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在制造探照灯反射镜面时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,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95242" name="Text Box 10"/>
          <p:cNvSpPr txBox="1"/>
          <p:nvPr/>
        </p:nvSpPr>
        <p:spPr>
          <a:xfrm>
            <a:off x="684213" y="1371600"/>
            <a:ext cx="42687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设光源在坐标原点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3" name="Text Box 11"/>
          <p:cNvSpPr txBox="1"/>
          <p:nvPr/>
        </p:nvSpPr>
        <p:spPr>
          <a:xfrm>
            <a:off x="304800" y="1890713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则反射镜面由曲线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5244" name="Object 12"/>
          <p:cNvGraphicFramePr>
            <a:graphicFrameLocks noChangeAspect="1"/>
          </p:cNvGraphicFramePr>
          <p:nvPr/>
        </p:nvGraphicFramePr>
        <p:xfrm>
          <a:off x="3276600" y="2017713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7" imgW="1123950" imgH="330200" progId="Equation.3">
                  <p:embed/>
                </p:oleObj>
              </mc:Choice>
              <mc:Fallback>
                <p:oleObj name="" r:id="rId7" imgW="1123950" imgH="3302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2017713"/>
                        <a:ext cx="1320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5" name="Text Box 13"/>
          <p:cNvSpPr txBox="1"/>
          <p:nvPr/>
        </p:nvSpPr>
        <p:spPr>
          <a:xfrm>
            <a:off x="4572000" y="1905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绕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轴旋转而成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6" name="Text Box 14"/>
          <p:cNvSpPr txBox="1"/>
          <p:nvPr/>
        </p:nvSpPr>
        <p:spPr>
          <a:xfrm>
            <a:off x="685800" y="2424113"/>
            <a:ext cx="601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过曲线上任意点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作切线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M T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7" name="Text Box 15"/>
          <p:cNvSpPr txBox="1"/>
          <p:nvPr/>
        </p:nvSpPr>
        <p:spPr>
          <a:xfrm>
            <a:off x="304800" y="29718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由光的反射定律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8" name="Text Box 16"/>
          <p:cNvSpPr txBox="1"/>
          <p:nvPr/>
        </p:nvSpPr>
        <p:spPr>
          <a:xfrm>
            <a:off x="3200400" y="2957513"/>
            <a:ext cx="2808288" cy="5286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入射角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反射角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5249" name="Object 17"/>
          <p:cNvGraphicFramePr>
            <a:graphicFrameLocks noChangeAspect="1"/>
          </p:cNvGraphicFramePr>
          <p:nvPr/>
        </p:nvGraphicFramePr>
        <p:xfrm>
          <a:off x="3505200" y="4710113"/>
          <a:ext cx="1841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9" imgW="1575435" imgH="297180" progId="Equation.3">
                  <p:embed/>
                </p:oleObj>
              </mc:Choice>
              <mc:Fallback>
                <p:oleObj name="" r:id="rId9" imgW="1575435" imgH="29718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4710113"/>
                        <a:ext cx="18415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0" name="Object 18"/>
          <p:cNvGraphicFramePr>
            <a:graphicFrameLocks noChangeAspect="1"/>
          </p:cNvGraphicFramePr>
          <p:nvPr/>
        </p:nvGraphicFramePr>
        <p:xfrm>
          <a:off x="5372100" y="4419600"/>
          <a:ext cx="1168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1" imgW="991235" imgH="782320" progId="Equation.3">
                  <p:embed/>
                </p:oleObj>
              </mc:Choice>
              <mc:Fallback>
                <p:oleObj name="" r:id="rId11" imgW="991235" imgH="78232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2100" y="4419600"/>
                        <a:ext cx="1168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1" name="Object 19"/>
          <p:cNvGraphicFramePr>
            <a:graphicFrameLocks noChangeAspect="1"/>
          </p:cNvGraphicFramePr>
          <p:nvPr/>
        </p:nvGraphicFramePr>
        <p:xfrm>
          <a:off x="1143000" y="5181600"/>
          <a:ext cx="240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3" imgW="2059940" imgH="451485" progId="Equation.3">
                  <p:embed/>
                </p:oleObj>
              </mc:Choice>
              <mc:Fallback>
                <p:oleObj name="" r:id="rId13" imgW="2059940" imgH="45148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5181600"/>
                        <a:ext cx="24003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52" name="Group 20"/>
          <p:cNvGrpSpPr/>
          <p:nvPr/>
        </p:nvGrpSpPr>
        <p:grpSpPr>
          <a:xfrm>
            <a:off x="6337300" y="2438400"/>
            <a:ext cx="2193925" cy="1717675"/>
            <a:chOff x="3936" y="1392"/>
            <a:chExt cx="1535" cy="1200"/>
          </a:xfrm>
        </p:grpSpPr>
        <p:graphicFrame>
          <p:nvGraphicFramePr>
            <p:cNvPr id="33812" name="Object 21"/>
            <p:cNvGraphicFramePr>
              <a:graphicFrameLocks noChangeAspect="1"/>
            </p:cNvGraphicFramePr>
            <p:nvPr/>
          </p:nvGraphicFramePr>
          <p:xfrm>
            <a:off x="5232" y="1392"/>
            <a:ext cx="23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5" imgW="99060" imgH="121285" progId="Equation.3">
                    <p:embed/>
                  </p:oleObj>
                </mc:Choice>
                <mc:Fallback>
                  <p:oleObj name="" r:id="rId15" imgW="99060" imgH="121285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2" y="1392"/>
                          <a:ext cx="239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13" name="Group 22"/>
            <p:cNvGrpSpPr/>
            <p:nvPr/>
          </p:nvGrpSpPr>
          <p:grpSpPr>
            <a:xfrm>
              <a:off x="3936" y="1558"/>
              <a:ext cx="1248" cy="1034"/>
              <a:chOff x="3744" y="1462"/>
              <a:chExt cx="1248" cy="1034"/>
            </a:xfrm>
          </p:grpSpPr>
          <p:sp>
            <p:nvSpPr>
              <p:cNvPr id="33814" name="Line 23"/>
              <p:cNvSpPr/>
              <p:nvPr/>
            </p:nvSpPr>
            <p:spPr>
              <a:xfrm flipV="1">
                <a:off x="3744" y="1462"/>
                <a:ext cx="1248" cy="1034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33815" name="Object 24"/>
              <p:cNvGraphicFramePr>
                <a:graphicFrameLocks noChangeAspect="1"/>
              </p:cNvGraphicFramePr>
              <p:nvPr/>
            </p:nvGraphicFramePr>
            <p:xfrm>
              <a:off x="4416" y="1536"/>
              <a:ext cx="283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3" name="" r:id="rId17" imgW="154305" imgH="121285" progId="Equation.3">
                      <p:embed/>
                    </p:oleObj>
                  </mc:Choice>
                  <mc:Fallback>
                    <p:oleObj name="" r:id="rId17" imgW="154305" imgH="121285" progId="Equation.3">
                      <p:embed/>
                      <p:pic>
                        <p:nvPicPr>
                          <p:cNvPr id="0" name="图片 3202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16" y="1536"/>
                            <a:ext cx="283" cy="2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95257" name="Object 25"/>
          <p:cNvGraphicFramePr>
            <a:graphicFrameLocks noChangeAspect="1"/>
          </p:cNvGraphicFramePr>
          <p:nvPr/>
        </p:nvGraphicFramePr>
        <p:xfrm>
          <a:off x="6473825" y="3949700"/>
          <a:ext cx="3159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9" imgW="109855" imgH="121285" progId="Equation.3">
                  <p:embed/>
                </p:oleObj>
              </mc:Choice>
              <mc:Fallback>
                <p:oleObj name="" r:id="rId19" imgW="109855" imgH="12128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73825" y="3949700"/>
                        <a:ext cx="315913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8" name="Arc 26"/>
          <p:cNvSpPr/>
          <p:nvPr/>
        </p:nvSpPr>
        <p:spPr>
          <a:xfrm>
            <a:off x="6748463" y="3825875"/>
            <a:ext cx="82550" cy="123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292624" y="26707927"/>
              </a:cxn>
              <a:cxn ang="0">
                <a:pos x="0" y="17854234"/>
              </a:cxn>
            </a:cxnLst>
            <a:pathLst>
              <a:path w="21600" h="32311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56"/>
                  <a:pt x="20620" y="29048"/>
                  <a:pt x="18757" y="32311"/>
                </a:cubicBezTo>
              </a:path>
              <a:path w="21600" h="32311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56"/>
                  <a:pt x="20620" y="29048"/>
                  <a:pt x="18757" y="3231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5259" name="Group 27"/>
          <p:cNvGrpSpPr/>
          <p:nvPr/>
        </p:nvGrpSpPr>
        <p:grpSpPr>
          <a:xfrm>
            <a:off x="7366000" y="3262313"/>
            <a:ext cx="315913" cy="1030287"/>
            <a:chOff x="4656" y="1968"/>
            <a:chExt cx="221" cy="720"/>
          </a:xfrm>
        </p:grpSpPr>
        <p:graphicFrame>
          <p:nvGraphicFramePr>
            <p:cNvPr id="33819" name="Object 28"/>
            <p:cNvGraphicFramePr>
              <a:graphicFrameLocks noChangeAspect="1"/>
            </p:cNvGraphicFramePr>
            <p:nvPr/>
          </p:nvGraphicFramePr>
          <p:xfrm>
            <a:off x="4656" y="244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21" imgW="109855" imgH="121285" progId="Equation.3">
                    <p:embed/>
                  </p:oleObj>
                </mc:Choice>
                <mc:Fallback>
                  <p:oleObj name="" r:id="rId21" imgW="109855" imgH="121285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56" y="244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0" name="Line 29"/>
            <p:cNvSpPr/>
            <p:nvPr/>
          </p:nvSpPr>
          <p:spPr>
            <a:xfrm>
              <a:off x="4752" y="1968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95262" name="Object 30"/>
          <p:cNvGraphicFramePr>
            <a:graphicFrameLocks noChangeAspect="1"/>
          </p:cNvGraphicFramePr>
          <p:nvPr/>
        </p:nvGraphicFramePr>
        <p:xfrm>
          <a:off x="7515225" y="3468688"/>
          <a:ext cx="293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23" imgW="99060" imgH="121285" progId="Equation.3">
                  <p:embed/>
                </p:oleObj>
              </mc:Choice>
              <mc:Fallback>
                <p:oleObj name="" r:id="rId23" imgW="99060" imgH="121285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15225" y="3468688"/>
                        <a:ext cx="293688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63" name="Group 31"/>
          <p:cNvGrpSpPr/>
          <p:nvPr/>
        </p:nvGrpSpPr>
        <p:grpSpPr>
          <a:xfrm>
            <a:off x="6473825" y="3468688"/>
            <a:ext cx="292100" cy="481012"/>
            <a:chOff x="4032" y="2112"/>
            <a:chExt cx="204" cy="336"/>
          </a:xfrm>
        </p:grpSpPr>
        <p:graphicFrame>
          <p:nvGraphicFramePr>
            <p:cNvPr id="33823" name="Object 32"/>
            <p:cNvGraphicFramePr>
              <a:graphicFrameLocks noChangeAspect="1"/>
            </p:cNvGraphicFramePr>
            <p:nvPr/>
          </p:nvGraphicFramePr>
          <p:xfrm>
            <a:off x="4032" y="2112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25" imgW="99060" imgH="99060" progId="Equation.3">
                    <p:embed/>
                  </p:oleObj>
                </mc:Choice>
                <mc:Fallback>
                  <p:oleObj name="" r:id="rId25" imgW="99060" imgH="9906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2" y="2112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Line 33"/>
            <p:cNvSpPr/>
            <p:nvPr/>
          </p:nvSpPr>
          <p:spPr>
            <a:xfrm>
              <a:off x="4128" y="2256"/>
              <a:ext cx="96" cy="19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5266" name="Group 34"/>
          <p:cNvGrpSpPr/>
          <p:nvPr/>
        </p:nvGrpSpPr>
        <p:grpSpPr>
          <a:xfrm>
            <a:off x="7366000" y="2968625"/>
            <a:ext cx="636588" cy="485775"/>
            <a:chOff x="4656" y="1763"/>
            <a:chExt cx="445" cy="339"/>
          </a:xfrm>
        </p:grpSpPr>
        <p:grpSp>
          <p:nvGrpSpPr>
            <p:cNvPr id="33826" name="Group 35"/>
            <p:cNvGrpSpPr/>
            <p:nvPr/>
          </p:nvGrpSpPr>
          <p:grpSpPr>
            <a:xfrm>
              <a:off x="4656" y="1863"/>
              <a:ext cx="249" cy="239"/>
              <a:chOff x="4656" y="1863"/>
              <a:chExt cx="249" cy="239"/>
            </a:xfrm>
          </p:grpSpPr>
          <p:sp>
            <p:nvSpPr>
              <p:cNvPr id="33827" name="Arc 36"/>
              <p:cNvSpPr/>
              <p:nvPr/>
            </p:nvSpPr>
            <p:spPr>
              <a:xfrm>
                <a:off x="4848" y="1863"/>
                <a:ext cx="57" cy="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32311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</a:path>
                  <a:path w="21600" h="32311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28" name="Arc 37"/>
              <p:cNvSpPr/>
              <p:nvPr/>
            </p:nvSpPr>
            <p:spPr>
              <a:xfrm rot="10800000">
                <a:off x="4656" y="2016"/>
                <a:ext cx="57" cy="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32311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</a:path>
                  <a:path w="21600" h="32311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aphicFrame>
          <p:nvGraphicFramePr>
            <p:cNvPr id="33829" name="Object 38"/>
            <p:cNvGraphicFramePr>
              <a:graphicFrameLocks noChangeAspect="1"/>
            </p:cNvGraphicFramePr>
            <p:nvPr/>
          </p:nvGraphicFramePr>
          <p:xfrm>
            <a:off x="4896" y="1763"/>
            <a:ext cx="205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27" imgW="99060" imgH="99060" progId="Equation.3">
                    <p:embed/>
                  </p:oleObj>
                </mc:Choice>
                <mc:Fallback>
                  <p:oleObj name="" r:id="rId27" imgW="99060" imgH="9906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96" y="1763"/>
                          <a:ext cx="205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71" name="Line 39"/>
          <p:cNvSpPr/>
          <p:nvPr/>
        </p:nvSpPr>
        <p:spPr>
          <a:xfrm>
            <a:off x="7512050" y="3262313"/>
            <a:ext cx="541338" cy="549275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95272" name="Text Box 40"/>
          <p:cNvSpPr txBox="1"/>
          <p:nvPr/>
        </p:nvSpPr>
        <p:spPr>
          <a:xfrm>
            <a:off x="4267200" y="1371600"/>
            <a:ext cx="457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轴平行于光线反射方向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73" name="Text Box 41"/>
          <p:cNvSpPr txBox="1"/>
          <p:nvPr/>
        </p:nvSpPr>
        <p:spPr>
          <a:xfrm>
            <a:off x="304800" y="40386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从而      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AO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OM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95274" name="Object 42"/>
          <p:cNvGraphicFramePr>
            <a:graphicFrameLocks noChangeAspect="1"/>
          </p:cNvGraphicFramePr>
          <p:nvPr/>
        </p:nvGraphicFramePr>
        <p:xfrm>
          <a:off x="1828800" y="4684713"/>
          <a:ext cx="163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29" imgW="1398905" imgH="253365" progId="Equation.3">
                  <p:embed/>
                </p:oleObj>
              </mc:Choice>
              <mc:Fallback>
                <p:oleObj name="" r:id="rId29" imgW="1398905" imgH="25336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4684713"/>
                        <a:ext cx="1638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5" name="Text Box 43"/>
          <p:cNvSpPr txBox="1"/>
          <p:nvPr/>
        </p:nvSpPr>
        <p:spPr>
          <a:xfrm>
            <a:off x="5441950" y="319088"/>
            <a:ext cx="3473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要求点光源的光线反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76" name="Text Box 44"/>
          <p:cNvSpPr txBox="1"/>
          <p:nvPr/>
        </p:nvSpPr>
        <p:spPr>
          <a:xfrm>
            <a:off x="304800" y="852488"/>
            <a:ext cx="40068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射出去有良好的方向性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77" name="Text Box 45"/>
          <p:cNvSpPr txBox="1"/>
          <p:nvPr/>
        </p:nvSpPr>
        <p:spPr>
          <a:xfrm>
            <a:off x="4114800" y="838200"/>
            <a:ext cx="3562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试求反射镜面的形状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78" name="Text Box 46"/>
          <p:cNvSpPr txBox="1"/>
          <p:nvPr/>
        </p:nvSpPr>
        <p:spPr>
          <a:xfrm>
            <a:off x="609600" y="4567238"/>
            <a:ext cx="12811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而 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AO </a:t>
            </a:r>
            <a:endParaRPr lang="en-US" altLang="zh-CN" sz="280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79" name="Text Box 47"/>
          <p:cNvSpPr txBox="1"/>
          <p:nvPr/>
        </p:nvSpPr>
        <p:spPr>
          <a:xfrm>
            <a:off x="304800" y="5729288"/>
            <a:ext cx="29956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于是得微分方程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5280" name="Object 48"/>
          <p:cNvGraphicFramePr>
            <a:graphicFrameLocks noChangeAspect="1"/>
          </p:cNvGraphicFramePr>
          <p:nvPr/>
        </p:nvGraphicFramePr>
        <p:xfrm>
          <a:off x="3810000" y="5562600"/>
          <a:ext cx="87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1" imgW="737870" imgH="782320" progId="Equation.3">
                  <p:embed/>
                </p:oleObj>
              </mc:Choice>
              <mc:Fallback>
                <p:oleObj name="" r:id="rId31" imgW="737870" imgH="78232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5562600"/>
                        <a:ext cx="876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1" name="Object 49"/>
          <p:cNvGraphicFramePr>
            <a:graphicFrameLocks noChangeAspect="1"/>
          </p:cNvGraphicFramePr>
          <p:nvPr/>
        </p:nvGraphicFramePr>
        <p:xfrm>
          <a:off x="4760913" y="5713413"/>
          <a:ext cx="1701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33" imgW="1454150" imgH="451485" progId="Equation.3">
                  <p:embed/>
                </p:oleObj>
              </mc:Choice>
              <mc:Fallback>
                <p:oleObj name="" r:id="rId33" imgW="1454150" imgH="451485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0913" y="5713413"/>
                        <a:ext cx="17018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282" name="Group 50"/>
          <p:cNvGrpSpPr/>
          <p:nvPr/>
        </p:nvGrpSpPr>
        <p:grpSpPr>
          <a:xfrm>
            <a:off x="7023100" y="2849563"/>
            <a:ext cx="1304925" cy="2198687"/>
            <a:chOff x="4424" y="1795"/>
            <a:chExt cx="822" cy="1385"/>
          </a:xfrm>
        </p:grpSpPr>
        <p:grpSp>
          <p:nvGrpSpPr>
            <p:cNvPr id="33842" name="Group 51"/>
            <p:cNvGrpSpPr/>
            <p:nvPr/>
          </p:nvGrpSpPr>
          <p:grpSpPr>
            <a:xfrm>
              <a:off x="4424" y="1795"/>
              <a:ext cx="822" cy="1385"/>
              <a:chOff x="4424" y="1795"/>
              <a:chExt cx="822" cy="1385"/>
            </a:xfrm>
          </p:grpSpPr>
          <p:sp>
            <p:nvSpPr>
              <p:cNvPr id="33843" name="Freeform 52"/>
              <p:cNvSpPr/>
              <p:nvPr/>
            </p:nvSpPr>
            <p:spPr>
              <a:xfrm>
                <a:off x="4424" y="1795"/>
                <a:ext cx="605" cy="1385"/>
              </a:xfrm>
              <a:custGeom>
                <a:avLst/>
                <a:gdLst/>
                <a:ahLst/>
                <a:cxnLst>
                  <a:cxn ang="0">
                    <a:pos x="398" y="0"/>
                  </a:cxn>
                  <a:cxn ang="0">
                    <a:pos x="113" y="228"/>
                  </a:cxn>
                  <a:cxn ang="0">
                    <a:pos x="0" y="459"/>
                  </a:cxn>
                  <a:cxn ang="0">
                    <a:pos x="113" y="687"/>
                  </a:cxn>
                  <a:cxn ang="0">
                    <a:pos x="398" y="915"/>
                  </a:cxn>
                </a:cxnLst>
                <a:pathLst>
                  <a:path w="672" h="1536">
                    <a:moveTo>
                      <a:pt x="672" y="0"/>
                    </a:moveTo>
                    <a:cubicBezTo>
                      <a:pt x="488" y="128"/>
                      <a:pt x="304" y="256"/>
                      <a:pt x="192" y="384"/>
                    </a:cubicBezTo>
                    <a:cubicBezTo>
                      <a:pt x="80" y="512"/>
                      <a:pt x="0" y="640"/>
                      <a:pt x="0" y="768"/>
                    </a:cubicBezTo>
                    <a:cubicBezTo>
                      <a:pt x="0" y="896"/>
                      <a:pt x="80" y="1024"/>
                      <a:pt x="192" y="1152"/>
                    </a:cubicBezTo>
                    <a:cubicBezTo>
                      <a:pt x="304" y="1280"/>
                      <a:pt x="592" y="1472"/>
                      <a:pt x="672" y="153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3844" name="Line 53"/>
              <p:cNvSpPr/>
              <p:nvPr/>
            </p:nvSpPr>
            <p:spPr>
              <a:xfrm>
                <a:off x="4727" y="2034"/>
                <a:ext cx="519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3845" name="Line 54"/>
              <p:cNvSpPr/>
              <p:nvPr/>
            </p:nvSpPr>
            <p:spPr>
              <a:xfrm flipV="1">
                <a:off x="4597" y="2012"/>
                <a:ext cx="130" cy="476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33846" name="Oval 55"/>
            <p:cNvSpPr/>
            <p:nvPr/>
          </p:nvSpPr>
          <p:spPr>
            <a:xfrm>
              <a:off x="4574" y="2462"/>
              <a:ext cx="34" cy="34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7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27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7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24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524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7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  <p:bldP spid="95242" grpId="0"/>
      <p:bldP spid="95243" grpId="0" build="p"/>
      <p:bldP spid="95245" grpId="0" advAuto="1000" build="p"/>
      <p:bldP spid="95246" grpId="0"/>
      <p:bldP spid="95247" grpId="0"/>
      <p:bldP spid="95248" grpId="0" animBg="1"/>
      <p:bldP spid="95272" grpId="0"/>
      <p:bldP spid="95273" grpId="0"/>
      <p:bldP spid="95275" grpId="0" build="p"/>
      <p:bldP spid="95276" grpId="0" advAuto="1000" build="p"/>
      <p:bldP spid="95277" grpId="0" build="p"/>
      <p:bldP spid="95278" grpId="0" build="p"/>
      <p:bldP spid="952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Text Box 2"/>
          <p:cNvSpPr txBox="1"/>
          <p:nvPr/>
        </p:nvSpPr>
        <p:spPr>
          <a:xfrm>
            <a:off x="609600" y="381000"/>
            <a:ext cx="548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利用曲线的对称性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不妨设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&gt; 0,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1738313" y="898525"/>
          <a:ext cx="29860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" imgW="2555875" imgH="782320" progId="Equation.3">
                  <p:embed/>
                </p:oleObj>
              </mc:Choice>
              <mc:Fallback>
                <p:oleObj name="" r:id="rId1" imgW="2555875" imgH="78232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38313" y="898525"/>
                        <a:ext cx="2986087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4038600" y="914400"/>
          <a:ext cx="2413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3" imgW="209550" imgH="782320" progId="Equation.3">
                  <p:embed/>
                </p:oleObj>
              </mc:Choice>
              <mc:Fallback>
                <p:oleObj name="" r:id="rId3" imgW="209550" imgH="78232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38600" y="914400"/>
                        <a:ext cx="241300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4173538" y="1914525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5" imgW="1244600" imgH="352425" progId="Equation.3">
                  <p:embed/>
                </p:oleObj>
              </mc:Choice>
              <mc:Fallback>
                <p:oleObj name="" r:id="rId5" imgW="1244600" imgH="352425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73538" y="1914525"/>
                        <a:ext cx="1460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/>
          <p:cNvGraphicFramePr>
            <a:graphicFrameLocks noChangeAspect="1"/>
          </p:cNvGraphicFramePr>
          <p:nvPr/>
        </p:nvGraphicFramePr>
        <p:xfrm>
          <a:off x="2643188" y="1676400"/>
          <a:ext cx="13890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7" imgW="1189990" imgH="782320" progId="Equation.3">
                  <p:embed/>
                </p:oleObj>
              </mc:Choice>
              <mc:Fallback>
                <p:oleObj name="" r:id="rId7" imgW="1189990" imgH="78232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43188" y="1676400"/>
                        <a:ext cx="1389062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1474788" y="2540000"/>
          <a:ext cx="2259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9" imgW="1938655" imgH="782320" progId="Equation.3">
                  <p:embed/>
                </p:oleObj>
              </mc:Choice>
              <mc:Fallback>
                <p:oleObj name="" r:id="rId9" imgW="1938655" imgH="78232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4788" y="2540000"/>
                        <a:ext cx="2259012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5843588" y="1676400"/>
          <a:ext cx="2005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1" imgW="1718945" imgH="782320" progId="Equation.3">
                  <p:embed/>
                </p:oleObj>
              </mc:Choice>
              <mc:Fallback>
                <p:oleObj name="" r:id="rId11" imgW="1718945" imgH="78232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43588" y="1676400"/>
                        <a:ext cx="2005012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1622425" y="3378200"/>
          <a:ext cx="41687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13" imgW="1520190" imgH="242570" progId="Equation.3">
                  <p:embed/>
                </p:oleObj>
              </mc:Choice>
              <mc:Fallback>
                <p:oleObj name="" r:id="rId13" imgW="1520190" imgH="24257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22425" y="3378200"/>
                        <a:ext cx="4168775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6" name="Text Box 10"/>
          <p:cNvSpPr txBox="1"/>
          <p:nvPr/>
        </p:nvSpPr>
        <p:spPr>
          <a:xfrm>
            <a:off x="327025" y="352425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6267" name="Text Box 11"/>
          <p:cNvSpPr txBox="1"/>
          <p:nvPr/>
        </p:nvSpPr>
        <p:spPr>
          <a:xfrm>
            <a:off x="347663" y="4306888"/>
            <a:ext cx="11001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2095500" y="4064000"/>
          <a:ext cx="2019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5" imgW="1729740" imgH="815340" progId="Equation.3">
                  <p:embed/>
                </p:oleObj>
              </mc:Choice>
              <mc:Fallback>
                <p:oleObj name="" r:id="rId15" imgW="1729740" imgH="81534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5500" y="4064000"/>
                        <a:ext cx="20193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9" name="Object 13"/>
          <p:cNvGraphicFramePr>
            <a:graphicFrameLocks noChangeAspect="1"/>
          </p:cNvGraphicFramePr>
          <p:nvPr/>
        </p:nvGraphicFramePr>
        <p:xfrm>
          <a:off x="419100" y="5219700"/>
          <a:ext cx="194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7" imgW="1663700" imgH="363855" progId="Equation.3">
                  <p:embed/>
                </p:oleObj>
              </mc:Choice>
              <mc:Fallback>
                <p:oleObj name="" r:id="rId17" imgW="1663700" imgH="363855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9100" y="5219700"/>
                        <a:ext cx="1943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0" name="Text Box 14"/>
          <p:cNvSpPr txBox="1"/>
          <p:nvPr/>
        </p:nvSpPr>
        <p:spPr>
          <a:xfrm>
            <a:off x="2362200" y="5119688"/>
            <a:ext cx="1219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6271" name="Line 15"/>
          <p:cNvSpPr/>
          <p:nvPr/>
        </p:nvSpPr>
        <p:spPr>
          <a:xfrm>
            <a:off x="2362200" y="1752600"/>
            <a:ext cx="0" cy="762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96272" name="Object 16"/>
          <p:cNvGraphicFramePr>
            <a:graphicFrameLocks noChangeAspect="1"/>
          </p:cNvGraphicFramePr>
          <p:nvPr/>
        </p:nvGraphicFramePr>
        <p:xfrm>
          <a:off x="2933700" y="5016500"/>
          <a:ext cx="2476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9" imgW="2125980" imgH="716280" progId="Equation.3">
                  <p:embed/>
                </p:oleObj>
              </mc:Choice>
              <mc:Fallback>
                <p:oleObj name="" r:id="rId19" imgW="2125980" imgH="71628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3700" y="5016500"/>
                        <a:ext cx="24765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3" name="Text Box 17"/>
          <p:cNvSpPr txBox="1"/>
          <p:nvPr/>
        </p:nvSpPr>
        <p:spPr>
          <a:xfrm>
            <a:off x="5410200" y="513873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抛物线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6274" name="Rectangle 18"/>
          <p:cNvSpPr/>
          <p:nvPr/>
        </p:nvSpPr>
        <p:spPr>
          <a:xfrm>
            <a:off x="5867400" y="3352800"/>
            <a:ext cx="2895600" cy="16764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6275" name="Object 19"/>
          <p:cNvGraphicFramePr>
            <a:graphicFrameLocks noChangeAspect="1"/>
          </p:cNvGraphicFramePr>
          <p:nvPr/>
        </p:nvGraphicFramePr>
        <p:xfrm>
          <a:off x="6135688" y="4178300"/>
          <a:ext cx="2474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21" imgW="2125980" imgH="716280" progId="Equation.3">
                  <p:embed/>
                </p:oleObj>
              </mc:Choice>
              <mc:Fallback>
                <p:oleObj name="" r:id="rId21" imgW="2125980" imgH="71628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35688" y="4178300"/>
                        <a:ext cx="247491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6" name="Object 20"/>
          <p:cNvGraphicFramePr>
            <a:graphicFrameLocks noChangeAspect="1"/>
          </p:cNvGraphicFramePr>
          <p:nvPr/>
        </p:nvGraphicFramePr>
        <p:xfrm>
          <a:off x="6084888" y="3416300"/>
          <a:ext cx="2297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23" imgW="1972310" imgH="716280" progId="Equation.3">
                  <p:embed/>
                </p:oleObj>
              </mc:Choice>
              <mc:Fallback>
                <p:oleObj name="" r:id="rId23" imgW="1972310" imgH="71628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84888" y="3416300"/>
                        <a:ext cx="229711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7" name="Text Box 21"/>
          <p:cNvSpPr txBox="1"/>
          <p:nvPr/>
        </p:nvSpPr>
        <p:spPr>
          <a:xfrm>
            <a:off x="304800" y="5729288"/>
            <a:ext cx="4419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故反射镜面为旋转抛物面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6278" name="Text Box 22"/>
          <p:cNvSpPr txBox="1"/>
          <p:nvPr/>
        </p:nvSpPr>
        <p:spPr>
          <a:xfrm>
            <a:off x="5715000" y="381000"/>
            <a:ext cx="2514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于是方程化为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6279" name="Text Box 23"/>
          <p:cNvSpPr txBox="1"/>
          <p:nvPr/>
        </p:nvSpPr>
        <p:spPr>
          <a:xfrm>
            <a:off x="5013325" y="981075"/>
            <a:ext cx="1695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4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</a:t>
            </a:r>
            <a:r>
              <a:rPr lang="en-US" altLang="zh-CN" sz="24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dirty="0">
              <a:solidFill>
                <a:srgbClr val="A5FFA5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2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6" grpId="0"/>
      <p:bldP spid="96267" grpId="0"/>
      <p:bldP spid="96270" grpId="0"/>
      <p:bldP spid="96273" grpId="0"/>
      <p:bldP spid="96277" grpId="0"/>
      <p:bldP spid="96278" grpId="0"/>
      <p:bldP spid="9627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2"/>
          <p:cNvSpPr txBox="1"/>
          <p:nvPr/>
        </p:nvSpPr>
        <p:spPr>
          <a:xfrm>
            <a:off x="304800" y="2039938"/>
            <a:ext cx="3276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顶到底的距离为</a:t>
            </a:r>
            <a:r>
              <a:rPr lang="zh-CN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352800" y="3505200"/>
          <a:ext cx="1104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936625" imgH="859155" progId="Equation.3">
                  <p:embed/>
                </p:oleObj>
              </mc:Choice>
              <mc:Fallback>
                <p:oleObj name="" r:id="rId1" imgW="936625" imgH="859155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52800" y="3505200"/>
                        <a:ext cx="11049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590550"/>
            <a:ext cx="1404938" cy="763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说明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: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35844" name="Object 5"/>
          <p:cNvGraphicFramePr>
            <a:graphicFrameLocks noChangeAspect="1"/>
          </p:cNvGraphicFramePr>
          <p:nvPr/>
        </p:nvGraphicFramePr>
        <p:xfrm>
          <a:off x="1862138" y="369888"/>
          <a:ext cx="2400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3" imgW="2059940" imgH="462915" progId="Equation.3">
                  <p:embed/>
                </p:oleObj>
              </mc:Choice>
              <mc:Fallback>
                <p:oleObj name="" r:id="rId3" imgW="2059940" imgH="462915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2138" y="369888"/>
                        <a:ext cx="24003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2044700" y="2590800"/>
          <a:ext cx="2755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5" imgW="2368550" imgH="716280" progId="Equation.3">
                  <p:embed/>
                </p:oleObj>
              </mc:Choice>
              <mc:Fallback>
                <p:oleObj name="" r:id="rId5" imgW="2368550" imgH="71628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44700" y="2590800"/>
                        <a:ext cx="2755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7" name="Text Box 7"/>
          <p:cNvSpPr txBox="1"/>
          <p:nvPr/>
        </p:nvSpPr>
        <p:spPr>
          <a:xfrm>
            <a:off x="3352800" y="2022475"/>
            <a:ext cx="13731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则将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7288" name="Text Box 8"/>
          <p:cNvSpPr txBox="1"/>
          <p:nvPr/>
        </p:nvSpPr>
        <p:spPr>
          <a:xfrm>
            <a:off x="304800" y="4510088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这时旋转曲面方程为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7289" name="Object 9"/>
          <p:cNvGraphicFramePr>
            <a:graphicFrameLocks noChangeAspect="1"/>
          </p:cNvGraphicFramePr>
          <p:nvPr/>
        </p:nvGraphicFramePr>
        <p:xfrm>
          <a:off x="1905000" y="5105400"/>
          <a:ext cx="3505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7" imgW="3018790" imgH="859155" progId="Equation.3">
                  <p:embed/>
                </p:oleObj>
              </mc:Choice>
              <mc:Fallback>
                <p:oleObj name="" r:id="rId7" imgW="3018790" imgH="859155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5105400"/>
                        <a:ext cx="35052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10"/>
          <p:cNvGraphicFramePr>
            <a:graphicFrameLocks noChangeAspect="1"/>
          </p:cNvGraphicFramePr>
          <p:nvPr/>
        </p:nvGraphicFramePr>
        <p:xfrm>
          <a:off x="7543800" y="1981200"/>
          <a:ext cx="3127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9" imgW="88265" imgH="132080" progId="Equation.3">
                  <p:embed/>
                </p:oleObj>
              </mc:Choice>
              <mc:Fallback>
                <p:oleObj name="" r:id="rId9" imgW="88265" imgH="13208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43800" y="1981200"/>
                        <a:ext cx="312738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1" name="Line 11"/>
          <p:cNvSpPr/>
          <p:nvPr/>
        </p:nvSpPr>
        <p:spPr>
          <a:xfrm>
            <a:off x="7988300" y="914400"/>
            <a:ext cx="0" cy="2209800"/>
          </a:xfrm>
          <a:prstGeom prst="line">
            <a:avLst/>
          </a:prstGeom>
          <a:ln w="28575" cap="flat" cmpd="sng">
            <a:solidFill>
              <a:srgbClr val="66FF66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97292" name="Object 12"/>
          <p:cNvGraphicFramePr>
            <a:graphicFrameLocks noChangeAspect="1"/>
          </p:cNvGraphicFramePr>
          <p:nvPr/>
        </p:nvGraphicFramePr>
        <p:xfrm>
          <a:off x="8034338" y="1465263"/>
          <a:ext cx="3476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1" imgW="99060" imgH="132080" progId="Equation.3">
                  <p:embed/>
                </p:oleObj>
              </mc:Choice>
              <mc:Fallback>
                <p:oleObj name="" r:id="rId11" imgW="99060" imgH="13208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34338" y="1465263"/>
                        <a:ext cx="347662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661988" y="1371600"/>
            <a:ext cx="54340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若已知反射镜面的底面直径为 </a:t>
            </a:r>
            <a:r>
              <a:rPr kumimoji="0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d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,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97294" name="Text Box 14"/>
          <p:cNvSpPr txBox="1"/>
          <p:nvPr/>
        </p:nvSpPr>
        <p:spPr>
          <a:xfrm>
            <a:off x="304800" y="3698875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代入通解表达式得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97295" name="Group 15"/>
          <p:cNvGrpSpPr/>
          <p:nvPr/>
        </p:nvGrpSpPr>
        <p:grpSpPr>
          <a:xfrm>
            <a:off x="6019800" y="2057400"/>
            <a:ext cx="1228725" cy="1236663"/>
            <a:chOff x="3792" y="1296"/>
            <a:chExt cx="774" cy="779"/>
          </a:xfrm>
        </p:grpSpPr>
        <p:graphicFrame>
          <p:nvGraphicFramePr>
            <p:cNvPr id="35855" name="Object 16"/>
            <p:cNvGraphicFramePr>
              <a:graphicFrameLocks noChangeAspect="1"/>
            </p:cNvGraphicFramePr>
            <p:nvPr/>
          </p:nvGraphicFramePr>
          <p:xfrm>
            <a:off x="3792" y="1632"/>
            <a:ext cx="774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3" name="" r:id="rId13" imgW="440690" imgH="242570" progId="Equation.3">
                    <p:embed/>
                  </p:oleObj>
                </mc:Choice>
                <mc:Fallback>
                  <p:oleObj name="" r:id="rId13" imgW="440690" imgH="242570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92" y="1632"/>
                          <a:ext cx="774" cy="4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6" name="Line 17"/>
            <p:cNvSpPr/>
            <p:nvPr/>
          </p:nvSpPr>
          <p:spPr>
            <a:xfrm flipV="1">
              <a:off x="4272" y="1296"/>
              <a:ext cx="96" cy="336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5857" name="Group 18"/>
          <p:cNvGrpSpPr/>
          <p:nvPr/>
        </p:nvGrpSpPr>
        <p:grpSpPr>
          <a:xfrm>
            <a:off x="6324600" y="568325"/>
            <a:ext cx="2351088" cy="2533650"/>
            <a:chOff x="3984" y="358"/>
            <a:chExt cx="1481" cy="1596"/>
          </a:xfrm>
        </p:grpSpPr>
        <p:grpSp>
          <p:nvGrpSpPr>
            <p:cNvPr id="35858" name="Group 19"/>
            <p:cNvGrpSpPr/>
            <p:nvPr/>
          </p:nvGrpSpPr>
          <p:grpSpPr>
            <a:xfrm>
              <a:off x="3984" y="358"/>
              <a:ext cx="1481" cy="1596"/>
              <a:chOff x="3992" y="2196"/>
              <a:chExt cx="1481" cy="1596"/>
            </a:xfrm>
          </p:grpSpPr>
          <p:grpSp>
            <p:nvGrpSpPr>
              <p:cNvPr id="35859" name="Group 20"/>
              <p:cNvGrpSpPr/>
              <p:nvPr/>
            </p:nvGrpSpPr>
            <p:grpSpPr>
              <a:xfrm>
                <a:off x="3992" y="2196"/>
                <a:ext cx="1481" cy="1466"/>
                <a:chOff x="3992" y="1584"/>
                <a:chExt cx="1481" cy="1466"/>
              </a:xfrm>
            </p:grpSpPr>
            <p:graphicFrame>
              <p:nvGraphicFramePr>
                <p:cNvPr id="35860" name="Object 21"/>
                <p:cNvGraphicFramePr>
                  <a:graphicFrameLocks noChangeAspect="1"/>
                </p:cNvGraphicFramePr>
                <p:nvPr/>
              </p:nvGraphicFramePr>
              <p:xfrm>
                <a:off x="4427" y="2480"/>
                <a:ext cx="193" cy="2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5" name="" r:id="rId15" imgW="88265" imgH="99060" progId="Equation.3">
                        <p:embed/>
                      </p:oleObj>
                    </mc:Choice>
                    <mc:Fallback>
                      <p:oleObj name="" r:id="rId15" imgW="88265" imgH="99060" progId="Equation.3">
                        <p:embed/>
                        <p:pic>
                          <p:nvPicPr>
                            <p:cNvPr id="0" name="图片 3234"/>
                            <p:cNvPicPr/>
                            <p:nvPr/>
                          </p:nvPicPr>
                          <p:blipFill>
                            <a:blip r:embed="rId1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27" y="2480"/>
                              <a:ext cx="193" cy="21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5861" name="Line 22"/>
                <p:cNvSpPr/>
                <p:nvPr/>
              </p:nvSpPr>
              <p:spPr>
                <a:xfrm>
                  <a:off x="3992" y="2488"/>
                  <a:ext cx="1451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graphicFrame>
              <p:nvGraphicFramePr>
                <p:cNvPr id="35862" name="Object 23"/>
                <p:cNvGraphicFramePr>
                  <a:graphicFrameLocks noChangeAspect="1"/>
                </p:cNvGraphicFramePr>
                <p:nvPr/>
              </p:nvGraphicFramePr>
              <p:xfrm>
                <a:off x="4393" y="1584"/>
                <a:ext cx="215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6" name="" r:id="rId17" imgW="99060" imgH="121285" progId="Equation.3">
                        <p:embed/>
                      </p:oleObj>
                    </mc:Choice>
                    <mc:Fallback>
                      <p:oleObj name="" r:id="rId17" imgW="99060" imgH="121285" progId="Equation.3">
                        <p:embed/>
                        <p:pic>
                          <p:nvPicPr>
                            <p:cNvPr id="0" name="图片 3235"/>
                            <p:cNvPicPr/>
                            <p:nvPr/>
                          </p:nvPicPr>
                          <p:blipFill>
                            <a:blip r:embed="rId18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93" y="1584"/>
                              <a:ext cx="215" cy="25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5863" name="Object 24"/>
                <p:cNvGraphicFramePr>
                  <a:graphicFrameLocks noChangeAspect="1"/>
                </p:cNvGraphicFramePr>
                <p:nvPr/>
              </p:nvGraphicFramePr>
              <p:xfrm>
                <a:off x="5280" y="2523"/>
                <a:ext cx="193" cy="2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40" name="" r:id="rId19" imgW="88265" imgH="99060" progId="Equation.3">
                        <p:embed/>
                      </p:oleObj>
                    </mc:Choice>
                    <mc:Fallback>
                      <p:oleObj name="" r:id="rId19" imgW="88265" imgH="99060" progId="Equation.3">
                        <p:embed/>
                        <p:pic>
                          <p:nvPicPr>
                            <p:cNvPr id="0" name="图片 3239"/>
                            <p:cNvPicPr/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80" y="2523"/>
                              <a:ext cx="193" cy="213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5864" name="Line 25"/>
                <p:cNvSpPr/>
                <p:nvPr/>
              </p:nvSpPr>
              <p:spPr>
                <a:xfrm flipV="1">
                  <a:off x="4597" y="1622"/>
                  <a:ext cx="0" cy="142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35865" name="Group 26"/>
              <p:cNvGrpSpPr/>
              <p:nvPr/>
            </p:nvGrpSpPr>
            <p:grpSpPr>
              <a:xfrm>
                <a:off x="4424" y="2407"/>
                <a:ext cx="822" cy="1385"/>
                <a:chOff x="4424" y="1795"/>
                <a:chExt cx="822" cy="1385"/>
              </a:xfrm>
            </p:grpSpPr>
            <p:grpSp>
              <p:nvGrpSpPr>
                <p:cNvPr id="35866" name="Group 27"/>
                <p:cNvGrpSpPr/>
                <p:nvPr/>
              </p:nvGrpSpPr>
              <p:grpSpPr>
                <a:xfrm>
                  <a:off x="4424" y="1795"/>
                  <a:ext cx="822" cy="1385"/>
                  <a:chOff x="4424" y="1795"/>
                  <a:chExt cx="822" cy="1385"/>
                </a:xfrm>
              </p:grpSpPr>
              <p:sp>
                <p:nvSpPr>
                  <p:cNvPr id="35867" name="Freeform 28"/>
                  <p:cNvSpPr/>
                  <p:nvPr/>
                </p:nvSpPr>
                <p:spPr>
                  <a:xfrm>
                    <a:off x="4424" y="1795"/>
                    <a:ext cx="605" cy="1385"/>
                  </a:xfrm>
                  <a:custGeom>
                    <a:avLst/>
                    <a:gdLst/>
                    <a:ahLst/>
                    <a:cxnLst>
                      <a:cxn ang="0">
                        <a:pos x="398" y="0"/>
                      </a:cxn>
                      <a:cxn ang="0">
                        <a:pos x="113" y="228"/>
                      </a:cxn>
                      <a:cxn ang="0">
                        <a:pos x="0" y="459"/>
                      </a:cxn>
                      <a:cxn ang="0">
                        <a:pos x="113" y="687"/>
                      </a:cxn>
                      <a:cxn ang="0">
                        <a:pos x="398" y="915"/>
                      </a:cxn>
                    </a:cxnLst>
                    <a:pathLst>
                      <a:path w="672" h="1536">
                        <a:moveTo>
                          <a:pt x="672" y="0"/>
                        </a:moveTo>
                        <a:cubicBezTo>
                          <a:pt x="488" y="128"/>
                          <a:pt x="304" y="256"/>
                          <a:pt x="192" y="384"/>
                        </a:cubicBezTo>
                        <a:cubicBezTo>
                          <a:pt x="80" y="512"/>
                          <a:pt x="0" y="640"/>
                          <a:pt x="0" y="768"/>
                        </a:cubicBezTo>
                        <a:cubicBezTo>
                          <a:pt x="0" y="896"/>
                          <a:pt x="80" y="1024"/>
                          <a:pt x="192" y="1152"/>
                        </a:cubicBezTo>
                        <a:cubicBezTo>
                          <a:pt x="304" y="1280"/>
                          <a:pt x="592" y="1472"/>
                          <a:pt x="672" y="1536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35868" name="Line 29"/>
                  <p:cNvSpPr/>
                  <p:nvPr/>
                </p:nvSpPr>
                <p:spPr>
                  <a:xfrm>
                    <a:off x="4727" y="2034"/>
                    <a:ext cx="519" cy="0"/>
                  </a:xfrm>
                  <a:prstGeom prst="line">
                    <a:avLst/>
                  </a:prstGeom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35869" name="Line 30"/>
                  <p:cNvSpPr/>
                  <p:nvPr/>
                </p:nvSpPr>
                <p:spPr>
                  <a:xfrm flipV="1">
                    <a:off x="4597" y="2012"/>
                    <a:ext cx="130" cy="476"/>
                  </a:xfrm>
                  <a:prstGeom prst="line">
                    <a:avLst/>
                  </a:prstGeom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35870" name="Oval 31"/>
                <p:cNvSpPr/>
                <p:nvPr/>
              </p:nvSpPr>
              <p:spPr>
                <a:xfrm>
                  <a:off x="4574" y="2462"/>
                  <a:ext cx="34" cy="34"/>
                </a:xfrm>
                <a:prstGeom prst="ellipse">
                  <a:avLst/>
                </a:prstGeom>
                <a:solidFill>
                  <a:schemeClr val="hlink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aphicFrame>
          <p:nvGraphicFramePr>
            <p:cNvPr id="35871" name="Object 32"/>
            <p:cNvGraphicFramePr>
              <a:graphicFrameLocks noChangeAspect="1"/>
            </p:cNvGraphicFramePr>
            <p:nvPr/>
          </p:nvGraphicFramePr>
          <p:xfrm>
            <a:off x="4224" y="1032"/>
            <a:ext cx="1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21" imgW="109855" imgH="121285" progId="Equation.3">
                    <p:embed/>
                  </p:oleObj>
                </mc:Choice>
                <mc:Fallback>
                  <p:oleObj name="" r:id="rId21" imgW="109855" imgH="121285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24" y="1032"/>
                          <a:ext cx="199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313" name="Line 33"/>
          <p:cNvSpPr/>
          <p:nvPr/>
        </p:nvSpPr>
        <p:spPr>
          <a:xfrm>
            <a:off x="7010400" y="1997075"/>
            <a:ext cx="971550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/>
      <p:bldP spid="97287" grpId="0"/>
      <p:bldP spid="97288" grpId="0"/>
      <p:bldP spid="97293" grpId="0"/>
      <p:bldP spid="972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46482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三、一阶线性微分方程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99331" name="Text Box 3"/>
          <p:cNvSpPr txBox="1"/>
          <p:nvPr/>
        </p:nvSpPr>
        <p:spPr>
          <a:xfrm>
            <a:off x="609600" y="1081088"/>
            <a:ext cx="4724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一阶线性微分方程标准形式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5208588" y="914400"/>
          <a:ext cx="27924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1" imgW="2401570" imgH="782320" progId="Equation.3">
                  <p:embed/>
                </p:oleObj>
              </mc:Choice>
              <mc:Fallback>
                <p:oleObj name="" r:id="rId1" imgW="2401570" imgH="78232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8588" y="914400"/>
                        <a:ext cx="2792412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3" name="Text Box 5"/>
          <p:cNvSpPr txBox="1"/>
          <p:nvPr/>
        </p:nvSpPr>
        <p:spPr>
          <a:xfrm>
            <a:off x="1295400" y="18288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0,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9334" name="Object 6"/>
          <p:cNvGraphicFramePr>
            <a:graphicFrameLocks noChangeAspect="1"/>
          </p:cNvGraphicFramePr>
          <p:nvPr/>
        </p:nvGraphicFramePr>
        <p:xfrm>
          <a:off x="4859338" y="3068638"/>
          <a:ext cx="2259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3" imgW="1938655" imgH="782320" progId="Equation.3">
                  <p:embed/>
                </p:oleObj>
              </mc:Choice>
              <mc:Fallback>
                <p:oleObj name="" r:id="rId3" imgW="1938655" imgH="78232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3068638"/>
                        <a:ext cx="2259012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35" name="Group 7"/>
          <p:cNvGrpSpPr/>
          <p:nvPr/>
        </p:nvGrpSpPr>
        <p:grpSpPr>
          <a:xfrm>
            <a:off x="1295400" y="2438400"/>
            <a:ext cx="2057400" cy="533400"/>
            <a:chOff x="816" y="1584"/>
            <a:chExt cx="1296" cy="336"/>
          </a:xfrm>
        </p:grpSpPr>
        <p:sp>
          <p:nvSpPr>
            <p:cNvPr id="36871" name="Text Box 8"/>
            <p:cNvSpPr txBox="1"/>
            <p:nvPr/>
          </p:nvSpPr>
          <p:spPr>
            <a:xfrm>
              <a:off x="816" y="1584"/>
              <a:ext cx="12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若 </a:t>
              </a:r>
              <a:r>
                <a:rPr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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 0, </a:t>
              </a:r>
              <a:endParaRPr lang="en-US" altLang="zh-CN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872" name="Line 9"/>
            <p:cNvSpPr/>
            <p:nvPr/>
          </p:nvSpPr>
          <p:spPr>
            <a:xfrm>
              <a:off x="1632" y="1632"/>
              <a:ext cx="96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9338" name="Text Box 10"/>
          <p:cNvSpPr txBox="1"/>
          <p:nvPr/>
        </p:nvSpPr>
        <p:spPr>
          <a:xfrm>
            <a:off x="3276600" y="2420938"/>
            <a:ext cx="53276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一阶线性非齐次微分方程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9339" name="Text Box 11"/>
          <p:cNvSpPr txBox="1"/>
          <p:nvPr/>
        </p:nvSpPr>
        <p:spPr>
          <a:xfrm>
            <a:off x="0" y="3208338"/>
            <a:ext cx="450056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解一阶线性齐次微分方程</a:t>
            </a:r>
            <a:endParaRPr lang="zh-CN" altLang="en-US" sz="2800" b="1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9340" name="Text Box 12"/>
          <p:cNvSpPr txBox="1"/>
          <p:nvPr/>
        </p:nvSpPr>
        <p:spPr>
          <a:xfrm>
            <a:off x="1042988" y="41798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9341" name="Object 13"/>
          <p:cNvGraphicFramePr>
            <a:graphicFrameLocks noChangeAspect="1"/>
          </p:cNvGraphicFramePr>
          <p:nvPr/>
        </p:nvGraphicFramePr>
        <p:xfrm>
          <a:off x="3352800" y="3962400"/>
          <a:ext cx="2108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5" imgW="1806575" imgH="782320" progId="Equation.3">
                  <p:embed/>
                </p:oleObj>
              </mc:Choice>
              <mc:Fallback>
                <p:oleObj name="" r:id="rId5" imgW="1806575" imgH="78232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52800" y="3962400"/>
                        <a:ext cx="2108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2" name="Text Box 14"/>
          <p:cNvSpPr txBox="1"/>
          <p:nvPr/>
        </p:nvSpPr>
        <p:spPr>
          <a:xfrm>
            <a:off x="1042988" y="49530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两边积分得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9343" name="Object 15"/>
          <p:cNvGraphicFramePr>
            <a:graphicFrameLocks noChangeAspect="1"/>
          </p:cNvGraphicFramePr>
          <p:nvPr/>
        </p:nvGraphicFramePr>
        <p:xfrm>
          <a:off x="3292475" y="4953000"/>
          <a:ext cx="3795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7" imgW="3272155" imgH="484505" progId="Equation.3">
                  <p:embed/>
                </p:oleObj>
              </mc:Choice>
              <mc:Fallback>
                <p:oleObj name="" r:id="rId7" imgW="3272155" imgH="484505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92475" y="4953000"/>
                        <a:ext cx="3795713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4" name="Text Box 16"/>
          <p:cNvSpPr txBox="1"/>
          <p:nvPr/>
        </p:nvSpPr>
        <p:spPr>
          <a:xfrm>
            <a:off x="1042988" y="57150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故通解为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9345" name="Object 17"/>
          <p:cNvGraphicFramePr>
            <a:graphicFrameLocks noChangeAspect="1"/>
          </p:cNvGraphicFramePr>
          <p:nvPr/>
        </p:nvGraphicFramePr>
        <p:xfrm>
          <a:off x="3316288" y="5702300"/>
          <a:ext cx="23225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9" imgW="1993900" imgH="451485" progId="Equation.3">
                  <p:embed/>
                </p:oleObj>
              </mc:Choice>
              <mc:Fallback>
                <p:oleObj name="" r:id="rId9" imgW="1993900" imgH="451485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16288" y="5702300"/>
                        <a:ext cx="2322512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6" name="Text Box 18"/>
          <p:cNvSpPr txBox="1"/>
          <p:nvPr/>
        </p:nvSpPr>
        <p:spPr>
          <a:xfrm>
            <a:off x="3276600" y="1828800"/>
            <a:ext cx="53990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一阶线性齐次微分方程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9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/>
      <p:bldP spid="99333" grpId="0"/>
      <p:bldP spid="99338" grpId="0"/>
      <p:bldP spid="99339" grpId="0"/>
      <p:bldP spid="99340" grpId="0"/>
      <p:bldP spid="99342" grpId="0"/>
      <p:bldP spid="99344" grpId="0"/>
      <p:bldP spid="993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/>
          <p:nvPr/>
        </p:nvSpPr>
        <p:spPr>
          <a:xfrm>
            <a:off x="1676400" y="2819400"/>
            <a:ext cx="5715000" cy="10668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0355" name="Text Box 3"/>
          <p:cNvSpPr txBox="1"/>
          <p:nvPr/>
        </p:nvSpPr>
        <p:spPr>
          <a:xfrm>
            <a:off x="1752600" y="3138488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对应齐次方程通解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0356" name="Object 4"/>
          <p:cNvGraphicFramePr>
            <a:graphicFrameLocks noChangeAspect="1"/>
          </p:cNvGraphicFramePr>
          <p:nvPr/>
        </p:nvGraphicFramePr>
        <p:xfrm>
          <a:off x="4876800" y="3124200"/>
          <a:ext cx="2184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1" imgW="1884045" imgH="429895" progId="Equation.3">
                  <p:embed/>
                </p:oleObj>
              </mc:Choice>
              <mc:Fallback>
                <p:oleObj name="" r:id="rId1" imgW="1884045" imgH="429895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3124200"/>
                        <a:ext cx="21844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7" name="Text Box 5"/>
          <p:cNvSpPr txBox="1"/>
          <p:nvPr/>
        </p:nvSpPr>
        <p:spPr>
          <a:xfrm>
            <a:off x="1828800" y="58039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齐次方程通解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0358" name="Text Box 6"/>
          <p:cNvSpPr txBox="1"/>
          <p:nvPr/>
        </p:nvSpPr>
        <p:spPr>
          <a:xfrm>
            <a:off x="4738688" y="5818188"/>
            <a:ext cx="25003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非齐次方程特解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2017713" y="5084763"/>
          <a:ext cx="1587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3" imgW="1355090" imgH="440690" progId="Equation.3">
                  <p:embed/>
                </p:oleObj>
              </mc:Choice>
              <mc:Fallback>
                <p:oleObj name="" r:id="rId3" imgW="1355090" imgH="44069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17713" y="5084763"/>
                        <a:ext cx="15875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Rectangle 8"/>
          <p:cNvSpPr>
            <a:spLocks noGrp="1" noChangeArrowheads="1"/>
          </p:cNvSpPr>
          <p:nvPr>
            <p:ph type="title"/>
          </p:nvPr>
        </p:nvSpPr>
        <p:spPr>
          <a:xfrm>
            <a:off x="395288" y="269875"/>
            <a:ext cx="5113338" cy="644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2.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解一阶线性非齐微分次方程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66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37896" name="Object 9"/>
          <p:cNvGraphicFramePr>
            <a:graphicFrameLocks noChangeAspect="1"/>
          </p:cNvGraphicFramePr>
          <p:nvPr/>
        </p:nvGraphicFramePr>
        <p:xfrm>
          <a:off x="5508625" y="0"/>
          <a:ext cx="279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2401570" imgH="782320" progId="Equation.3">
                  <p:embed/>
                </p:oleObj>
              </mc:Choice>
              <mc:Fallback>
                <p:oleObj name="" r:id="rId5" imgW="2401570" imgH="78232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0"/>
                        <a:ext cx="2794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Text Box 10"/>
          <p:cNvSpPr txBox="1"/>
          <p:nvPr/>
        </p:nvSpPr>
        <p:spPr>
          <a:xfrm>
            <a:off x="609600" y="11430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常数变易法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0363" name="Object 11"/>
          <p:cNvGraphicFramePr>
            <a:graphicFrameLocks noChangeAspect="1"/>
          </p:cNvGraphicFramePr>
          <p:nvPr/>
        </p:nvGraphicFramePr>
        <p:xfrm>
          <a:off x="4165600" y="1066800"/>
          <a:ext cx="337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7" imgW="2908300" imgH="495935" progId="Equation.3">
                  <p:embed/>
                </p:oleObj>
              </mc:Choice>
              <mc:Fallback>
                <p:oleObj name="" r:id="rId7" imgW="2908300" imgH="49593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65600" y="1066800"/>
                        <a:ext cx="33782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4" name="Text Box 12"/>
          <p:cNvSpPr txBox="1"/>
          <p:nvPr/>
        </p:nvSpPr>
        <p:spPr>
          <a:xfrm>
            <a:off x="7543800" y="10668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0365" name="Object 13"/>
          <p:cNvGraphicFramePr>
            <a:graphicFrameLocks noChangeAspect="1"/>
          </p:cNvGraphicFramePr>
          <p:nvPr/>
        </p:nvGraphicFramePr>
        <p:xfrm>
          <a:off x="762000" y="1752600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9" imgW="1421130" imgH="506730" progId="Equation.3">
                  <p:embed/>
                </p:oleObj>
              </mc:Choice>
              <mc:Fallback>
                <p:oleObj name="" r:id="rId9" imgW="1421130" imgH="50673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1752600"/>
                        <a:ext cx="16637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6" name="Object 14"/>
          <p:cNvGraphicFramePr>
            <a:graphicFrameLocks noChangeAspect="1"/>
          </p:cNvGraphicFramePr>
          <p:nvPr/>
        </p:nvGraphicFramePr>
        <p:xfrm>
          <a:off x="5029200" y="1939925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1" imgW="848360" imgH="330200" progId="Equation.3">
                  <p:embed/>
                </p:oleObj>
              </mc:Choice>
              <mc:Fallback>
                <p:oleObj name="" r:id="rId11" imgW="848360" imgH="3302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29200" y="1939925"/>
                        <a:ext cx="1003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6045200" y="1752600"/>
          <a:ext cx="165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3" imgW="1410335" imgH="506730" progId="Equation.3">
                  <p:embed/>
                </p:oleObj>
              </mc:Choice>
              <mc:Fallback>
                <p:oleObj name="" r:id="rId13" imgW="1410335" imgH="50673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5200" y="1752600"/>
                        <a:ext cx="16510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/>
          <p:cNvGraphicFramePr>
            <a:graphicFrameLocks noChangeAspect="1"/>
          </p:cNvGraphicFramePr>
          <p:nvPr/>
        </p:nvGraphicFramePr>
        <p:xfrm>
          <a:off x="7734300" y="1903413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5" imgW="936625" imgH="330200" progId="Equation.3">
                  <p:embed/>
                </p:oleObj>
              </mc:Choice>
              <mc:Fallback>
                <p:oleObj name="" r:id="rId15" imgW="936625" imgH="3302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734300" y="1903413"/>
                        <a:ext cx="1104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9" name="Text Box 17"/>
          <p:cNvSpPr txBox="1"/>
          <p:nvPr/>
        </p:nvSpPr>
        <p:spPr>
          <a:xfrm>
            <a:off x="304800" y="42672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故原方程的通解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0370" name="Object 18"/>
          <p:cNvGraphicFramePr>
            <a:graphicFrameLocks noChangeAspect="1"/>
          </p:cNvGraphicFramePr>
          <p:nvPr/>
        </p:nvGraphicFramePr>
        <p:xfrm>
          <a:off x="3851275" y="5013325"/>
          <a:ext cx="41925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7" imgW="3602355" imgH="584200" progId="Equation.3">
                  <p:embed/>
                </p:oleObj>
              </mc:Choice>
              <mc:Fallback>
                <p:oleObj name="" r:id="rId17" imgW="3602355" imgH="5842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5013325"/>
                        <a:ext cx="4192588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1" name="Line 19"/>
          <p:cNvSpPr/>
          <p:nvPr/>
        </p:nvSpPr>
        <p:spPr>
          <a:xfrm>
            <a:off x="2057400" y="5791200"/>
            <a:ext cx="15240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372" name="Line 20"/>
          <p:cNvSpPr/>
          <p:nvPr/>
        </p:nvSpPr>
        <p:spPr>
          <a:xfrm>
            <a:off x="4191000" y="5791200"/>
            <a:ext cx="38100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0373" name="Object 21"/>
          <p:cNvGraphicFramePr>
            <a:graphicFrameLocks noChangeAspect="1"/>
          </p:cNvGraphicFramePr>
          <p:nvPr/>
        </p:nvGraphicFramePr>
        <p:xfrm>
          <a:off x="3048000" y="4127500"/>
          <a:ext cx="5484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9" imgW="4715510" imgH="694055" progId="Equation.3">
                  <p:embed/>
                </p:oleObj>
              </mc:Choice>
              <mc:Fallback>
                <p:oleObj name="" r:id="rId19" imgW="4715510" imgH="69405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0" y="4127500"/>
                        <a:ext cx="5484813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4" name="Object 22"/>
          <p:cNvGraphicFramePr>
            <a:graphicFrameLocks noChangeAspect="1"/>
          </p:cNvGraphicFramePr>
          <p:nvPr/>
        </p:nvGraphicFramePr>
        <p:xfrm>
          <a:off x="1370013" y="5373688"/>
          <a:ext cx="533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21" imgW="440690" imgH="253365" progId="Equation.3">
                  <p:embed/>
                </p:oleObj>
              </mc:Choice>
              <mc:Fallback>
                <p:oleObj name="" r:id="rId21" imgW="440690" imgH="25336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0013" y="5373688"/>
                        <a:ext cx="533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5" name="Text Box 23"/>
          <p:cNvSpPr txBox="1"/>
          <p:nvPr/>
        </p:nvSpPr>
        <p:spPr>
          <a:xfrm>
            <a:off x="287338" y="5257800"/>
            <a:ext cx="8556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0376" name="Text Box 24"/>
          <p:cNvSpPr txBox="1"/>
          <p:nvPr/>
        </p:nvSpPr>
        <p:spPr>
          <a:xfrm>
            <a:off x="609600" y="2605088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0377" name="Text Box 25"/>
          <p:cNvSpPr txBox="1"/>
          <p:nvPr/>
        </p:nvSpPr>
        <p:spPr>
          <a:xfrm>
            <a:off x="2978150" y="115093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作变换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0378" name="Line 26"/>
          <p:cNvSpPr/>
          <p:nvPr/>
        </p:nvSpPr>
        <p:spPr>
          <a:xfrm flipV="1">
            <a:off x="2586038" y="1700213"/>
            <a:ext cx="2027237" cy="701675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379" name="Line 27"/>
          <p:cNvSpPr/>
          <p:nvPr/>
        </p:nvSpPr>
        <p:spPr>
          <a:xfrm flipV="1">
            <a:off x="5365750" y="1698625"/>
            <a:ext cx="2025650" cy="701675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0380" name="Object 28"/>
          <p:cNvGraphicFramePr>
            <a:graphicFrameLocks noChangeAspect="1"/>
          </p:cNvGraphicFramePr>
          <p:nvPr/>
        </p:nvGraphicFramePr>
        <p:xfrm>
          <a:off x="2438400" y="1752600"/>
          <a:ext cx="259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23" imgW="2225675" imgH="506730" progId="Equation.3">
                  <p:embed/>
                </p:oleObj>
              </mc:Choice>
              <mc:Fallback>
                <p:oleObj name="" r:id="rId23" imgW="2225675" imgH="50673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1752600"/>
                        <a:ext cx="2590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1" name="Rectangle 29"/>
          <p:cNvSpPr/>
          <p:nvPr/>
        </p:nvSpPr>
        <p:spPr>
          <a:xfrm>
            <a:off x="5326063" y="3048000"/>
            <a:ext cx="431800" cy="6096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0382" name="Rectangle 30"/>
          <p:cNvSpPr/>
          <p:nvPr/>
        </p:nvSpPr>
        <p:spPr>
          <a:xfrm>
            <a:off x="1600200" y="2819400"/>
            <a:ext cx="5867400" cy="1066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0383" name="Object 31"/>
          <p:cNvGraphicFramePr>
            <a:graphicFrameLocks noChangeAspect="1"/>
          </p:cNvGraphicFramePr>
          <p:nvPr/>
        </p:nvGraphicFramePr>
        <p:xfrm>
          <a:off x="2603500" y="2425700"/>
          <a:ext cx="2743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25" imgW="2357755" imgH="782320" progId="Equation.3">
                  <p:embed/>
                </p:oleObj>
              </mc:Choice>
              <mc:Fallback>
                <p:oleObj name="" r:id="rId25" imgW="2357755" imgH="78232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03500" y="2425700"/>
                        <a:ext cx="2743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84" name="Object 32"/>
          <p:cNvGraphicFramePr>
            <a:graphicFrameLocks noChangeAspect="1"/>
          </p:cNvGraphicFramePr>
          <p:nvPr/>
        </p:nvGraphicFramePr>
        <p:xfrm>
          <a:off x="2628900" y="3352800"/>
          <a:ext cx="3771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7" imgW="3249930" imgH="584200" progId="Equation.3">
                  <p:embed/>
                </p:oleObj>
              </mc:Choice>
              <mc:Fallback>
                <p:oleObj name="" r:id="rId27" imgW="3249930" imgH="5842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8900" y="3352800"/>
                        <a:ext cx="37719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5" name="Text Box 33"/>
          <p:cNvSpPr txBox="1"/>
          <p:nvPr/>
        </p:nvSpPr>
        <p:spPr>
          <a:xfrm>
            <a:off x="304800" y="34290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两端积分得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0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/>
      <p:bldP spid="100357" grpId="0"/>
      <p:bldP spid="100358" grpId="0"/>
      <p:bldP spid="100362" grpId="0"/>
      <p:bldP spid="100364" grpId="0"/>
      <p:bldP spid="100369" grpId="0"/>
      <p:bldP spid="100375" grpId="0"/>
      <p:bldP spid="100376" grpId="0"/>
      <p:bldP spid="100377" grpId="0"/>
      <p:bldP spid="10038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539750" y="1196975"/>
            <a:ext cx="7704138" cy="100806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2484438" y="333375"/>
          <a:ext cx="279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" imgW="2401570" imgH="782320" progId="Equation.3">
                  <p:embed/>
                </p:oleObj>
              </mc:Choice>
              <mc:Fallback>
                <p:oleObj name="" r:id="rId1" imgW="2401570" imgH="78232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333375"/>
                        <a:ext cx="2794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1619250" y="1412875"/>
          <a:ext cx="1587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3" imgW="1355090" imgH="440690" progId="Equation.3">
                  <p:embed/>
                </p:oleObj>
              </mc:Choice>
              <mc:Fallback>
                <p:oleObj name="" r:id="rId3" imgW="1355090" imgH="44069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412875"/>
                        <a:ext cx="15875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0" name="Object 6"/>
          <p:cNvGraphicFramePr>
            <a:graphicFrameLocks noChangeAspect="1"/>
          </p:cNvGraphicFramePr>
          <p:nvPr/>
        </p:nvGraphicFramePr>
        <p:xfrm>
          <a:off x="3419475" y="1341438"/>
          <a:ext cx="41925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5" imgW="3602355" imgH="584200" progId="Equation.3">
                  <p:embed/>
                </p:oleObj>
              </mc:Choice>
              <mc:Fallback>
                <p:oleObj name="" r:id="rId5" imgW="3602355" imgH="5842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475" y="1341438"/>
                        <a:ext cx="4192588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1" name="Object 7"/>
          <p:cNvGraphicFramePr>
            <a:graphicFrameLocks noChangeAspect="1"/>
          </p:cNvGraphicFramePr>
          <p:nvPr/>
        </p:nvGraphicFramePr>
        <p:xfrm>
          <a:off x="971550" y="1700213"/>
          <a:ext cx="533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7" imgW="440690" imgH="253365" progId="Equation.3">
                  <p:embed/>
                </p:oleObj>
              </mc:Choice>
              <mc:Fallback>
                <p:oleObj name="" r:id="rId7" imgW="440690" imgH="253365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700213"/>
                        <a:ext cx="533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3" name="Text Box 9"/>
          <p:cNvSpPr txBox="1"/>
          <p:nvPr/>
        </p:nvSpPr>
        <p:spPr>
          <a:xfrm>
            <a:off x="6300788" y="549275"/>
            <a:ext cx="20891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标准形式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914" name="Text Box 10"/>
          <p:cNvSpPr txBox="1"/>
          <p:nvPr/>
        </p:nvSpPr>
        <p:spPr>
          <a:xfrm>
            <a:off x="468313" y="2133600"/>
            <a:ext cx="2303462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说明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915" name="Text Box 11"/>
          <p:cNvSpPr txBox="1"/>
          <p:nvPr/>
        </p:nvSpPr>
        <p:spPr>
          <a:xfrm>
            <a:off x="1763713" y="2133600"/>
            <a:ext cx="66960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）应用此公式时，方程为标准形式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916" name="Text Box 12"/>
          <p:cNvSpPr txBox="1"/>
          <p:nvPr/>
        </p:nvSpPr>
        <p:spPr>
          <a:xfrm>
            <a:off x="1763713" y="2781300"/>
            <a:ext cx="66960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）公式中的不定积分积出后无需加常数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917" name="Rectangle 13"/>
          <p:cNvSpPr>
            <a:spLocks noChangeArrowheads="1"/>
          </p:cNvSpPr>
          <p:nvPr/>
        </p:nvSpPr>
        <p:spPr bwMode="auto">
          <a:xfrm>
            <a:off x="539750" y="3429000"/>
            <a:ext cx="2667000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9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解方程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123918" name="Object 14"/>
          <p:cNvGraphicFramePr>
            <a:graphicFrameLocks noChangeAspect="1"/>
          </p:cNvGraphicFramePr>
          <p:nvPr/>
        </p:nvGraphicFramePr>
        <p:xfrm>
          <a:off x="2987675" y="3284538"/>
          <a:ext cx="3211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9" imgW="2765425" imgH="782320" progId="Equation.3">
                  <p:embed/>
                </p:oleObj>
              </mc:Choice>
              <mc:Fallback>
                <p:oleObj name="" r:id="rId9" imgW="2765425" imgH="78232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3284538"/>
                        <a:ext cx="3211513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9" name="Text Box 15"/>
          <p:cNvSpPr txBox="1"/>
          <p:nvPr/>
        </p:nvSpPr>
        <p:spPr>
          <a:xfrm>
            <a:off x="611188" y="4149725"/>
            <a:ext cx="85328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解：方程为一阶线性非齐次微分方程，由通解公式得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3920" name="Object 16"/>
          <p:cNvGraphicFramePr>
            <a:graphicFrameLocks noChangeAspect="1"/>
          </p:cNvGraphicFramePr>
          <p:nvPr/>
        </p:nvGraphicFramePr>
        <p:xfrm>
          <a:off x="611188" y="4724400"/>
          <a:ext cx="640873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1" imgW="2038350" imgH="297180" progId="Equation.3">
                  <p:embed/>
                </p:oleObj>
              </mc:Choice>
              <mc:Fallback>
                <p:oleObj name="" r:id="rId11" imgW="2038350" imgH="29718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4724400"/>
                        <a:ext cx="6408737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1" name="Object 17"/>
          <p:cNvGraphicFramePr>
            <a:graphicFrameLocks noChangeAspect="1"/>
          </p:cNvGraphicFramePr>
          <p:nvPr/>
        </p:nvGraphicFramePr>
        <p:xfrm>
          <a:off x="1331913" y="5661025"/>
          <a:ext cx="38481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3" imgW="1575435" imgH="363855" progId="Equation.3">
                  <p:embed/>
                </p:oleObj>
              </mc:Choice>
              <mc:Fallback>
                <p:oleObj name="" r:id="rId13" imgW="1575435" imgH="363855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661025"/>
                        <a:ext cx="384810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2" name="Object 18"/>
          <p:cNvGraphicFramePr>
            <a:graphicFrameLocks noChangeAspect="1"/>
          </p:cNvGraphicFramePr>
          <p:nvPr/>
        </p:nvGraphicFramePr>
        <p:xfrm>
          <a:off x="5219700" y="5734050"/>
          <a:ext cx="30241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5" imgW="1398905" imgH="374650" progId="Equation.3">
                  <p:embed/>
                </p:oleObj>
              </mc:Choice>
              <mc:Fallback>
                <p:oleObj name="" r:id="rId15" imgW="1398905" imgH="37465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5734050"/>
                        <a:ext cx="3024188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91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91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391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3" grpId="0"/>
      <p:bldP spid="123914" grpId="0"/>
      <p:bldP spid="123919" grpId="0"/>
      <p:bldP spid="2" grpId="0" animBg="1"/>
      <p:bldP spid="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179388" y="620713"/>
            <a:ext cx="2667000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10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解方程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124933" name="Object 5"/>
          <p:cNvGraphicFramePr>
            <a:graphicFrameLocks noChangeAspect="1"/>
          </p:cNvGraphicFramePr>
          <p:nvPr/>
        </p:nvGraphicFramePr>
        <p:xfrm>
          <a:off x="2268538" y="620713"/>
          <a:ext cx="3941762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1" imgW="1355090" imgH="154305" progId="Equation.3">
                  <p:embed/>
                </p:oleObj>
              </mc:Choice>
              <mc:Fallback>
                <p:oleObj name="" r:id="rId1" imgW="1355090" imgH="154305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620713"/>
                        <a:ext cx="3941762" cy="646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4" name="Text Box 6"/>
          <p:cNvSpPr txBox="1"/>
          <p:nvPr/>
        </p:nvSpPr>
        <p:spPr>
          <a:xfrm>
            <a:off x="323850" y="1341438"/>
            <a:ext cx="69834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解：将</a:t>
            </a:r>
            <a:r>
              <a:rPr lang="en-US" altLang="zh-CN" sz="2800" b="1" dirty="0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视为自变量，</a:t>
            </a:r>
            <a:r>
              <a:rPr lang="en-US" altLang="zh-CN" sz="2800" b="1" dirty="0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为因变量，方程为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4935" name="Object 7"/>
          <p:cNvGraphicFramePr>
            <a:graphicFrameLocks noChangeAspect="1"/>
          </p:cNvGraphicFramePr>
          <p:nvPr/>
        </p:nvGraphicFramePr>
        <p:xfrm>
          <a:off x="2484438" y="1916113"/>
          <a:ext cx="25177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3" imgW="914400" imgH="341630" progId="Equation.3">
                  <p:embed/>
                </p:oleObj>
              </mc:Choice>
              <mc:Fallback>
                <p:oleObj name="" r:id="rId3" imgW="914400" imgH="34163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1916113"/>
                        <a:ext cx="2517775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6" name="Text Box 8"/>
          <p:cNvSpPr txBox="1"/>
          <p:nvPr/>
        </p:nvSpPr>
        <p:spPr>
          <a:xfrm>
            <a:off x="827088" y="2997200"/>
            <a:ext cx="662463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由公式得方程通解为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4937" name="Object 9"/>
          <p:cNvGraphicFramePr>
            <a:graphicFrameLocks noChangeAspect="1"/>
          </p:cNvGraphicFramePr>
          <p:nvPr/>
        </p:nvGraphicFramePr>
        <p:xfrm>
          <a:off x="1116013" y="3429000"/>
          <a:ext cx="5106987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5" imgW="1619250" imgH="385445" progId="Equation.3">
                  <p:embed/>
                </p:oleObj>
              </mc:Choice>
              <mc:Fallback>
                <p:oleObj name="" r:id="rId5" imgW="1619250" imgH="385445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429000"/>
                        <a:ext cx="5106987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8" name="Object 10"/>
          <p:cNvGraphicFramePr>
            <a:graphicFrameLocks noChangeAspect="1"/>
          </p:cNvGraphicFramePr>
          <p:nvPr/>
        </p:nvGraphicFramePr>
        <p:xfrm>
          <a:off x="1258888" y="4437063"/>
          <a:ext cx="40449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7" imgW="1278255" imgH="341630" progId="Equation.3">
                  <p:embed/>
                </p:oleObj>
              </mc:Choice>
              <mc:Fallback>
                <p:oleObj name="" r:id="rId7" imgW="1278255" imgH="34163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437063"/>
                        <a:ext cx="4044950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9" name="Object 11"/>
          <p:cNvGraphicFramePr>
            <a:graphicFrameLocks noChangeAspect="1"/>
          </p:cNvGraphicFramePr>
          <p:nvPr/>
        </p:nvGraphicFramePr>
        <p:xfrm>
          <a:off x="1331913" y="5516563"/>
          <a:ext cx="32115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9" imgW="1112520" imgH="341630" progId="Equation.3">
                  <p:embed/>
                </p:oleObj>
              </mc:Choice>
              <mc:Fallback>
                <p:oleObj name="" r:id="rId9" imgW="1112520" imgH="34163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516563"/>
                        <a:ext cx="3211512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493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179388" y="404813"/>
            <a:ext cx="2667000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11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解方程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2065338" y="0"/>
          <a:ext cx="2782887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" imgW="914400" imgH="484505" progId="Equation.3">
                  <p:embed/>
                </p:oleObj>
              </mc:Choice>
              <mc:Fallback>
                <p:oleObj name="" r:id="rId1" imgW="914400" imgH="484505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65338" y="0"/>
                        <a:ext cx="2782887" cy="1323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8" name="Text Box 6"/>
          <p:cNvSpPr txBox="1"/>
          <p:nvPr/>
        </p:nvSpPr>
        <p:spPr>
          <a:xfrm>
            <a:off x="395288" y="1341438"/>
            <a:ext cx="69834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解：方程变形为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3276600" y="1196975"/>
          <a:ext cx="21590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3" imgW="770890" imgH="319405" progId="Equation.3">
                  <p:embed/>
                </p:oleObj>
              </mc:Choice>
              <mc:Fallback>
                <p:oleObj name="" r:id="rId3" imgW="770890" imgH="319405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1196975"/>
                        <a:ext cx="21590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0" name="Text Box 8"/>
          <p:cNvSpPr txBox="1"/>
          <p:nvPr/>
        </p:nvSpPr>
        <p:spPr>
          <a:xfrm>
            <a:off x="1116013" y="2060575"/>
            <a:ext cx="662463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由公式得方程通解为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961" name="Object 9"/>
          <p:cNvGraphicFramePr>
            <a:graphicFrameLocks noChangeAspect="1"/>
          </p:cNvGraphicFramePr>
          <p:nvPr/>
        </p:nvGraphicFramePr>
        <p:xfrm>
          <a:off x="539750" y="2636838"/>
          <a:ext cx="47974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5" imgW="1520190" imgH="297180" progId="Equation.3">
                  <p:embed/>
                </p:oleObj>
              </mc:Choice>
              <mc:Fallback>
                <p:oleObj name="" r:id="rId5" imgW="1520190" imgH="29718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636838"/>
                        <a:ext cx="4797425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2" name="Object 10"/>
          <p:cNvGraphicFramePr>
            <a:graphicFrameLocks noChangeAspect="1"/>
          </p:cNvGraphicFramePr>
          <p:nvPr/>
        </p:nvGraphicFramePr>
        <p:xfrm>
          <a:off x="5219700" y="2781300"/>
          <a:ext cx="34131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7" imgW="1167765" imgH="319405" progId="Equation.3">
                  <p:embed/>
                </p:oleObj>
              </mc:Choice>
              <mc:Fallback>
                <p:oleObj name="" r:id="rId7" imgW="1167765" imgH="319405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2781300"/>
                        <a:ext cx="3413125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3" name="Object 11"/>
          <p:cNvGraphicFramePr>
            <a:graphicFrameLocks noChangeAspect="1"/>
          </p:cNvGraphicFramePr>
          <p:nvPr/>
        </p:nvGraphicFramePr>
        <p:xfrm>
          <a:off x="827088" y="3573463"/>
          <a:ext cx="590867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9" imgW="2038350" imgH="319405" progId="Equation.3">
                  <p:embed/>
                </p:oleObj>
              </mc:Choice>
              <mc:Fallback>
                <p:oleObj name="" r:id="rId9" imgW="2038350" imgH="319405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573463"/>
                        <a:ext cx="5908675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4" name="Object 12"/>
          <p:cNvGraphicFramePr>
            <a:graphicFrameLocks noChangeAspect="1"/>
          </p:cNvGraphicFramePr>
          <p:nvPr/>
        </p:nvGraphicFramePr>
        <p:xfrm>
          <a:off x="395288" y="4581525"/>
          <a:ext cx="17732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11" imgW="617220" imgH="319405" progId="Equation.3">
                  <p:embed/>
                </p:oleObj>
              </mc:Choice>
              <mc:Fallback>
                <p:oleObj name="" r:id="rId11" imgW="617220" imgH="319405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4581525"/>
                        <a:ext cx="1773237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5" name="Object 13"/>
          <p:cNvGraphicFramePr>
            <a:graphicFrameLocks noChangeAspect="1"/>
          </p:cNvGraphicFramePr>
          <p:nvPr/>
        </p:nvGraphicFramePr>
        <p:xfrm>
          <a:off x="2627313" y="4437063"/>
          <a:ext cx="58134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3" imgW="2005330" imgH="319405" progId="Equation.3">
                  <p:embed/>
                </p:oleObj>
              </mc:Choice>
              <mc:Fallback>
                <p:oleObj name="" r:id="rId13" imgW="2005330" imgH="319405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4437063"/>
                        <a:ext cx="5813425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6" name="Object 14"/>
          <p:cNvGraphicFramePr>
            <a:graphicFrameLocks noChangeAspect="1"/>
          </p:cNvGraphicFramePr>
          <p:nvPr/>
        </p:nvGraphicFramePr>
        <p:xfrm>
          <a:off x="468313" y="5373688"/>
          <a:ext cx="2590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5" imgW="881380" imgH="154305" progId="Equation.3">
                  <p:embed/>
                </p:oleObj>
              </mc:Choice>
              <mc:Fallback>
                <p:oleObj name="" r:id="rId15" imgW="881380" imgH="154305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5373688"/>
                        <a:ext cx="25908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7" name="Text Box 15"/>
          <p:cNvSpPr txBox="1"/>
          <p:nvPr/>
        </p:nvSpPr>
        <p:spPr>
          <a:xfrm>
            <a:off x="3779838" y="544512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所求方程解为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968" name="Object 16"/>
          <p:cNvGraphicFramePr>
            <a:graphicFrameLocks noChangeAspect="1"/>
          </p:cNvGraphicFramePr>
          <p:nvPr/>
        </p:nvGraphicFramePr>
        <p:xfrm>
          <a:off x="395288" y="5878513"/>
          <a:ext cx="74564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7" imgW="2578100" imgH="319405" progId="Equation.3">
                  <p:embed/>
                </p:oleObj>
              </mc:Choice>
              <mc:Fallback>
                <p:oleObj name="" r:id="rId17" imgW="2578100" imgH="319405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5878513"/>
                        <a:ext cx="7456487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95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6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596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9" name="Rectangle 29"/>
          <p:cNvSpPr/>
          <p:nvPr/>
        </p:nvSpPr>
        <p:spPr>
          <a:xfrm>
            <a:off x="6804025" y="3213100"/>
            <a:ext cx="2133600" cy="190500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SzTx/>
            </a:pPr>
            <a:endParaRPr lang="zh-CN" altLang="zh-CN" dirty="0">
              <a:solidFill>
                <a:srgbClr val="A5FFA5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02" name="Rectangle 2"/>
          <p:cNvSpPr/>
          <p:nvPr/>
        </p:nvSpPr>
        <p:spPr>
          <a:xfrm>
            <a:off x="6629400" y="3200400"/>
            <a:ext cx="2133600" cy="19050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rgbClr val="0066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2819400" cy="6270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12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求方程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仿宋_GB2312" pitchFamily="49" charset="-122"/>
              <a:cs typeface="+mj-cs"/>
            </a:endParaRPr>
          </a:p>
        </p:txBody>
      </p:sp>
      <p:sp>
        <p:nvSpPr>
          <p:cNvPr id="41988" name="Text Box 4"/>
          <p:cNvSpPr txBox="1"/>
          <p:nvPr/>
        </p:nvSpPr>
        <p:spPr>
          <a:xfrm>
            <a:off x="6400800" y="422275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的通解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405" name="Text Box 5"/>
          <p:cNvSpPr txBox="1"/>
          <p:nvPr/>
        </p:nvSpPr>
        <p:spPr>
          <a:xfrm>
            <a:off x="657225" y="1333500"/>
            <a:ext cx="31527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注意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同号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3581400" y="1193800"/>
          <a:ext cx="3670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1" imgW="3161665" imgH="793115" progId="Equation.3">
                  <p:embed/>
                </p:oleObj>
              </mc:Choice>
              <mc:Fallback>
                <p:oleObj name="" r:id="rId1" imgW="3161665" imgH="793115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1193800"/>
                        <a:ext cx="36703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/>
          <p:cNvGraphicFramePr>
            <a:graphicFrameLocks noChangeAspect="1"/>
          </p:cNvGraphicFramePr>
          <p:nvPr/>
        </p:nvGraphicFramePr>
        <p:xfrm>
          <a:off x="1905000" y="1905000"/>
          <a:ext cx="285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3" imgW="2456815" imgH="826135" progId="Equation.3">
                  <p:embed/>
                </p:oleObj>
              </mc:Choice>
              <mc:Fallback>
                <p:oleObj name="" r:id="rId3" imgW="2456815" imgH="826135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1905000"/>
                        <a:ext cx="2857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6813550" y="3222625"/>
          <a:ext cx="17129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5" imgW="1542415" imgH="782320" progId="Equation.3">
                  <p:embed/>
                </p:oleObj>
              </mc:Choice>
              <mc:Fallback>
                <p:oleObj name="" r:id="rId5" imgW="1542415" imgH="78232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13550" y="3222625"/>
                        <a:ext cx="1712913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9"/>
          <p:cNvGraphicFramePr>
            <a:graphicFrameLocks noChangeAspect="1"/>
          </p:cNvGraphicFramePr>
          <p:nvPr/>
        </p:nvGraphicFramePr>
        <p:xfrm>
          <a:off x="6813550" y="4114800"/>
          <a:ext cx="17970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7" imgW="1619250" imgH="793115" progId="Equation.3">
                  <p:embed/>
                </p:oleObj>
              </mc:Choice>
              <mc:Fallback>
                <p:oleObj name="" r:id="rId7" imgW="1619250" imgH="793115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13550" y="4114800"/>
                        <a:ext cx="1797050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0" name="Text Box 10"/>
          <p:cNvSpPr txBox="1"/>
          <p:nvPr/>
        </p:nvSpPr>
        <p:spPr>
          <a:xfrm>
            <a:off x="304800" y="2895600"/>
            <a:ext cx="4953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由一阶线性方程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通解公式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11" name="Object 11"/>
          <p:cNvGraphicFramePr>
            <a:graphicFrameLocks noChangeAspect="1"/>
          </p:cNvGraphicFramePr>
          <p:nvPr/>
        </p:nvGraphicFramePr>
        <p:xfrm>
          <a:off x="793750" y="3967163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9" imgW="859155" imgH="319405" progId="Equation.3">
                  <p:embed/>
                </p:oleObj>
              </mc:Choice>
              <mc:Fallback>
                <p:oleObj name="" r:id="rId9" imgW="859155" imgH="319405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3750" y="3967163"/>
                        <a:ext cx="1016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2" name="Object 12"/>
          <p:cNvGraphicFramePr>
            <a:graphicFrameLocks noChangeAspect="1"/>
          </p:cNvGraphicFramePr>
          <p:nvPr/>
        </p:nvGraphicFramePr>
        <p:xfrm>
          <a:off x="1844675" y="3406775"/>
          <a:ext cx="5937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11" imgW="550545" imgH="782320" progId="Equation.3">
                  <p:embed/>
                </p:oleObj>
              </mc:Choice>
              <mc:Fallback>
                <p:oleObj name="" r:id="rId11" imgW="550545" imgH="78232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44675" y="3406775"/>
                        <a:ext cx="593725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3" name="Object 13"/>
          <p:cNvGraphicFramePr>
            <a:graphicFrameLocks noChangeAspect="1"/>
          </p:cNvGraphicFramePr>
          <p:nvPr/>
        </p:nvGraphicFramePr>
        <p:xfrm>
          <a:off x="2495550" y="3751263"/>
          <a:ext cx="1574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13" imgW="1344295" imgH="793115" progId="Equation.3">
                  <p:embed/>
                </p:oleObj>
              </mc:Choice>
              <mc:Fallback>
                <p:oleObj name="" r:id="rId13" imgW="1344295" imgH="79311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95550" y="3751263"/>
                        <a:ext cx="15748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4" name="Object 14"/>
          <p:cNvGraphicFramePr>
            <a:graphicFrameLocks noChangeAspect="1"/>
          </p:cNvGraphicFramePr>
          <p:nvPr/>
        </p:nvGraphicFramePr>
        <p:xfrm>
          <a:off x="4043363" y="3403600"/>
          <a:ext cx="8334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15" imgW="782320" imgH="782320" progId="Equation.3">
                  <p:embed/>
                </p:oleObj>
              </mc:Choice>
              <mc:Fallback>
                <p:oleObj name="" r:id="rId15" imgW="782320" imgH="78232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43363" y="3403600"/>
                        <a:ext cx="833437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5" name="Object 15"/>
          <p:cNvGraphicFramePr>
            <a:graphicFrameLocks noChangeAspect="1"/>
          </p:cNvGraphicFramePr>
          <p:nvPr/>
        </p:nvGraphicFramePr>
        <p:xfrm>
          <a:off x="4876800" y="3967163"/>
          <a:ext cx="177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17" imgW="1520190" imgH="385445" progId="Equation.3">
                  <p:embed/>
                </p:oleObj>
              </mc:Choice>
              <mc:Fallback>
                <p:oleObj name="" r:id="rId17" imgW="1520190" imgH="385445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3967163"/>
                        <a:ext cx="1778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6" name="Oval 16"/>
          <p:cNvSpPr/>
          <p:nvPr/>
        </p:nvSpPr>
        <p:spPr>
          <a:xfrm>
            <a:off x="4648200" y="152400"/>
            <a:ext cx="576263" cy="576263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17" name="Text Box 17"/>
          <p:cNvSpPr txBox="1"/>
          <p:nvPr/>
        </p:nvSpPr>
        <p:spPr>
          <a:xfrm>
            <a:off x="7239000" y="1284288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故方程可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418" name="Text Box 18"/>
          <p:cNvSpPr txBox="1"/>
          <p:nvPr/>
        </p:nvSpPr>
        <p:spPr>
          <a:xfrm>
            <a:off x="304800" y="2057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变形为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419" name="Line 19"/>
          <p:cNvSpPr/>
          <p:nvPr/>
        </p:nvSpPr>
        <p:spPr>
          <a:xfrm>
            <a:off x="1524000" y="4386263"/>
            <a:ext cx="9144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20" name="Line 20"/>
          <p:cNvSpPr/>
          <p:nvPr/>
        </p:nvSpPr>
        <p:spPr>
          <a:xfrm>
            <a:off x="3810000" y="4386263"/>
            <a:ext cx="9144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21" name="Oval 21"/>
          <p:cNvSpPr/>
          <p:nvPr/>
        </p:nvSpPr>
        <p:spPr>
          <a:xfrm>
            <a:off x="4648200" y="152400"/>
            <a:ext cx="576263" cy="576263"/>
          </a:xfrm>
          <a:prstGeom prst="ellipse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06" name="Object 22"/>
          <p:cNvGraphicFramePr>
            <a:graphicFrameLocks noChangeAspect="1"/>
          </p:cNvGraphicFramePr>
          <p:nvPr/>
        </p:nvGraphicFramePr>
        <p:xfrm>
          <a:off x="2590800" y="244475"/>
          <a:ext cx="383698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9" imgW="3404235" imgH="848360" progId="Equation.3">
                  <p:embed/>
                </p:oleObj>
              </mc:Choice>
              <mc:Fallback>
                <p:oleObj name="" r:id="rId19" imgW="3404235" imgH="84836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244475"/>
                        <a:ext cx="3836988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3" name="Object 23"/>
          <p:cNvGraphicFramePr>
            <a:graphicFrameLocks noChangeAspect="1"/>
          </p:cNvGraphicFramePr>
          <p:nvPr/>
        </p:nvGraphicFramePr>
        <p:xfrm>
          <a:off x="468313" y="4868863"/>
          <a:ext cx="800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21" imgW="671830" imgH="385445" progId="Equation.3">
                  <p:embed/>
                </p:oleObj>
              </mc:Choice>
              <mc:Fallback>
                <p:oleObj name="" r:id="rId21" imgW="671830" imgH="385445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868863"/>
                        <a:ext cx="800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4" name="Object 24"/>
          <p:cNvGraphicFramePr>
            <a:graphicFrameLocks noChangeAspect="1"/>
          </p:cNvGraphicFramePr>
          <p:nvPr/>
        </p:nvGraphicFramePr>
        <p:xfrm>
          <a:off x="1331913" y="4724400"/>
          <a:ext cx="116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23" imgW="991235" imgH="793115" progId="Equation.3">
                  <p:embed/>
                </p:oleObj>
              </mc:Choice>
              <mc:Fallback>
                <p:oleObj name="" r:id="rId23" imgW="991235" imgH="793115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724400"/>
                        <a:ext cx="11684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5" name="Object 25"/>
          <p:cNvGraphicFramePr>
            <a:graphicFrameLocks noChangeAspect="1"/>
          </p:cNvGraphicFramePr>
          <p:nvPr/>
        </p:nvGraphicFramePr>
        <p:xfrm>
          <a:off x="2555875" y="4652963"/>
          <a:ext cx="53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25" imgW="440690" imgH="793115" progId="Equation.3">
                  <p:embed/>
                </p:oleObj>
              </mc:Choice>
              <mc:Fallback>
                <p:oleObj name="" r:id="rId25" imgW="440690" imgH="793115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4652963"/>
                        <a:ext cx="5334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6" name="Object 26"/>
          <p:cNvGraphicFramePr>
            <a:graphicFrameLocks noChangeAspect="1"/>
          </p:cNvGraphicFramePr>
          <p:nvPr/>
        </p:nvGraphicFramePr>
        <p:xfrm>
          <a:off x="3276600" y="4868863"/>
          <a:ext cx="1828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27" imgW="1564640" imgH="385445" progId="Equation.3">
                  <p:embed/>
                </p:oleObj>
              </mc:Choice>
              <mc:Fallback>
                <p:oleObj name="" r:id="rId27" imgW="1564640" imgH="385445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4868863"/>
                        <a:ext cx="1828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7" name="Text Box 27"/>
          <p:cNvSpPr txBox="1"/>
          <p:nvPr/>
        </p:nvSpPr>
        <p:spPr>
          <a:xfrm>
            <a:off x="669925" y="5729288"/>
            <a:ext cx="20510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所求通解为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28" name="Object 28"/>
          <p:cNvGraphicFramePr>
            <a:graphicFrameLocks noChangeAspect="1"/>
          </p:cNvGraphicFramePr>
          <p:nvPr/>
        </p:nvGraphicFramePr>
        <p:xfrm>
          <a:off x="3213100" y="5586413"/>
          <a:ext cx="2806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29" imgW="2413000" imgH="550545" progId="Equation.3">
                  <p:embed/>
                </p:oleObj>
              </mc:Choice>
              <mc:Fallback>
                <p:oleObj name="" r:id="rId29" imgW="2413000" imgH="550545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13100" y="5586413"/>
                        <a:ext cx="2806700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0" name="Object 30"/>
          <p:cNvGraphicFramePr>
            <a:graphicFrameLocks noChangeAspect="1"/>
          </p:cNvGraphicFramePr>
          <p:nvPr/>
        </p:nvGraphicFramePr>
        <p:xfrm>
          <a:off x="5219700" y="4652963"/>
          <a:ext cx="1676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31" imgW="1431925" imgH="837565" progId="Equation.3">
                  <p:embed/>
                </p:oleObj>
              </mc:Choice>
              <mc:Fallback>
                <p:oleObj name="" r:id="rId31" imgW="1431925" imgH="837565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4652963"/>
                        <a:ext cx="16764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31" name="Group 31"/>
          <p:cNvGrpSpPr/>
          <p:nvPr/>
        </p:nvGrpSpPr>
        <p:grpSpPr>
          <a:xfrm>
            <a:off x="5292725" y="2060575"/>
            <a:ext cx="3579813" cy="990600"/>
            <a:chOff x="3313" y="1248"/>
            <a:chExt cx="2255" cy="624"/>
          </a:xfrm>
        </p:grpSpPr>
        <p:sp>
          <p:nvSpPr>
            <p:cNvPr id="42015" name="Rectangle 32"/>
            <p:cNvSpPr/>
            <p:nvPr/>
          </p:nvSpPr>
          <p:spPr>
            <a:xfrm>
              <a:off x="3313" y="1248"/>
              <a:ext cx="2208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6" name="Text Box 33"/>
            <p:cNvSpPr txBox="1"/>
            <p:nvPr/>
          </p:nvSpPr>
          <p:spPr>
            <a:xfrm>
              <a:off x="3361" y="1275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400" dirty="0">
                  <a:solidFill>
                    <a:srgbClr val="A5FFA5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这是以</a:t>
              </a:r>
              <a:endParaRPr lang="zh-CN" altLang="en-US" sz="24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2017" name="Object 34"/>
            <p:cNvGraphicFramePr>
              <a:graphicFrameLocks noChangeAspect="1"/>
            </p:cNvGraphicFramePr>
            <p:nvPr/>
          </p:nvGraphicFramePr>
          <p:xfrm>
            <a:off x="3984" y="1314"/>
            <a:ext cx="27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" name="" r:id="rId33" imgW="396875" imgH="319405" progId="Equation.3">
                    <p:embed/>
                  </p:oleObj>
                </mc:Choice>
                <mc:Fallback>
                  <p:oleObj name="" r:id="rId33" imgW="396875" imgH="319405" progId="Equation.3">
                    <p:embed/>
                    <p:pic>
                      <p:nvPicPr>
                        <p:cNvPr id="0" name="图片 3291"/>
                        <p:cNvPicPr/>
                        <p:nvPr/>
                      </p:nvPicPr>
                      <p:blipFill>
                        <a:blip r:embed="rId3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4" y="1314"/>
                          <a:ext cx="272" cy="2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8" name="Text Box 35"/>
            <p:cNvSpPr txBox="1"/>
            <p:nvPr/>
          </p:nvSpPr>
          <p:spPr>
            <a:xfrm>
              <a:off x="4224" y="1275"/>
              <a:ext cx="12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400" dirty="0">
                  <a:solidFill>
                    <a:srgbClr val="A5FFA5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为因变量</a:t>
              </a:r>
              <a:r>
                <a:rPr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en-US" altLang="zh-CN" sz="2400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2400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400" dirty="0">
                  <a:solidFill>
                    <a:srgbClr val="A5FFA5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</a:t>
              </a:r>
              <a:r>
                <a:rPr lang="zh-CN" altLang="en-US" sz="2400" i="1" dirty="0">
                  <a:solidFill>
                    <a:srgbClr val="A5FFA5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zh-CN" altLang="en-US" sz="2400" i="1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019" name="Text Box 36"/>
            <p:cNvSpPr txBox="1"/>
            <p:nvPr/>
          </p:nvSpPr>
          <p:spPr>
            <a:xfrm>
              <a:off x="3360" y="1563"/>
              <a:ext cx="22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400" dirty="0">
                  <a:solidFill>
                    <a:srgbClr val="A5FFA5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自变量的一阶线性方程</a:t>
              </a:r>
              <a:endParaRPr lang="zh-CN" altLang="en-US" sz="2400" dirty="0">
                <a:solidFill>
                  <a:srgbClr val="A5FFA5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0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0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24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0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9" grpId="0" animBg="1"/>
      <p:bldP spid="102405" grpId="0"/>
      <p:bldP spid="102410" grpId="0"/>
      <p:bldP spid="102417" grpId="0"/>
      <p:bldP spid="102418" grpId="0"/>
      <p:bldP spid="10242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619250" y="1412875"/>
            <a:ext cx="5040313" cy="10080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46075"/>
            <a:ext cx="6086475" cy="5683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四、伯努利 </a:t>
            </a: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( Bernoulli )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方程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 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106499" name="Text Box 3"/>
          <p:cNvSpPr txBox="1"/>
          <p:nvPr/>
        </p:nvSpPr>
        <p:spPr>
          <a:xfrm>
            <a:off x="609600" y="914400"/>
            <a:ext cx="4191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伯努利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方程的标准形式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1676400" y="1447800"/>
          <a:ext cx="477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1" imgW="4120515" imgH="782320" progId="Equation.3">
                  <p:embed/>
                </p:oleObj>
              </mc:Choice>
              <mc:Fallback>
                <p:oleObj name="" r:id="rId1" imgW="4120515" imgH="78232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1447800"/>
                        <a:ext cx="4775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714500" y="2368550"/>
          <a:ext cx="800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3" imgW="671830" imgH="451485" progId="Equation.3">
                  <p:embed/>
                </p:oleObj>
              </mc:Choice>
              <mc:Fallback>
                <p:oleObj name="" r:id="rId3" imgW="671830" imgH="451485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14500" y="2368550"/>
                        <a:ext cx="8001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1727200" y="2909888"/>
          <a:ext cx="383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5" imgW="3305175" imgH="782320" progId="Equation.3">
                  <p:embed/>
                </p:oleObj>
              </mc:Choice>
              <mc:Fallback>
                <p:oleObj name="" r:id="rId5" imgW="3305175" imgH="782320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27200" y="2909888"/>
                        <a:ext cx="38354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3" name="Text Box 7"/>
          <p:cNvSpPr txBox="1"/>
          <p:nvPr/>
        </p:nvSpPr>
        <p:spPr>
          <a:xfrm>
            <a:off x="2286000" y="394017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6504" name="Object 8"/>
          <p:cNvGraphicFramePr>
            <a:graphicFrameLocks noChangeAspect="1"/>
          </p:cNvGraphicFramePr>
          <p:nvPr/>
        </p:nvGraphicFramePr>
        <p:xfrm>
          <a:off x="2743200" y="3935413"/>
          <a:ext cx="132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7" imgW="1123950" imgH="418465" progId="Equation.3">
                  <p:embed/>
                </p:oleObj>
              </mc:Choice>
              <mc:Fallback>
                <p:oleObj name="" r:id="rId7" imgW="1123950" imgH="418465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43200" y="3935413"/>
                        <a:ext cx="13208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4191000" y="3797300"/>
          <a:ext cx="3136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9" imgW="2699385" imgH="782320" progId="Equation.3">
                  <p:embed/>
                </p:oleObj>
              </mc:Choice>
              <mc:Fallback>
                <p:oleObj name="" r:id="rId9" imgW="2699385" imgH="782320" progId="Equation.3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91000" y="3797300"/>
                        <a:ext cx="3136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6" name="Line 10"/>
          <p:cNvSpPr/>
          <p:nvPr/>
        </p:nvSpPr>
        <p:spPr>
          <a:xfrm>
            <a:off x="2209800" y="3819525"/>
            <a:ext cx="0" cy="828675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1654175" y="4648200"/>
          <a:ext cx="46704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11" imgW="4032250" imgH="782320" progId="Equation.3">
                  <p:embed/>
                </p:oleObj>
              </mc:Choice>
              <mc:Fallback>
                <p:oleObj name="" r:id="rId11" imgW="4032250" imgH="78232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4175" y="4648200"/>
                        <a:ext cx="4670425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8" name="Text Box 12"/>
          <p:cNvSpPr txBox="1"/>
          <p:nvPr/>
        </p:nvSpPr>
        <p:spPr>
          <a:xfrm>
            <a:off x="304800" y="55753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求出此方程通解后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509" name="Text Box 13"/>
          <p:cNvSpPr txBox="1"/>
          <p:nvPr/>
        </p:nvSpPr>
        <p:spPr>
          <a:xfrm>
            <a:off x="2514600" y="2363788"/>
            <a:ext cx="2743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除方程两边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510" name="Text Box 14"/>
          <p:cNvSpPr txBox="1"/>
          <p:nvPr/>
        </p:nvSpPr>
        <p:spPr>
          <a:xfrm>
            <a:off x="3352800" y="5575300"/>
            <a:ext cx="5638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换回原变量即得伯努利方程的通解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511" name="Text Box 15"/>
          <p:cNvSpPr txBox="1"/>
          <p:nvPr/>
        </p:nvSpPr>
        <p:spPr>
          <a:xfrm>
            <a:off x="655638" y="2376488"/>
            <a:ext cx="10207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512" name="Text Box 16"/>
          <p:cNvSpPr txBox="1"/>
          <p:nvPr/>
        </p:nvSpPr>
        <p:spPr>
          <a:xfrm>
            <a:off x="6384925" y="4864100"/>
            <a:ext cx="160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线性方程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3025" name="Group 17"/>
          <p:cNvGrpSpPr/>
          <p:nvPr/>
        </p:nvGrpSpPr>
        <p:grpSpPr>
          <a:xfrm>
            <a:off x="7162800" y="533400"/>
            <a:ext cx="1411288" cy="1985963"/>
            <a:chOff x="4368" y="431"/>
            <a:chExt cx="1111" cy="1564"/>
          </a:xfrm>
        </p:grpSpPr>
        <p:pic>
          <p:nvPicPr>
            <p:cNvPr id="43026" name="Picture 18" descr="Y1伯努利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464" y="480"/>
              <a:ext cx="912" cy="14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7" name="Freeform 19"/>
            <p:cNvSpPr/>
            <p:nvPr/>
          </p:nvSpPr>
          <p:spPr>
            <a:xfrm>
              <a:off x="4368" y="431"/>
              <a:ext cx="1111" cy="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4"/>
                </a:cxn>
                <a:cxn ang="0">
                  <a:pos x="55" y="4"/>
                </a:cxn>
                <a:cxn ang="0">
                  <a:pos x="60" y="0"/>
                </a:cxn>
                <a:cxn ang="0">
                  <a:pos x="0" y="0"/>
                </a:cxn>
              </a:cxnLst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28" name="Freeform 20"/>
            <p:cNvSpPr/>
            <p:nvPr/>
          </p:nvSpPr>
          <p:spPr>
            <a:xfrm>
              <a:off x="4368" y="431"/>
              <a:ext cx="96" cy="1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0" y="0"/>
                </a:cxn>
              </a:cxnLst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29" name="Freeform 21"/>
            <p:cNvSpPr/>
            <p:nvPr/>
          </p:nvSpPr>
          <p:spPr>
            <a:xfrm flipH="1" flipV="1">
              <a:off x="5376" y="431"/>
              <a:ext cx="96" cy="1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0" y="0"/>
                </a:cxn>
              </a:cxnLst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30" name="Freeform 22"/>
            <p:cNvSpPr/>
            <p:nvPr/>
          </p:nvSpPr>
          <p:spPr>
            <a:xfrm flipV="1">
              <a:off x="4368" y="1910"/>
              <a:ext cx="1111" cy="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4"/>
                </a:cxn>
                <a:cxn ang="0">
                  <a:pos x="55" y="4"/>
                </a:cxn>
                <a:cxn ang="0">
                  <a:pos x="60" y="0"/>
                </a:cxn>
                <a:cxn ang="0">
                  <a:pos x="0" y="0"/>
                </a:cxn>
              </a:cxnLst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3031" name="AutoShape 23"/>
          <p:cNvSpPr/>
          <p:nvPr/>
        </p:nvSpPr>
        <p:spPr>
          <a:xfrm>
            <a:off x="7162800" y="533400"/>
            <a:ext cx="1371600" cy="19050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5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651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3" grpId="0"/>
      <p:bldP spid="106508" grpId="0"/>
      <p:bldP spid="106509" grpId="0"/>
      <p:bldP spid="106510" grpId="0"/>
      <p:bldP spid="106511" grpId="0" build="p"/>
      <p:bldP spid="106512" grpId="0" build="p"/>
      <p:bldP spid="2" grpId="0" bldLvl="0" animBg="1"/>
      <p:bldP spid="2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" y="533400"/>
            <a:ext cx="2422525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13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求方程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45058" name="Object 3"/>
          <p:cNvGraphicFramePr>
            <a:graphicFrameLocks noChangeAspect="1"/>
          </p:cNvGraphicFramePr>
          <p:nvPr/>
        </p:nvGraphicFramePr>
        <p:xfrm>
          <a:off x="2555875" y="333375"/>
          <a:ext cx="2806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1" imgW="2413000" imgH="782320" progId="Equation.3">
                  <p:embed/>
                </p:oleObj>
              </mc:Choice>
              <mc:Fallback>
                <p:oleObj name="" r:id="rId1" imgW="2413000" imgH="782320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333375"/>
                        <a:ext cx="2806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4"/>
          <p:cNvSpPr txBox="1"/>
          <p:nvPr/>
        </p:nvSpPr>
        <p:spPr>
          <a:xfrm>
            <a:off x="5334000" y="5207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549" name="Text Box 5"/>
          <p:cNvSpPr txBox="1"/>
          <p:nvPr/>
        </p:nvSpPr>
        <p:spPr>
          <a:xfrm>
            <a:off x="609600" y="13589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550" name="Object 6"/>
          <p:cNvGraphicFramePr>
            <a:graphicFrameLocks noChangeAspect="1"/>
          </p:cNvGraphicFramePr>
          <p:nvPr/>
        </p:nvGraphicFramePr>
        <p:xfrm>
          <a:off x="1676400" y="1320800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3" imgW="1002665" imgH="418465" progId="Equation.3">
                  <p:embed/>
                </p:oleObj>
              </mc:Choice>
              <mc:Fallback>
                <p:oleObj name="" r:id="rId3" imgW="1002665" imgH="418465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1320800"/>
                        <a:ext cx="1181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1" name="Text Box 7"/>
          <p:cNvSpPr txBox="1"/>
          <p:nvPr/>
        </p:nvSpPr>
        <p:spPr>
          <a:xfrm>
            <a:off x="2819400" y="12954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则方程变形为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552" name="Object 8"/>
          <p:cNvGraphicFramePr>
            <a:graphicFrameLocks noChangeAspect="1"/>
          </p:cNvGraphicFramePr>
          <p:nvPr/>
        </p:nvGraphicFramePr>
        <p:xfrm>
          <a:off x="2413000" y="1892300"/>
          <a:ext cx="238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5" imgW="2049145" imgH="782320" progId="Equation.3">
                  <p:embed/>
                </p:oleObj>
              </mc:Choice>
              <mc:Fallback>
                <p:oleObj name="" r:id="rId5" imgW="2049145" imgH="78232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3000" y="1892300"/>
                        <a:ext cx="2387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3" name="Text Box 9"/>
          <p:cNvSpPr txBox="1"/>
          <p:nvPr/>
        </p:nvSpPr>
        <p:spPr>
          <a:xfrm>
            <a:off x="304800" y="33401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其通解为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554" name="Object 10"/>
          <p:cNvGraphicFramePr>
            <a:graphicFrameLocks noChangeAspect="1"/>
          </p:cNvGraphicFramePr>
          <p:nvPr/>
        </p:nvGraphicFramePr>
        <p:xfrm>
          <a:off x="2185988" y="3532188"/>
          <a:ext cx="749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7" imgW="628015" imgH="187325" progId="Equation.3">
                  <p:embed/>
                </p:oleObj>
              </mc:Choice>
              <mc:Fallback>
                <p:oleObj name="" r:id="rId7" imgW="628015" imgH="187325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85988" y="3532188"/>
                        <a:ext cx="7493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5" name="Text Box 11"/>
          <p:cNvSpPr txBox="1"/>
          <p:nvPr/>
        </p:nvSpPr>
        <p:spPr>
          <a:xfrm>
            <a:off x="381000" y="490855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556" name="Object 12"/>
          <p:cNvGraphicFramePr>
            <a:graphicFrameLocks noChangeAspect="1"/>
          </p:cNvGraphicFramePr>
          <p:nvPr/>
        </p:nvGraphicFramePr>
        <p:xfrm>
          <a:off x="922338" y="4918075"/>
          <a:ext cx="10588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9" imgW="892175" imgH="418465" progId="Equation.3">
                  <p:embed/>
                </p:oleObj>
              </mc:Choice>
              <mc:Fallback>
                <p:oleObj name="" r:id="rId9" imgW="892175" imgH="418465" progId="Equation.3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2338" y="4918075"/>
                        <a:ext cx="1058862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7" name="Object 13"/>
          <p:cNvGraphicFramePr>
            <a:graphicFrameLocks noChangeAspect="1"/>
          </p:cNvGraphicFramePr>
          <p:nvPr/>
        </p:nvGraphicFramePr>
        <p:xfrm>
          <a:off x="2438400" y="5486400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11" imgW="2753995" imgH="716280" progId="Equation.3">
                  <p:embed/>
                </p:oleObj>
              </mc:Choice>
              <mc:Fallback>
                <p:oleObj name="" r:id="rId11" imgW="2753995" imgH="71628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5486400"/>
                        <a:ext cx="3200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8" name="Object 14"/>
          <p:cNvGraphicFramePr>
            <a:graphicFrameLocks noChangeAspect="1"/>
          </p:cNvGraphicFramePr>
          <p:nvPr/>
        </p:nvGraphicFramePr>
        <p:xfrm>
          <a:off x="2959100" y="2838450"/>
          <a:ext cx="825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" r:id="rId13" imgW="694055" imgH="561975" progId="Equation.3">
                  <p:embed/>
                </p:oleObj>
              </mc:Choice>
              <mc:Fallback>
                <p:oleObj name="" r:id="rId13" imgW="694055" imgH="561975" progId="Equation.3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59100" y="2838450"/>
                        <a:ext cx="825500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9" name="Object 15"/>
          <p:cNvGraphicFramePr>
            <a:graphicFrameLocks noChangeAspect="1"/>
          </p:cNvGraphicFramePr>
          <p:nvPr/>
        </p:nvGraphicFramePr>
        <p:xfrm>
          <a:off x="3798888" y="3378200"/>
          <a:ext cx="1841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15" imgW="1575435" imgH="484505" progId="Equation.3">
                  <p:embed/>
                </p:oleObj>
              </mc:Choice>
              <mc:Fallback>
                <p:oleObj name="" r:id="rId15" imgW="1575435" imgH="484505" progId="Equation.3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98888" y="3378200"/>
                        <a:ext cx="18415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0" name="Object 16"/>
          <p:cNvGraphicFramePr>
            <a:graphicFrameLocks noChangeAspect="1"/>
          </p:cNvGraphicFramePr>
          <p:nvPr/>
        </p:nvGraphicFramePr>
        <p:xfrm>
          <a:off x="5638800" y="2984500"/>
          <a:ext cx="1092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17" imgW="925195" imgH="561975" progId="Equation.3">
                  <p:embed/>
                </p:oleObj>
              </mc:Choice>
              <mc:Fallback>
                <p:oleObj name="" r:id="rId17" imgW="925195" imgH="561975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2984500"/>
                        <a:ext cx="1092200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1" name="Object 17"/>
          <p:cNvGraphicFramePr>
            <a:graphicFrameLocks noChangeAspect="1"/>
          </p:cNvGraphicFramePr>
          <p:nvPr/>
        </p:nvGraphicFramePr>
        <p:xfrm>
          <a:off x="6781800" y="3429000"/>
          <a:ext cx="115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19" imgW="980440" imgH="352425" progId="Equation.3">
                  <p:embed/>
                </p:oleObj>
              </mc:Choice>
              <mc:Fallback>
                <p:oleObj name="" r:id="rId19" imgW="980440" imgH="352425" progId="Equation.3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81800" y="3429000"/>
                        <a:ext cx="1155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2" name="Object 18"/>
          <p:cNvGraphicFramePr>
            <a:graphicFrameLocks noChangeAspect="1"/>
          </p:cNvGraphicFramePr>
          <p:nvPr/>
        </p:nvGraphicFramePr>
        <p:xfrm>
          <a:off x="2438400" y="4025900"/>
          <a:ext cx="2755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21" imgW="2368550" imgH="716280" progId="Equation.3">
                  <p:embed/>
                </p:oleObj>
              </mc:Choice>
              <mc:Fallback>
                <p:oleObj name="" r:id="rId21" imgW="2368550" imgH="716280" progId="Equation.3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4025900"/>
                        <a:ext cx="2755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63" name="Text Box 19"/>
          <p:cNvSpPr txBox="1"/>
          <p:nvPr/>
        </p:nvSpPr>
        <p:spPr>
          <a:xfrm>
            <a:off x="1905000" y="4908550"/>
            <a:ext cx="3394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代入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得原方程通解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855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856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/>
      <p:bldP spid="108551" grpId="0"/>
      <p:bldP spid="108553" grpId="0"/>
      <p:bldP spid="108555" grpId="0" build="p"/>
      <p:bldP spid="108563" grpId="0" advAuto="100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4211638" y="5948363"/>
            <a:ext cx="2736850" cy="792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2" name="矩形 11"/>
          <p:cNvSpPr/>
          <p:nvPr/>
        </p:nvSpPr>
        <p:spPr>
          <a:xfrm>
            <a:off x="539750" y="6092825"/>
            <a:ext cx="2808288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44034" name="Text Box 4"/>
          <p:cNvSpPr txBox="1"/>
          <p:nvPr/>
        </p:nvSpPr>
        <p:spPr>
          <a:xfrm>
            <a:off x="0" y="404813"/>
            <a:ext cx="3275013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14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、求满足方程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4035" name="Object 5"/>
          <p:cNvGraphicFramePr>
            <a:graphicFrameLocks noChangeAspect="1"/>
          </p:cNvGraphicFramePr>
          <p:nvPr/>
        </p:nvGraphicFramePr>
        <p:xfrm>
          <a:off x="1054100" y="923925"/>
          <a:ext cx="7227888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1" imgW="2148205" imgH="264160" progId="Equation.3">
                  <p:embed/>
                </p:oleObj>
              </mc:Choice>
              <mc:Fallback>
                <p:oleObj name="" r:id="rId1" imgW="2148205" imgH="264160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54100" y="923925"/>
                        <a:ext cx="7227888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Rot="1" noChangeAspect="1" noEditPoints="1" noTextEdit="1"/>
          </p:cNvSpPr>
          <p:nvPr/>
        </p:nvSpPr>
        <p:spPr>
          <a:xfrm>
            <a:off x="1054100" y="1744663"/>
            <a:ext cx="5761038" cy="8001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Rot="1" noChangeAspect="1" noEditPoints="1" noTextEdit="1"/>
          </p:cNvSpPr>
          <p:nvPr/>
        </p:nvSpPr>
        <p:spPr>
          <a:xfrm>
            <a:off x="1492250" y="2495550"/>
            <a:ext cx="6475413" cy="3778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Rot="1" noChangeAspect="1" noEditPoints="1" noTextEdit="1"/>
          </p:cNvSpPr>
          <p:nvPr/>
        </p:nvSpPr>
        <p:spPr>
          <a:xfrm>
            <a:off x="1506538" y="3089275"/>
            <a:ext cx="3902075" cy="37782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Rot="1" noChangeAspect="1" noEditPoints="1" noTextEdit="1"/>
          </p:cNvSpPr>
          <p:nvPr/>
        </p:nvSpPr>
        <p:spPr>
          <a:xfrm>
            <a:off x="1035050" y="3562350"/>
            <a:ext cx="2347913" cy="758825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63887" y="3739901"/>
            <a:ext cx="1806456" cy="369332"/>
          </a:xfrm>
          <a:prstGeom prst="rect">
            <a:avLst/>
          </a:prstGeom>
          <a:blipFill>
            <a:blip r:embed="rId7"/>
            <a:stretch>
              <a:fillRect l="-1351" b="-8333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>
            <a:spLocks noRot="1" noChangeAspect="1" noEditPoints="1" noTextEdit="1"/>
          </p:cNvSpPr>
          <p:nvPr/>
        </p:nvSpPr>
        <p:spPr>
          <a:xfrm>
            <a:off x="288925" y="4329113"/>
            <a:ext cx="5219700" cy="968375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4845" y="4582426"/>
            <a:ext cx="1871733" cy="369332"/>
          </a:xfrm>
          <a:prstGeom prst="rect">
            <a:avLst/>
          </a:prstGeom>
          <a:blipFill>
            <a:blip r:embed="rId9"/>
            <a:stretch>
              <a:fillRect l="-651" r="-4886" b="-38333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87623" y="5413993"/>
            <a:ext cx="2972993" cy="369332"/>
          </a:xfrm>
          <a:prstGeom prst="rect">
            <a:avLst/>
          </a:prstGeom>
          <a:blipFill>
            <a:blip r:embed="rId10"/>
            <a:stretch>
              <a:fillRect l="-615" r="-1434" b="-37705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67115" y="5413993"/>
            <a:ext cx="2731261" cy="369332"/>
          </a:xfrm>
          <a:prstGeom prst="rect">
            <a:avLst/>
          </a:prstGeom>
          <a:blipFill>
            <a:blip r:embed="rId11"/>
            <a:stretch>
              <a:fillRect l="-2679" t="-1639" b="-37705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6575" y="6078538"/>
          <a:ext cx="25971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2" imgW="1091565" imgH="215900" progId="Equation.KSEE3">
                  <p:embed/>
                </p:oleObj>
              </mc:Choice>
              <mc:Fallback>
                <p:oleObj name="" r:id="rId12" imgW="1091565" imgH="215900" progId="Equation.KSEE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6575" y="6078538"/>
                        <a:ext cx="259715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1325" y="5995988"/>
          <a:ext cx="25638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14" imgW="1536700" imgH="419100" progId="Equation.KSEE3">
                  <p:embed/>
                </p:oleObj>
              </mc:Choice>
              <mc:Fallback>
                <p:oleObj name="" r:id="rId14" imgW="1536700" imgH="419100" progId="Equation.KSEE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51325" y="5995988"/>
                        <a:ext cx="2563813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 15"/>
          <p:cNvSpPr/>
          <p:nvPr/>
        </p:nvSpPr>
        <p:spPr>
          <a:xfrm>
            <a:off x="5754688" y="3008313"/>
            <a:ext cx="3263900" cy="1573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zh-CN" altLang="en-US" sz="2800" b="1" strike="noStrike" noProof="1">
                <a:solidFill>
                  <a:srgbClr val="FF0000"/>
                </a:solidFill>
              </a:rPr>
              <a:t>此类题型一定要注意隐含的初始条件</a:t>
            </a:r>
            <a:endParaRPr lang="zh-CN" altLang="en-US" sz="2800" b="1" strike="noStrike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12" grpId="0" animBg="1"/>
      <p:bldP spid="12" grpId="1" animBg="1"/>
      <p:bldP spid="14" grpId="0" animBg="1"/>
      <p:bldP spid="14" grpId="1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2057400" cy="609600"/>
          </a:xfrm>
          <a:ln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内容小结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86019" name="Text Box 3"/>
          <p:cNvSpPr txBox="1"/>
          <p:nvPr/>
        </p:nvSpPr>
        <p:spPr>
          <a:xfrm>
            <a:off x="685800" y="1157288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微分方程的概念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0" name="Text Box 4"/>
          <p:cNvSpPr txBox="1"/>
          <p:nvPr/>
        </p:nvSpPr>
        <p:spPr>
          <a:xfrm>
            <a:off x="990600" y="176053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微分方程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1" name="Text Box 5"/>
          <p:cNvSpPr txBox="1"/>
          <p:nvPr/>
        </p:nvSpPr>
        <p:spPr>
          <a:xfrm>
            <a:off x="3381375" y="174625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定解条件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2" name="Text Box 6"/>
          <p:cNvSpPr txBox="1"/>
          <p:nvPr/>
        </p:nvSpPr>
        <p:spPr>
          <a:xfrm>
            <a:off x="685800" y="4724400"/>
            <a:ext cx="533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可分离变量方程的求解方法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3" name="Text Box 7"/>
          <p:cNvSpPr txBox="1"/>
          <p:nvPr/>
        </p:nvSpPr>
        <p:spPr>
          <a:xfrm>
            <a:off x="990600" y="2300288"/>
            <a:ext cx="72390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通解不一定是方程的全部解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/>
        </p:nvGraphicFramePr>
        <p:xfrm>
          <a:off x="3956050" y="2865438"/>
          <a:ext cx="23685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716280" imgH="154305" progId="Equation.3">
                  <p:embed/>
                </p:oleObj>
              </mc:Choice>
              <mc:Fallback>
                <p:oleObj name="" r:id="rId1" imgW="716280" imgH="154305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6050" y="2865438"/>
                        <a:ext cx="2368550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5" name="Text Box 9"/>
          <p:cNvSpPr txBox="1"/>
          <p:nvPr/>
        </p:nvSpPr>
        <p:spPr>
          <a:xfrm>
            <a:off x="6248400" y="28194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有解</a:t>
            </a:r>
            <a:endParaRPr lang="zh-CN" altLang="en-US" sz="2800" i="1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6" name="Text Box 10"/>
          <p:cNvSpPr txBox="1"/>
          <p:nvPr/>
        </p:nvSpPr>
        <p:spPr>
          <a:xfrm>
            <a:off x="2133600" y="4129088"/>
            <a:ext cx="5486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后者是通解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但不包含前一个解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7" name="Text Box 11"/>
          <p:cNvSpPr txBox="1"/>
          <p:nvPr/>
        </p:nvSpPr>
        <p:spPr>
          <a:xfrm>
            <a:off x="2127250" y="2855913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方程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8" name="Text Box 12"/>
          <p:cNvSpPr txBox="1"/>
          <p:nvPr/>
        </p:nvSpPr>
        <p:spPr>
          <a:xfrm>
            <a:off x="990600" y="53340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分离变量后积分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29" name="Text Box 13"/>
          <p:cNvSpPr txBox="1"/>
          <p:nvPr/>
        </p:nvSpPr>
        <p:spPr>
          <a:xfrm>
            <a:off x="3733800" y="5351463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根据定解条件定常数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0" name="Text Box 14"/>
          <p:cNvSpPr txBox="1"/>
          <p:nvPr/>
        </p:nvSpPr>
        <p:spPr>
          <a:xfrm>
            <a:off x="5029200" y="174625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1" name="Text Box 15"/>
          <p:cNvSpPr txBox="1"/>
          <p:nvPr/>
        </p:nvSpPr>
        <p:spPr>
          <a:xfrm>
            <a:off x="2701925" y="1746250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2" name="Text Box 16"/>
          <p:cNvSpPr txBox="1"/>
          <p:nvPr/>
        </p:nvSpPr>
        <p:spPr>
          <a:xfrm>
            <a:off x="5638800" y="1760538"/>
            <a:ext cx="12080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3" name="Text Box 17"/>
          <p:cNvSpPr txBox="1"/>
          <p:nvPr/>
        </p:nvSpPr>
        <p:spPr>
          <a:xfrm>
            <a:off x="6588125" y="1773238"/>
            <a:ext cx="10779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特解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4" name="Text Box 18"/>
          <p:cNvSpPr txBox="1"/>
          <p:nvPr/>
        </p:nvSpPr>
        <p:spPr>
          <a:xfrm>
            <a:off x="3048000" y="3519488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y = – x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及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 = C</a:t>
            </a:r>
            <a:r>
              <a:rPr lang="en-US" altLang="zh-CN" sz="2800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endParaRPr lang="en-US" altLang="zh-CN" sz="2800" i="1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2775" y="6043613"/>
            <a:ext cx="40735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、齐次方程的求解方法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20" grpId="0"/>
      <p:bldP spid="86021" grpId="0"/>
      <p:bldP spid="86022" grpId="0"/>
      <p:bldP spid="86023" grpId="0"/>
      <p:bldP spid="86025" grpId="0"/>
      <p:bldP spid="86026" grpId="0"/>
      <p:bldP spid="86027" grpId="0"/>
      <p:bldP spid="86028" grpId="0"/>
      <p:bldP spid="86029" grpId="0"/>
      <p:bldP spid="86030" grpId="0"/>
      <p:bldP spid="86031" grpId="0"/>
      <p:bldP spid="86032" grpId="0"/>
      <p:bldP spid="86033" grpId="0"/>
      <p:bldP spid="86034" grpId="0"/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1" name="Text Box 3"/>
          <p:cNvSpPr txBox="1"/>
          <p:nvPr/>
        </p:nvSpPr>
        <p:spPr>
          <a:xfrm>
            <a:off x="685800" y="1325563"/>
            <a:ext cx="30480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4.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一阶线性方程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3390900" y="1193800"/>
          <a:ext cx="2781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" imgW="2390775" imgH="782320" progId="Equation.3">
                  <p:embed/>
                </p:oleObj>
              </mc:Choice>
              <mc:Fallback>
                <p:oleObj name="" r:id="rId1" imgW="2390775" imgH="78232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90900" y="1193800"/>
                        <a:ext cx="2781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3" name="Text Box 5"/>
          <p:cNvSpPr txBox="1"/>
          <p:nvPr/>
        </p:nvSpPr>
        <p:spPr>
          <a:xfrm>
            <a:off x="914400" y="2120900"/>
            <a:ext cx="64008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先解齐次方程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再用常数变易法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9574" name="Text Box 6"/>
          <p:cNvSpPr txBox="1"/>
          <p:nvPr/>
        </p:nvSpPr>
        <p:spPr>
          <a:xfrm>
            <a:off x="914400" y="2717800"/>
            <a:ext cx="32766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用通解公式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75" name="Object 7"/>
          <p:cNvGraphicFramePr>
            <a:graphicFrameLocks noChangeAspect="1"/>
          </p:cNvGraphicFramePr>
          <p:nvPr/>
        </p:nvGraphicFramePr>
        <p:xfrm>
          <a:off x="2057400" y="3403600"/>
          <a:ext cx="5343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" imgW="4615815" imgH="584200" progId="Equation.3">
                  <p:embed/>
                </p:oleObj>
              </mc:Choice>
              <mc:Fallback>
                <p:oleObj name="" r:id="rId3" imgW="4615815" imgH="5842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3403600"/>
                        <a:ext cx="534352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1117600" y="5245100"/>
          <a:ext cx="1854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5" imgW="1586230" imgH="451485" progId="Equation.3">
                  <p:embed/>
                </p:oleObj>
              </mc:Choice>
              <mc:Fallback>
                <p:oleObj name="" r:id="rId5" imgW="1586230" imgH="451485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7600" y="5245100"/>
                        <a:ext cx="18542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7" name="Text Box 9"/>
          <p:cNvSpPr txBox="1"/>
          <p:nvPr/>
        </p:nvSpPr>
        <p:spPr>
          <a:xfrm>
            <a:off x="3048000" y="52451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化为线性方程求解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9578" name="Text Box 10"/>
          <p:cNvSpPr txBox="1"/>
          <p:nvPr/>
        </p:nvSpPr>
        <p:spPr>
          <a:xfrm>
            <a:off x="673100" y="4344988"/>
            <a:ext cx="26670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5.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伯努利方程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79" name="Object 11"/>
          <p:cNvGraphicFramePr>
            <a:graphicFrameLocks noChangeAspect="1"/>
          </p:cNvGraphicFramePr>
          <p:nvPr/>
        </p:nvGraphicFramePr>
        <p:xfrm>
          <a:off x="3035300" y="4178300"/>
          <a:ext cx="317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7" imgW="2732405" imgH="782320" progId="Equation.3">
                  <p:embed/>
                </p:oleObj>
              </mc:Choice>
              <mc:Fallback>
                <p:oleObj name="" r:id="rId7" imgW="2732405" imgH="78232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35300" y="4178300"/>
                        <a:ext cx="31750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0" name="Object 12"/>
          <p:cNvGraphicFramePr>
            <a:graphicFrameLocks noChangeAspect="1"/>
          </p:cNvGraphicFramePr>
          <p:nvPr/>
        </p:nvGraphicFramePr>
        <p:xfrm>
          <a:off x="6464300" y="4406900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9" imgW="1244600" imgH="330200" progId="Equation.3">
                  <p:embed/>
                </p:oleObj>
              </mc:Choice>
              <mc:Fallback>
                <p:oleObj name="" r:id="rId9" imgW="1244600" imgH="3302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64300" y="4406900"/>
                        <a:ext cx="14605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/>
      <p:bldP spid="109573" grpId="0"/>
      <p:bldP spid="109574" grpId="0"/>
      <p:bldP spid="109577" grpId="0"/>
      <p:bldP spid="10957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/>
          <p:nvPr/>
        </p:nvSpPr>
        <p:spPr>
          <a:xfrm>
            <a:off x="609600" y="1054100"/>
            <a:ext cx="8382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 eaLnBrk="0" hangingPunct="0">
              <a:buAutoNum type="arabicParenBoth"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找出事物的共性及可贯穿于全过程的规律列方程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3" name="Text Box 3"/>
          <p:cNvSpPr txBox="1"/>
          <p:nvPr/>
        </p:nvSpPr>
        <p:spPr>
          <a:xfrm>
            <a:off x="1143000" y="161448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常用的方法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4" name="Text Box 4"/>
          <p:cNvSpPr txBox="1"/>
          <p:nvPr/>
        </p:nvSpPr>
        <p:spPr>
          <a:xfrm>
            <a:off x="1225550" y="2209800"/>
            <a:ext cx="64293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1)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根据几何关系列方程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5" name="Text Box 5"/>
          <p:cNvSpPr txBox="1"/>
          <p:nvPr/>
        </p:nvSpPr>
        <p:spPr>
          <a:xfrm>
            <a:off x="1225550" y="2895600"/>
            <a:ext cx="64293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2)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根据物理规律列方程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6" name="Text Box 6"/>
          <p:cNvSpPr txBox="1"/>
          <p:nvPr/>
        </p:nvSpPr>
        <p:spPr>
          <a:xfrm>
            <a:off x="1225550" y="3563938"/>
            <a:ext cx="70040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3)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根据微量分析平衡关系列方程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7" name="Text Box 7"/>
          <p:cNvSpPr txBox="1"/>
          <p:nvPr/>
        </p:nvSpPr>
        <p:spPr>
          <a:xfrm>
            <a:off x="609600" y="4191000"/>
            <a:ext cx="763746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利用反映事物个性的特殊状态确定定解条件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8" name="Text Box 8"/>
          <p:cNvSpPr txBox="1"/>
          <p:nvPr/>
        </p:nvSpPr>
        <p:spPr>
          <a:xfrm>
            <a:off x="609600" y="4900613"/>
            <a:ext cx="6096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并根据定解条件确定特解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7049" name="Rectangle 9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5791200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6.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解微分方程应用题的方法和步骤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build="p"/>
      <p:bldP spid="87043" grpId="0"/>
      <p:bldP spid="87044" grpId="0"/>
      <p:bldP spid="87045" grpId="0"/>
      <p:bldP spid="87046" grpId="0"/>
      <p:bldP spid="87047" grpId="0"/>
      <p:bldP spid="8704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2438400" cy="685800"/>
          </a:xfrm>
          <a:ln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思考与练习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110595" name="Text Box 3"/>
          <p:cNvSpPr txBox="1"/>
          <p:nvPr/>
        </p:nvSpPr>
        <p:spPr>
          <a:xfrm>
            <a:off x="609600" y="8382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判别下列方程类型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/>
        </p:nvGraphicFramePr>
        <p:xfrm>
          <a:off x="412750" y="1447800"/>
          <a:ext cx="302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" imgW="2599690" imgH="782320" progId="Equation.3">
                  <p:embed/>
                </p:oleObj>
              </mc:Choice>
              <mc:Fallback>
                <p:oleObj name="" r:id="rId1" imgW="2599690" imgH="78232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750" y="1447800"/>
                        <a:ext cx="3022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412750" y="2438400"/>
          <a:ext cx="350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3018790" imgH="782320" progId="Equation.3">
                  <p:embed/>
                </p:oleObj>
              </mc:Choice>
              <mc:Fallback>
                <p:oleObj name="" r:id="rId3" imgW="3018790" imgH="78232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750" y="2438400"/>
                        <a:ext cx="3505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6"/>
          <p:cNvGraphicFramePr>
            <a:graphicFrameLocks noChangeAspect="1"/>
          </p:cNvGraphicFramePr>
          <p:nvPr/>
        </p:nvGraphicFramePr>
        <p:xfrm>
          <a:off x="412750" y="3517900"/>
          <a:ext cx="388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5" imgW="3348990" imgH="418465" progId="Equation.3">
                  <p:embed/>
                </p:oleObj>
              </mc:Choice>
              <mc:Fallback>
                <p:oleObj name="" r:id="rId5" imgW="3348990" imgH="418465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750" y="3517900"/>
                        <a:ext cx="3886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412750" y="4508500"/>
          <a:ext cx="3933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7" imgW="3393440" imgH="418465" progId="Equation.3">
                  <p:embed/>
                </p:oleObj>
              </mc:Choice>
              <mc:Fallback>
                <p:oleObj name="" r:id="rId7" imgW="3393440" imgH="418465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750" y="4508500"/>
                        <a:ext cx="39338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412750" y="5537200"/>
          <a:ext cx="383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9" imgW="3305175" imgH="330200" progId="Equation.3">
                  <p:embed/>
                </p:oleObj>
              </mc:Choice>
              <mc:Fallback>
                <p:oleObj name="" r:id="rId9" imgW="3305175" imgH="3302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2750" y="5537200"/>
                        <a:ext cx="3835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1" name="Text Box 9"/>
          <p:cNvSpPr txBox="1"/>
          <p:nvPr/>
        </p:nvSpPr>
        <p:spPr>
          <a:xfrm>
            <a:off x="4800600" y="914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4991100" y="1447800"/>
          <a:ext cx="189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1" imgW="1619250" imgH="782320" progId="Equation.3">
                  <p:embed/>
                </p:oleObj>
              </mc:Choice>
              <mc:Fallback>
                <p:oleObj name="" r:id="rId11" imgW="1619250" imgH="78232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1447800"/>
                        <a:ext cx="1892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3" name="Text Box 11"/>
          <p:cNvSpPr txBox="1"/>
          <p:nvPr/>
        </p:nvSpPr>
        <p:spPr>
          <a:xfrm>
            <a:off x="7380288" y="1341438"/>
            <a:ext cx="15240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400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可分离  变量方程</a:t>
            </a:r>
            <a:endParaRPr lang="zh-CN" altLang="en-US" sz="2400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0604" name="Line 12"/>
          <p:cNvSpPr/>
          <p:nvPr/>
        </p:nvSpPr>
        <p:spPr>
          <a:xfrm>
            <a:off x="4419600" y="1905000"/>
            <a:ext cx="457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0605" name="Line 13"/>
          <p:cNvSpPr/>
          <p:nvPr/>
        </p:nvSpPr>
        <p:spPr>
          <a:xfrm>
            <a:off x="4419600" y="2882900"/>
            <a:ext cx="457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4991100" y="2438400"/>
          <a:ext cx="1663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3" imgW="1421130" imgH="782320" progId="Equation.3">
                  <p:embed/>
                </p:oleObj>
              </mc:Choice>
              <mc:Fallback>
                <p:oleObj name="" r:id="rId13" imgW="1421130" imgH="78232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2438400"/>
                        <a:ext cx="16637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7" name="Text Box 15"/>
          <p:cNvSpPr txBox="1"/>
          <p:nvPr/>
        </p:nvSpPr>
        <p:spPr>
          <a:xfrm>
            <a:off x="7467600" y="2528888"/>
            <a:ext cx="1447800" cy="4572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0608" name="Line 16"/>
          <p:cNvSpPr/>
          <p:nvPr/>
        </p:nvSpPr>
        <p:spPr>
          <a:xfrm>
            <a:off x="4419600" y="3784600"/>
            <a:ext cx="457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10609" name="Object 17"/>
          <p:cNvGraphicFramePr>
            <a:graphicFrameLocks noChangeAspect="1"/>
          </p:cNvGraphicFramePr>
          <p:nvPr/>
        </p:nvGraphicFramePr>
        <p:xfrm>
          <a:off x="4991100" y="3251200"/>
          <a:ext cx="2451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5" imgW="2104390" imgH="859155" progId="Equation.3">
                  <p:embed/>
                </p:oleObj>
              </mc:Choice>
              <mc:Fallback>
                <p:oleObj name="" r:id="rId15" imgW="2104390" imgH="85915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3251200"/>
                        <a:ext cx="24511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0" name="Text Box 18"/>
          <p:cNvSpPr txBox="1"/>
          <p:nvPr/>
        </p:nvSpPr>
        <p:spPr>
          <a:xfrm>
            <a:off x="7543800" y="3429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线性方程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0611" name="Line 19"/>
          <p:cNvSpPr/>
          <p:nvPr/>
        </p:nvSpPr>
        <p:spPr>
          <a:xfrm>
            <a:off x="4419600" y="4787900"/>
            <a:ext cx="457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10612" name="Object 20"/>
          <p:cNvGraphicFramePr>
            <a:graphicFrameLocks noChangeAspect="1"/>
          </p:cNvGraphicFramePr>
          <p:nvPr/>
        </p:nvGraphicFramePr>
        <p:xfrm>
          <a:off x="4991100" y="4241800"/>
          <a:ext cx="247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" r:id="rId17" imgW="2125980" imgH="859155" progId="Equation.3">
                  <p:embed/>
                </p:oleObj>
              </mc:Choice>
              <mc:Fallback>
                <p:oleObj name="" r:id="rId17" imgW="2125980" imgH="859155" progId="Equation.3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4241800"/>
                        <a:ext cx="24765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3" name="Text Box 21"/>
          <p:cNvSpPr txBox="1"/>
          <p:nvPr/>
        </p:nvSpPr>
        <p:spPr>
          <a:xfrm>
            <a:off x="7543800" y="42672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线性方程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0614" name="Line 22"/>
          <p:cNvSpPr/>
          <p:nvPr/>
        </p:nvSpPr>
        <p:spPr>
          <a:xfrm>
            <a:off x="4419600" y="5778500"/>
            <a:ext cx="4572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10615" name="Object 23"/>
          <p:cNvGraphicFramePr>
            <a:graphicFrameLocks noChangeAspect="1"/>
          </p:cNvGraphicFramePr>
          <p:nvPr/>
        </p:nvGraphicFramePr>
        <p:xfrm>
          <a:off x="4978400" y="5321300"/>
          <a:ext cx="271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" r:id="rId19" imgW="2335530" imgH="782320" progId="Equation.3">
                  <p:embed/>
                </p:oleObj>
              </mc:Choice>
              <mc:Fallback>
                <p:oleObj name="" r:id="rId19" imgW="2335530" imgH="782320" progId="Equation.3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78400" y="5321300"/>
                        <a:ext cx="2717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6" name="Text Box 24"/>
          <p:cNvSpPr txBox="1"/>
          <p:nvPr/>
        </p:nvSpPr>
        <p:spPr>
          <a:xfrm>
            <a:off x="7772400" y="5257800"/>
            <a:ext cx="12954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400" dirty="0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伯努利方程</a:t>
            </a:r>
            <a:endParaRPr lang="zh-CN" altLang="en-US" sz="2400" dirty="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/>
      <p:bldP spid="110601" grpId="0"/>
      <p:bldP spid="110603" grpId="0"/>
      <p:bldP spid="110607" grpId="0" animBg="1"/>
      <p:bldP spid="110610" grpId="0"/>
      <p:bldP spid="110613" grpId="0"/>
      <p:bldP spid="1106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2438400" cy="685800"/>
          </a:xfrm>
          <a:ln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思考与练习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88067" name="Text Box 3"/>
          <p:cNvSpPr txBox="1"/>
          <p:nvPr/>
        </p:nvSpPr>
        <p:spPr>
          <a:xfrm>
            <a:off x="457200" y="1219200"/>
            <a:ext cx="4800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求下列方程的通解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1143000" y="1822450"/>
          <a:ext cx="49625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" r:id="rId1" imgW="4285615" imgH="429895" progId="Equation.3">
                  <p:embed/>
                </p:oleObj>
              </mc:Choice>
              <mc:Fallback>
                <p:oleObj name="" r:id="rId1" imgW="4285615" imgH="429895" progId="Equation.3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1822450"/>
                        <a:ext cx="496252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/>
          <p:nvPr/>
        </p:nvSpPr>
        <p:spPr>
          <a:xfrm>
            <a:off x="609600" y="3138488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3924300" y="2971800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3" imgW="2456815" imgH="804545" progId="Equation.3">
                  <p:embed/>
                </p:oleObj>
              </mc:Choice>
              <mc:Fallback>
                <p:oleObj name="" r:id="rId3" imgW="2456815" imgH="804545" progId="Equation.3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2971800"/>
                        <a:ext cx="28575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1143000" y="2514600"/>
          <a:ext cx="4314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5" imgW="3723640" imgH="341630" progId="Equation.3">
                  <p:embed/>
                </p:oleObj>
              </mc:Choice>
              <mc:Fallback>
                <p:oleObj name="" r:id="rId5" imgW="3723640" imgH="341630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2514600"/>
                        <a:ext cx="43148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2" name="Text Box 8"/>
          <p:cNvSpPr txBox="1"/>
          <p:nvPr/>
        </p:nvSpPr>
        <p:spPr>
          <a:xfrm>
            <a:off x="1600200" y="31242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8073" name="Text Box 9"/>
          <p:cNvSpPr txBox="1"/>
          <p:nvPr/>
        </p:nvSpPr>
        <p:spPr>
          <a:xfrm>
            <a:off x="1600200" y="39624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方程变形为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4038600" y="4038600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7" imgW="2258695" imgH="341630" progId="Equation.3">
                  <p:embed/>
                </p:oleObj>
              </mc:Choice>
              <mc:Fallback>
                <p:oleObj name="" r:id="rId7" imgW="2258695" imgH="34163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38600" y="4038600"/>
                        <a:ext cx="2628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AutoShape 11"/>
          <p:cNvSpPr/>
          <p:nvPr/>
        </p:nvSpPr>
        <p:spPr>
          <a:xfrm>
            <a:off x="3403600" y="478790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8076" name="Object 12"/>
          <p:cNvGraphicFramePr>
            <a:graphicFrameLocks noChangeAspect="1"/>
          </p:cNvGraphicFramePr>
          <p:nvPr/>
        </p:nvGraphicFramePr>
        <p:xfrm>
          <a:off x="4546600" y="4406900"/>
          <a:ext cx="345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" r:id="rId9" imgW="2974340" imgH="716280" progId="Equation.3">
                  <p:embed/>
                </p:oleObj>
              </mc:Choice>
              <mc:Fallback>
                <p:oleObj name="" r:id="rId9" imgW="2974340" imgH="716280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46600" y="4406900"/>
                        <a:ext cx="3454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/>
      <p:bldP spid="88069" grpId="0"/>
      <p:bldP spid="88072" grpId="0"/>
      <p:bldP spid="8807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219200" cy="6096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练习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: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graphicFrame>
        <p:nvGraphicFramePr>
          <p:cNvPr id="52226" name="Object 3"/>
          <p:cNvGraphicFramePr>
            <a:graphicFrameLocks noChangeAspect="1"/>
          </p:cNvGraphicFramePr>
          <p:nvPr/>
        </p:nvGraphicFramePr>
        <p:xfrm>
          <a:off x="1828800" y="215900"/>
          <a:ext cx="4000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" r:id="rId1" imgW="3448050" imgH="782320" progId="Equation.3">
                  <p:embed/>
                </p:oleObj>
              </mc:Choice>
              <mc:Fallback>
                <p:oleObj name="" r:id="rId1" imgW="3448050" imgH="782320" progId="Equation.3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215900"/>
                        <a:ext cx="40005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" name="Text Box 4"/>
          <p:cNvSpPr txBox="1"/>
          <p:nvPr/>
        </p:nvSpPr>
        <p:spPr>
          <a:xfrm>
            <a:off x="609600" y="1066800"/>
            <a:ext cx="2971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3581400" y="1066800"/>
          <a:ext cx="213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" r:id="rId3" imgW="1828800" imgH="418465" progId="Equation.3">
                  <p:embed/>
                </p:oleObj>
              </mc:Choice>
              <mc:Fallback>
                <p:oleObj name="" r:id="rId3" imgW="1828800" imgH="418465" progId="Equation.3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1066800"/>
                        <a:ext cx="2133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2730500" y="1676400"/>
          <a:ext cx="214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" name="" r:id="rId5" imgW="1839595" imgH="352425" progId="Equation.3">
                  <p:embed/>
                </p:oleObj>
              </mc:Choice>
              <mc:Fallback>
                <p:oleObj name="" r:id="rId5" imgW="1839595" imgH="352425" progId="Equation.3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30500" y="1676400"/>
                        <a:ext cx="2146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Text Box 7"/>
          <p:cNvSpPr txBox="1"/>
          <p:nvPr/>
        </p:nvSpPr>
        <p:spPr>
          <a:xfrm>
            <a:off x="1084263" y="2224088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80" name="Object 8"/>
          <p:cNvGraphicFramePr>
            <a:graphicFrameLocks noChangeAspect="1"/>
          </p:cNvGraphicFramePr>
          <p:nvPr/>
        </p:nvGraphicFramePr>
        <p:xfrm>
          <a:off x="2603500" y="2235200"/>
          <a:ext cx="273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" r:id="rId7" imgW="2346325" imgH="418465" progId="Equation.3">
                  <p:embed/>
                </p:oleObj>
              </mc:Choice>
              <mc:Fallback>
                <p:oleObj name="" r:id="rId7" imgW="2346325" imgH="418465" progId="Equation.3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3500" y="2235200"/>
                        <a:ext cx="2730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1" name="Text Box 9"/>
          <p:cNvSpPr txBox="1"/>
          <p:nvPr/>
        </p:nvSpPr>
        <p:spPr>
          <a:xfrm>
            <a:off x="5562600" y="2224088"/>
            <a:ext cx="1828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 &lt; 0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 )</a:t>
            </a:r>
            <a:endParaRPr lang="en-US" altLang="zh-CN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9882" name="Text Box 10"/>
          <p:cNvSpPr txBox="1"/>
          <p:nvPr/>
        </p:nvSpPr>
        <p:spPr>
          <a:xfrm>
            <a:off x="685800" y="2971800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/>
        </p:nvGraphicFramePr>
        <p:xfrm>
          <a:off x="2057400" y="3048000"/>
          <a:ext cx="184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" r:id="rId9" imgW="1575435" imgH="363855" progId="Equation.3">
                  <p:embed/>
                </p:oleObj>
              </mc:Choice>
              <mc:Fallback>
                <p:oleObj name="" r:id="rId9" imgW="1575435" imgH="363855" progId="Equation.3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3048000"/>
                        <a:ext cx="1841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3975100" y="3054350"/>
          <a:ext cx="181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" r:id="rId11" imgW="1553210" imgH="352425" progId="Equation.3">
                  <p:embed/>
                </p:oleObj>
              </mc:Choice>
              <mc:Fallback>
                <p:oleObj name="" r:id="rId11" imgW="1553210" imgH="352425" progId="Equation.3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75100" y="3054350"/>
                        <a:ext cx="1816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5" name="Text Box 13"/>
          <p:cNvSpPr txBox="1"/>
          <p:nvPr/>
        </p:nvSpPr>
        <p:spPr>
          <a:xfrm>
            <a:off x="685800" y="3581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86" name="Object 14"/>
          <p:cNvGraphicFramePr>
            <a:graphicFrameLocks noChangeAspect="1"/>
          </p:cNvGraphicFramePr>
          <p:nvPr/>
        </p:nvGraphicFramePr>
        <p:xfrm>
          <a:off x="2743200" y="3581400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" name="" r:id="rId13" imgW="1233805" imgH="352425" progId="Equation.3">
                  <p:embed/>
                </p:oleObj>
              </mc:Choice>
              <mc:Fallback>
                <p:oleObj name="" r:id="rId13" imgW="1233805" imgH="352425" progId="Equation.3">
                  <p:embed/>
                  <p:pic>
                    <p:nvPicPr>
                      <p:cNvPr id="0" name="图片 332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43200" y="3581400"/>
                        <a:ext cx="1447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Text Box 15"/>
          <p:cNvSpPr txBox="1"/>
          <p:nvPr/>
        </p:nvSpPr>
        <p:spPr>
          <a:xfrm>
            <a:off x="668338" y="41910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积分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88" name="Object 16"/>
          <p:cNvGraphicFramePr>
            <a:graphicFrameLocks noChangeAspect="1"/>
          </p:cNvGraphicFramePr>
          <p:nvPr/>
        </p:nvGraphicFramePr>
        <p:xfrm>
          <a:off x="2578100" y="4114800"/>
          <a:ext cx="2222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" r:id="rId15" imgW="1905635" imgH="737870" progId="Equation.3">
                  <p:embed/>
                </p:oleObj>
              </mc:Choice>
              <mc:Fallback>
                <p:oleObj name="" r:id="rId15" imgW="1905635" imgH="737870" progId="Equation.3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78100" y="4114800"/>
                        <a:ext cx="22225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9" name="Object 17"/>
          <p:cNvGraphicFramePr>
            <a:graphicFrameLocks noChangeAspect="1"/>
          </p:cNvGraphicFramePr>
          <p:nvPr/>
        </p:nvGraphicFramePr>
        <p:xfrm>
          <a:off x="2070100" y="5130800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17" imgW="2677160" imgH="418465" progId="Equation.3">
                  <p:embed/>
                </p:oleObj>
              </mc:Choice>
              <mc:Fallback>
                <p:oleObj name="" r:id="rId17" imgW="2677160" imgH="418465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70100" y="5130800"/>
                        <a:ext cx="3111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0" name="Text Box 18"/>
          <p:cNvSpPr txBox="1"/>
          <p:nvPr/>
        </p:nvSpPr>
        <p:spPr>
          <a:xfrm>
            <a:off x="5410200" y="5715000"/>
            <a:ext cx="2971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9891" name="Text Box 19"/>
          <p:cNvSpPr txBox="1"/>
          <p:nvPr/>
        </p:nvSpPr>
        <p:spPr>
          <a:xfrm>
            <a:off x="609600" y="5761038"/>
            <a:ext cx="2057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所求通解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92" name="Object 20"/>
          <p:cNvGraphicFramePr>
            <a:graphicFrameLocks noChangeAspect="1"/>
          </p:cNvGraphicFramePr>
          <p:nvPr/>
        </p:nvGraphicFramePr>
        <p:xfrm>
          <a:off x="2374900" y="5715000"/>
          <a:ext cx="295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" r:id="rId19" imgW="2545080" imgH="418465" progId="Equation.3">
                  <p:embed/>
                </p:oleObj>
              </mc:Choice>
              <mc:Fallback>
                <p:oleObj name="" r:id="rId19" imgW="2545080" imgH="418465" progId="Equation.3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4900" y="5715000"/>
                        <a:ext cx="2959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3" name="Rectangle 21"/>
          <p:cNvSpPr/>
          <p:nvPr/>
        </p:nvSpPr>
        <p:spPr>
          <a:xfrm>
            <a:off x="5486400" y="3886200"/>
            <a:ext cx="3048000" cy="1219200"/>
          </a:xfrm>
          <a:prstGeom prst="rect">
            <a:avLst/>
          </a:prstGeom>
          <a:solidFill>
            <a:srgbClr val="0033CC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9894" name="Object 22"/>
          <p:cNvGraphicFramePr>
            <a:graphicFrameLocks noChangeAspect="1"/>
          </p:cNvGraphicFramePr>
          <p:nvPr/>
        </p:nvGraphicFramePr>
        <p:xfrm>
          <a:off x="5676900" y="4003675"/>
          <a:ext cx="2552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" r:id="rId21" imgW="2192655" imgH="815340" progId="Equation.3">
                  <p:embed/>
                </p:oleObj>
              </mc:Choice>
              <mc:Fallback>
                <p:oleObj name="" r:id="rId21" imgW="2192655" imgH="815340" progId="Equation.3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76900" y="4003675"/>
                        <a:ext cx="2552700" cy="965200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/>
      <p:bldP spid="79879" grpId="0"/>
      <p:bldP spid="79881" grpId="0"/>
      <p:bldP spid="79882" grpId="0"/>
      <p:bldP spid="79885" grpId="0"/>
      <p:bldP spid="79887" grpId="0"/>
      <p:bldP spid="79890" grpId="0"/>
      <p:bldP spid="7989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文本框 1"/>
          <p:cNvSpPr txBox="1">
            <a:spLocks noRot="1" noChangeAspect="1" noEditPoints="1" noTextEdit="1"/>
          </p:cNvSpPr>
          <p:nvPr/>
        </p:nvSpPr>
        <p:spPr>
          <a:xfrm>
            <a:off x="128588" y="211138"/>
            <a:ext cx="8640762" cy="830262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441" y="1340767"/>
            <a:ext cx="9162699" cy="407547"/>
          </a:xfrm>
          <a:prstGeom prst="rect">
            <a:avLst/>
          </a:prstGeom>
          <a:blipFill>
            <a:blip r:embed="rId2"/>
            <a:stretch>
              <a:fillRect l="-200" t="-5970" r="-665" b="-23881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文本框 2"/>
          <p:cNvSpPr txBox="1">
            <a:spLocks noRot="1" noChangeAspect="1" noEditPoints="1" noTextEdit="1"/>
          </p:cNvSpPr>
          <p:nvPr/>
        </p:nvSpPr>
        <p:spPr>
          <a:xfrm>
            <a:off x="14288" y="2205038"/>
            <a:ext cx="8040687" cy="42862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325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13" y="2852738"/>
            <a:ext cx="8453437" cy="3771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250"/>
            <a:ext cx="9144000" cy="3078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3549650"/>
            <a:ext cx="8496300" cy="11668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39750" y="5535613"/>
          <a:ext cx="82804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" name="" r:id="rId3" imgW="3784600" imgH="444500" progId="Equation.3">
                  <p:embed/>
                </p:oleObj>
              </mc:Choice>
              <mc:Fallback>
                <p:oleObj name="" r:id="rId3" imgW="3784600" imgH="444500" progId="Equation.3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5535613"/>
                        <a:ext cx="8280400" cy="1068387"/>
                      </a:xfrm>
                      <a:prstGeom prst="rect">
                        <a:avLst/>
                      </a:prstGeom>
                      <a:solidFill>
                        <a:srgbClr val="0DAE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文本框 2"/>
          <p:cNvSpPr txBox="1">
            <a:spLocks noRot="1" noChangeAspect="1" noEditPoints="1" noTextEdit="1"/>
          </p:cNvSpPr>
          <p:nvPr/>
        </p:nvSpPr>
        <p:spPr>
          <a:xfrm>
            <a:off x="2124075" y="4754563"/>
            <a:ext cx="4132263" cy="693737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pPr eaLnBrk="0" hangingPunct="0"/>
            <a:endParaRPr lang="zh-CN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87624" y="4992389"/>
            <a:ext cx="302968" cy="276999"/>
          </a:xfrm>
          <a:prstGeom prst="rect">
            <a:avLst/>
          </a:prstGeom>
          <a:blipFill>
            <a:blip r:embed="rId6"/>
            <a:stretch>
              <a:fillRect l="-24000" t="-4444" r="-22000" b="-28889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</a:pPr>
            <a:r>
              <a:rPr kumimoji="0" lang="zh-CN" altLang="en-US" kern="1200" cap="none" spc="0" normalizeH="0" baseline="0" noProof="1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1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0</TotalTime>
  <Words>2877</Words>
  <Application>WPS 演示</Application>
  <PresentationFormat>全屏显示(4:3)</PresentationFormat>
  <Paragraphs>666</Paragraphs>
  <Slides>41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315</vt:i4>
      </vt:variant>
      <vt:variant>
        <vt:lpstr>幻灯片标题</vt:lpstr>
      </vt:variant>
      <vt:variant>
        <vt:i4>41</vt:i4>
      </vt:variant>
    </vt:vector>
  </HeadingPairs>
  <TitlesOfParts>
    <vt:vector size="374" baseType="lpstr">
      <vt:lpstr>Arial</vt:lpstr>
      <vt:lpstr>宋体</vt:lpstr>
      <vt:lpstr>Wingdings</vt:lpstr>
      <vt:lpstr>Tahoma</vt:lpstr>
      <vt:lpstr>Times New Roman</vt:lpstr>
      <vt:lpstr>华文行楷</vt:lpstr>
      <vt:lpstr>楷体_GB2312</vt:lpstr>
      <vt:lpstr>新宋体</vt:lpstr>
      <vt:lpstr>黑体</vt:lpstr>
      <vt:lpstr>微软雅黑</vt:lpstr>
      <vt:lpstr>Arial Unicode MS</vt:lpstr>
      <vt:lpstr>Symbol</vt:lpstr>
      <vt:lpstr>仿宋_GB2312</vt:lpstr>
      <vt:lpstr>仿宋</vt:lpstr>
      <vt:lpstr>Shimmer</vt:lpstr>
      <vt:lpstr>1_Shimmer</vt:lpstr>
      <vt:lpstr>3_Shimmer</vt:lpstr>
      <vt:lpstr>2_Shimmer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中国矿业大学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 微分方程</dc:title>
  <dc:creator>曹女士</dc:creator>
  <cp:lastModifiedBy>马泽明</cp:lastModifiedBy>
  <cp:revision>205</cp:revision>
  <dcterms:created xsi:type="dcterms:W3CDTF">2000-05-06T00:19:00Z</dcterms:created>
  <dcterms:modified xsi:type="dcterms:W3CDTF">2021-03-01T07:09:18Z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2052-11.1.0.10353</vt:lpwstr>
  </property>
  <property fmtid="{D5CDD505-2E9C-101B-9397-08002B2CF9AE}" pid="3" name="ICV">
    <vt:lpwstr>4E9247CB4856488FBBA02323EBBBE636</vt:lpwstr>
  </property>
</Properties>
</file>