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86" r:id="rId2"/>
    <p:sldId id="287" r:id="rId3"/>
    <p:sldId id="288" r:id="rId4"/>
    <p:sldId id="289" r:id="rId5"/>
    <p:sldId id="290" r:id="rId6"/>
    <p:sldId id="291" r:id="rId7"/>
    <p:sldId id="316" r:id="rId8"/>
    <p:sldId id="292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305" r:id="rId18"/>
    <p:sldId id="306" r:id="rId19"/>
    <p:sldId id="307" r:id="rId20"/>
    <p:sldId id="308" r:id="rId21"/>
    <p:sldId id="309" r:id="rId22"/>
    <p:sldId id="310" r:id="rId23"/>
    <p:sldId id="311" r:id="rId24"/>
    <p:sldId id="322" r:id="rId25"/>
    <p:sldId id="312" r:id="rId26"/>
    <p:sldId id="313" r:id="rId27"/>
    <p:sldId id="314" r:id="rId28"/>
    <p:sldId id="315" r:id="rId29"/>
    <p:sldId id="317" r:id="rId30"/>
    <p:sldId id="318" r:id="rId31"/>
    <p:sldId id="504" r:id="rId32"/>
    <p:sldId id="319" r:id="rId33"/>
    <p:sldId id="320" r:id="rId34"/>
    <p:sldId id="321" r:id="rId35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33CC"/>
    <a:srgbClr val="00FFFF"/>
    <a:srgbClr val="CC0099"/>
    <a:srgbClr val="FF0000"/>
    <a:srgbClr val="00CC00"/>
    <a:srgbClr val="66FFFF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70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image" Target="../media/image13.wmf"/><Relationship Id="rId3" Type="http://schemas.openxmlformats.org/officeDocument/2006/relationships/image" Target="../media/image3.emf"/><Relationship Id="rId7" Type="http://schemas.openxmlformats.org/officeDocument/2006/relationships/image" Target="../media/image7.wmf"/><Relationship Id="rId12" Type="http://schemas.openxmlformats.org/officeDocument/2006/relationships/image" Target="../media/image12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11" Type="http://schemas.openxmlformats.org/officeDocument/2006/relationships/image" Target="../media/image11.wmf"/><Relationship Id="rId5" Type="http://schemas.openxmlformats.org/officeDocument/2006/relationships/image" Target="../media/image5.wmf"/><Relationship Id="rId10" Type="http://schemas.openxmlformats.org/officeDocument/2006/relationships/image" Target="../media/image10.wmf"/><Relationship Id="rId4" Type="http://schemas.openxmlformats.org/officeDocument/2006/relationships/image" Target="../media/image4.wmf"/><Relationship Id="rId9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7" Type="http://schemas.openxmlformats.org/officeDocument/2006/relationships/image" Target="../media/image8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6" Type="http://schemas.openxmlformats.org/officeDocument/2006/relationships/image" Target="../media/image7.wmf"/><Relationship Id="rId5" Type="http://schemas.openxmlformats.org/officeDocument/2006/relationships/image" Target="../media/image4.wmf"/><Relationship Id="rId4" Type="http://schemas.openxmlformats.org/officeDocument/2006/relationships/image" Target="../media/image20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5" Type="http://schemas.openxmlformats.org/officeDocument/2006/relationships/image" Target="../media/image26.wmf"/><Relationship Id="rId4" Type="http://schemas.openxmlformats.org/officeDocument/2006/relationships/image" Target="../media/image25.e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.emf"/><Relationship Id="rId13" Type="http://schemas.openxmlformats.org/officeDocument/2006/relationships/image" Target="../media/image39.emf"/><Relationship Id="rId3" Type="http://schemas.openxmlformats.org/officeDocument/2006/relationships/image" Target="../media/image29.emf"/><Relationship Id="rId7" Type="http://schemas.openxmlformats.org/officeDocument/2006/relationships/image" Target="../media/image33.emf"/><Relationship Id="rId12" Type="http://schemas.openxmlformats.org/officeDocument/2006/relationships/image" Target="../media/image38.emf"/><Relationship Id="rId2" Type="http://schemas.openxmlformats.org/officeDocument/2006/relationships/image" Target="../media/image28.emf"/><Relationship Id="rId16" Type="http://schemas.openxmlformats.org/officeDocument/2006/relationships/image" Target="../media/image42.wmf"/><Relationship Id="rId1" Type="http://schemas.openxmlformats.org/officeDocument/2006/relationships/image" Target="../media/image27.emf"/><Relationship Id="rId6" Type="http://schemas.openxmlformats.org/officeDocument/2006/relationships/image" Target="../media/image32.emf"/><Relationship Id="rId11" Type="http://schemas.openxmlformats.org/officeDocument/2006/relationships/image" Target="../media/image37.emf"/><Relationship Id="rId5" Type="http://schemas.openxmlformats.org/officeDocument/2006/relationships/image" Target="../media/image31.emf"/><Relationship Id="rId15" Type="http://schemas.openxmlformats.org/officeDocument/2006/relationships/image" Target="../media/image41.wmf"/><Relationship Id="rId10" Type="http://schemas.openxmlformats.org/officeDocument/2006/relationships/image" Target="../media/image36.emf"/><Relationship Id="rId4" Type="http://schemas.openxmlformats.org/officeDocument/2006/relationships/image" Target="../media/image30.emf"/><Relationship Id="rId9" Type="http://schemas.openxmlformats.org/officeDocument/2006/relationships/image" Target="../media/image35.emf"/><Relationship Id="rId14" Type="http://schemas.openxmlformats.org/officeDocument/2006/relationships/image" Target="../media/image40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13" Type="http://schemas.openxmlformats.org/officeDocument/2006/relationships/image" Target="../media/image57.emf"/><Relationship Id="rId18" Type="http://schemas.openxmlformats.org/officeDocument/2006/relationships/image" Target="../media/image60.wmf"/><Relationship Id="rId3" Type="http://schemas.openxmlformats.org/officeDocument/2006/relationships/image" Target="../media/image47.wmf"/><Relationship Id="rId7" Type="http://schemas.openxmlformats.org/officeDocument/2006/relationships/image" Target="../media/image51.wmf"/><Relationship Id="rId12" Type="http://schemas.openxmlformats.org/officeDocument/2006/relationships/image" Target="../media/image56.emf"/><Relationship Id="rId17" Type="http://schemas.openxmlformats.org/officeDocument/2006/relationships/image" Target="../media/image59.wmf"/><Relationship Id="rId2" Type="http://schemas.openxmlformats.org/officeDocument/2006/relationships/image" Target="../media/image46.wmf"/><Relationship Id="rId16" Type="http://schemas.openxmlformats.org/officeDocument/2006/relationships/image" Target="../media/image7.wmf"/><Relationship Id="rId1" Type="http://schemas.openxmlformats.org/officeDocument/2006/relationships/image" Target="../media/image45.wmf"/><Relationship Id="rId6" Type="http://schemas.openxmlformats.org/officeDocument/2006/relationships/image" Target="../media/image50.emf"/><Relationship Id="rId11" Type="http://schemas.openxmlformats.org/officeDocument/2006/relationships/image" Target="../media/image55.emf"/><Relationship Id="rId5" Type="http://schemas.openxmlformats.org/officeDocument/2006/relationships/image" Target="../media/image49.emf"/><Relationship Id="rId15" Type="http://schemas.openxmlformats.org/officeDocument/2006/relationships/image" Target="../media/image4.wmf"/><Relationship Id="rId10" Type="http://schemas.openxmlformats.org/officeDocument/2006/relationships/image" Target="../media/image54.wmf"/><Relationship Id="rId4" Type="http://schemas.openxmlformats.org/officeDocument/2006/relationships/image" Target="../media/image48.wmf"/><Relationship Id="rId9" Type="http://schemas.openxmlformats.org/officeDocument/2006/relationships/image" Target="../media/image53.wmf"/><Relationship Id="rId14" Type="http://schemas.openxmlformats.org/officeDocument/2006/relationships/image" Target="../media/image58.e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68.emf"/><Relationship Id="rId13" Type="http://schemas.openxmlformats.org/officeDocument/2006/relationships/image" Target="../media/image73.wmf"/><Relationship Id="rId3" Type="http://schemas.openxmlformats.org/officeDocument/2006/relationships/image" Target="../media/image63.wmf"/><Relationship Id="rId7" Type="http://schemas.openxmlformats.org/officeDocument/2006/relationships/image" Target="../media/image67.emf"/><Relationship Id="rId12" Type="http://schemas.openxmlformats.org/officeDocument/2006/relationships/image" Target="../media/image72.wmf"/><Relationship Id="rId2" Type="http://schemas.openxmlformats.org/officeDocument/2006/relationships/image" Target="../media/image62.wmf"/><Relationship Id="rId16" Type="http://schemas.openxmlformats.org/officeDocument/2006/relationships/image" Target="../media/image74.emf"/><Relationship Id="rId1" Type="http://schemas.openxmlformats.org/officeDocument/2006/relationships/image" Target="../media/image61.wmf"/><Relationship Id="rId6" Type="http://schemas.openxmlformats.org/officeDocument/2006/relationships/image" Target="../media/image66.emf"/><Relationship Id="rId11" Type="http://schemas.openxmlformats.org/officeDocument/2006/relationships/image" Target="../media/image71.emf"/><Relationship Id="rId5" Type="http://schemas.openxmlformats.org/officeDocument/2006/relationships/image" Target="../media/image65.wmf"/><Relationship Id="rId15" Type="http://schemas.openxmlformats.org/officeDocument/2006/relationships/image" Target="../media/image8.wmf"/><Relationship Id="rId10" Type="http://schemas.openxmlformats.org/officeDocument/2006/relationships/image" Target="../media/image70.emf"/><Relationship Id="rId4" Type="http://schemas.openxmlformats.org/officeDocument/2006/relationships/image" Target="../media/image64.emf"/><Relationship Id="rId9" Type="http://schemas.openxmlformats.org/officeDocument/2006/relationships/image" Target="../media/image69.emf"/><Relationship Id="rId14" Type="http://schemas.openxmlformats.org/officeDocument/2006/relationships/image" Target="../media/image4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82.emf"/><Relationship Id="rId13" Type="http://schemas.openxmlformats.org/officeDocument/2006/relationships/image" Target="../media/image86.emf"/><Relationship Id="rId3" Type="http://schemas.openxmlformats.org/officeDocument/2006/relationships/image" Target="../media/image77.wmf"/><Relationship Id="rId7" Type="http://schemas.openxmlformats.org/officeDocument/2006/relationships/image" Target="../media/image81.wmf"/><Relationship Id="rId12" Type="http://schemas.openxmlformats.org/officeDocument/2006/relationships/image" Target="../media/image85.emf"/><Relationship Id="rId2" Type="http://schemas.openxmlformats.org/officeDocument/2006/relationships/image" Target="../media/image76.wmf"/><Relationship Id="rId1" Type="http://schemas.openxmlformats.org/officeDocument/2006/relationships/image" Target="../media/image75.wmf"/><Relationship Id="rId6" Type="http://schemas.openxmlformats.org/officeDocument/2006/relationships/image" Target="../media/image80.emf"/><Relationship Id="rId11" Type="http://schemas.openxmlformats.org/officeDocument/2006/relationships/image" Target="../media/image53.wmf"/><Relationship Id="rId5" Type="http://schemas.openxmlformats.org/officeDocument/2006/relationships/image" Target="../media/image79.wmf"/><Relationship Id="rId10" Type="http://schemas.openxmlformats.org/officeDocument/2006/relationships/image" Target="../media/image84.emf"/><Relationship Id="rId4" Type="http://schemas.openxmlformats.org/officeDocument/2006/relationships/image" Target="../media/image78.wmf"/><Relationship Id="rId9" Type="http://schemas.openxmlformats.org/officeDocument/2006/relationships/image" Target="../media/image83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89.emf"/><Relationship Id="rId2" Type="http://schemas.openxmlformats.org/officeDocument/2006/relationships/image" Target="../media/image88.emf"/><Relationship Id="rId1" Type="http://schemas.openxmlformats.org/officeDocument/2006/relationships/image" Target="../media/image87.wmf"/><Relationship Id="rId4" Type="http://schemas.openxmlformats.org/officeDocument/2006/relationships/image" Target="../media/image90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99.wmf"/><Relationship Id="rId3" Type="http://schemas.openxmlformats.org/officeDocument/2006/relationships/image" Target="../media/image94.wmf"/><Relationship Id="rId7" Type="http://schemas.openxmlformats.org/officeDocument/2006/relationships/image" Target="../media/image98.emf"/><Relationship Id="rId12" Type="http://schemas.openxmlformats.org/officeDocument/2006/relationships/image" Target="../media/image103.wmf"/><Relationship Id="rId2" Type="http://schemas.openxmlformats.org/officeDocument/2006/relationships/image" Target="../media/image93.emf"/><Relationship Id="rId1" Type="http://schemas.openxmlformats.org/officeDocument/2006/relationships/image" Target="../media/image92.wmf"/><Relationship Id="rId6" Type="http://schemas.openxmlformats.org/officeDocument/2006/relationships/image" Target="../media/image97.wmf"/><Relationship Id="rId11" Type="http://schemas.openxmlformats.org/officeDocument/2006/relationships/image" Target="../media/image102.emf"/><Relationship Id="rId5" Type="http://schemas.openxmlformats.org/officeDocument/2006/relationships/image" Target="../media/image96.emf"/><Relationship Id="rId10" Type="http://schemas.openxmlformats.org/officeDocument/2006/relationships/image" Target="../media/image101.emf"/><Relationship Id="rId4" Type="http://schemas.openxmlformats.org/officeDocument/2006/relationships/image" Target="../media/image95.wmf"/><Relationship Id="rId9" Type="http://schemas.openxmlformats.org/officeDocument/2006/relationships/image" Target="../media/image100.e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wmf"/><Relationship Id="rId3" Type="http://schemas.openxmlformats.org/officeDocument/2006/relationships/image" Target="../media/image107.emf"/><Relationship Id="rId7" Type="http://schemas.openxmlformats.org/officeDocument/2006/relationships/image" Target="../media/image111.emf"/><Relationship Id="rId2" Type="http://schemas.openxmlformats.org/officeDocument/2006/relationships/image" Target="../media/image106.emf"/><Relationship Id="rId1" Type="http://schemas.openxmlformats.org/officeDocument/2006/relationships/image" Target="../media/image105.emf"/><Relationship Id="rId6" Type="http://schemas.openxmlformats.org/officeDocument/2006/relationships/image" Target="../media/image110.emf"/><Relationship Id="rId11" Type="http://schemas.openxmlformats.org/officeDocument/2006/relationships/image" Target="../media/image115.emf"/><Relationship Id="rId5" Type="http://schemas.openxmlformats.org/officeDocument/2006/relationships/image" Target="../media/image109.emf"/><Relationship Id="rId10" Type="http://schemas.openxmlformats.org/officeDocument/2006/relationships/image" Target="../media/image114.wmf"/><Relationship Id="rId4" Type="http://schemas.openxmlformats.org/officeDocument/2006/relationships/image" Target="../media/image108.emf"/><Relationship Id="rId9" Type="http://schemas.openxmlformats.org/officeDocument/2006/relationships/image" Target="../media/image113.e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emf"/><Relationship Id="rId2" Type="http://schemas.openxmlformats.org/officeDocument/2006/relationships/image" Target="../media/image117.emf"/><Relationship Id="rId1" Type="http://schemas.openxmlformats.org/officeDocument/2006/relationships/image" Target="../media/image116.emf"/><Relationship Id="rId5" Type="http://schemas.openxmlformats.org/officeDocument/2006/relationships/image" Target="../media/image120.emf"/><Relationship Id="rId4" Type="http://schemas.openxmlformats.org/officeDocument/2006/relationships/image" Target="../media/image119.e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emf"/><Relationship Id="rId2" Type="http://schemas.openxmlformats.org/officeDocument/2006/relationships/image" Target="../media/image123.emf"/><Relationship Id="rId1" Type="http://schemas.openxmlformats.org/officeDocument/2006/relationships/image" Target="../media/image122.emf"/><Relationship Id="rId4" Type="http://schemas.openxmlformats.org/officeDocument/2006/relationships/image" Target="../media/image125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emf"/><Relationship Id="rId13" Type="http://schemas.openxmlformats.org/officeDocument/2006/relationships/image" Target="../media/image139.wmf"/><Relationship Id="rId18" Type="http://schemas.openxmlformats.org/officeDocument/2006/relationships/image" Target="../media/image144.emf"/><Relationship Id="rId3" Type="http://schemas.openxmlformats.org/officeDocument/2006/relationships/image" Target="../media/image129.wmf"/><Relationship Id="rId7" Type="http://schemas.openxmlformats.org/officeDocument/2006/relationships/image" Target="../media/image133.wmf"/><Relationship Id="rId12" Type="http://schemas.openxmlformats.org/officeDocument/2006/relationships/image" Target="../media/image138.wmf"/><Relationship Id="rId17" Type="http://schemas.openxmlformats.org/officeDocument/2006/relationships/image" Target="../media/image143.wmf"/><Relationship Id="rId2" Type="http://schemas.openxmlformats.org/officeDocument/2006/relationships/image" Target="../media/image128.emf"/><Relationship Id="rId16" Type="http://schemas.openxmlformats.org/officeDocument/2006/relationships/image" Target="../media/image142.wmf"/><Relationship Id="rId1" Type="http://schemas.openxmlformats.org/officeDocument/2006/relationships/image" Target="../media/image127.emf"/><Relationship Id="rId6" Type="http://schemas.openxmlformats.org/officeDocument/2006/relationships/image" Target="../media/image132.wmf"/><Relationship Id="rId11" Type="http://schemas.openxmlformats.org/officeDocument/2006/relationships/image" Target="../media/image137.wmf"/><Relationship Id="rId5" Type="http://schemas.openxmlformats.org/officeDocument/2006/relationships/image" Target="../media/image131.wmf"/><Relationship Id="rId15" Type="http://schemas.openxmlformats.org/officeDocument/2006/relationships/image" Target="../media/image141.wmf"/><Relationship Id="rId10" Type="http://schemas.openxmlformats.org/officeDocument/2006/relationships/image" Target="../media/image136.wmf"/><Relationship Id="rId4" Type="http://schemas.openxmlformats.org/officeDocument/2006/relationships/image" Target="../media/image130.emf"/><Relationship Id="rId9" Type="http://schemas.openxmlformats.org/officeDocument/2006/relationships/image" Target="../media/image135.wmf"/><Relationship Id="rId14" Type="http://schemas.openxmlformats.org/officeDocument/2006/relationships/image" Target="../media/image140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emf"/><Relationship Id="rId13" Type="http://schemas.openxmlformats.org/officeDocument/2006/relationships/image" Target="../media/image158.emf"/><Relationship Id="rId18" Type="http://schemas.openxmlformats.org/officeDocument/2006/relationships/image" Target="../media/image163.emf"/><Relationship Id="rId3" Type="http://schemas.openxmlformats.org/officeDocument/2006/relationships/image" Target="../media/image148.emf"/><Relationship Id="rId21" Type="http://schemas.openxmlformats.org/officeDocument/2006/relationships/image" Target="../media/image166.emf"/><Relationship Id="rId7" Type="http://schemas.openxmlformats.org/officeDocument/2006/relationships/image" Target="../media/image152.emf"/><Relationship Id="rId12" Type="http://schemas.openxmlformats.org/officeDocument/2006/relationships/image" Target="../media/image157.emf"/><Relationship Id="rId17" Type="http://schemas.openxmlformats.org/officeDocument/2006/relationships/image" Target="../media/image162.emf"/><Relationship Id="rId2" Type="http://schemas.openxmlformats.org/officeDocument/2006/relationships/image" Target="../media/image147.emf"/><Relationship Id="rId16" Type="http://schemas.openxmlformats.org/officeDocument/2006/relationships/image" Target="../media/image161.emf"/><Relationship Id="rId20" Type="http://schemas.openxmlformats.org/officeDocument/2006/relationships/image" Target="../media/image165.emf"/><Relationship Id="rId1" Type="http://schemas.openxmlformats.org/officeDocument/2006/relationships/image" Target="../media/image146.emf"/><Relationship Id="rId6" Type="http://schemas.openxmlformats.org/officeDocument/2006/relationships/image" Target="../media/image151.emf"/><Relationship Id="rId11" Type="http://schemas.openxmlformats.org/officeDocument/2006/relationships/image" Target="../media/image156.emf"/><Relationship Id="rId5" Type="http://schemas.openxmlformats.org/officeDocument/2006/relationships/image" Target="../media/image150.emf"/><Relationship Id="rId15" Type="http://schemas.openxmlformats.org/officeDocument/2006/relationships/image" Target="../media/image160.emf"/><Relationship Id="rId10" Type="http://schemas.openxmlformats.org/officeDocument/2006/relationships/image" Target="../media/image155.emf"/><Relationship Id="rId19" Type="http://schemas.openxmlformats.org/officeDocument/2006/relationships/image" Target="../media/image164.emf"/><Relationship Id="rId4" Type="http://schemas.openxmlformats.org/officeDocument/2006/relationships/image" Target="../media/image149.emf"/><Relationship Id="rId9" Type="http://schemas.openxmlformats.org/officeDocument/2006/relationships/image" Target="../media/image154.emf"/><Relationship Id="rId14" Type="http://schemas.openxmlformats.org/officeDocument/2006/relationships/image" Target="../media/image159.e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6.wmf"/><Relationship Id="rId3" Type="http://schemas.openxmlformats.org/officeDocument/2006/relationships/image" Target="../media/image171.wmf"/><Relationship Id="rId7" Type="http://schemas.openxmlformats.org/officeDocument/2006/relationships/image" Target="../media/image175.emf"/><Relationship Id="rId2" Type="http://schemas.openxmlformats.org/officeDocument/2006/relationships/image" Target="../media/image170.wmf"/><Relationship Id="rId1" Type="http://schemas.openxmlformats.org/officeDocument/2006/relationships/image" Target="../media/image169.wmf"/><Relationship Id="rId6" Type="http://schemas.openxmlformats.org/officeDocument/2006/relationships/image" Target="../media/image174.emf"/><Relationship Id="rId5" Type="http://schemas.openxmlformats.org/officeDocument/2006/relationships/image" Target="../media/image173.emf"/><Relationship Id="rId10" Type="http://schemas.openxmlformats.org/officeDocument/2006/relationships/image" Target="../media/image178.emf"/><Relationship Id="rId4" Type="http://schemas.openxmlformats.org/officeDocument/2006/relationships/image" Target="../media/image172.emf"/><Relationship Id="rId9" Type="http://schemas.openxmlformats.org/officeDocument/2006/relationships/image" Target="../media/image177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wmf"/><Relationship Id="rId2" Type="http://schemas.openxmlformats.org/officeDocument/2006/relationships/image" Target="../media/image125.wmf"/><Relationship Id="rId1" Type="http://schemas.openxmlformats.org/officeDocument/2006/relationships/image" Target="../media/image179.emf"/><Relationship Id="rId4" Type="http://schemas.openxmlformats.org/officeDocument/2006/relationships/image" Target="../media/image181.e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wmf"/><Relationship Id="rId7" Type="http://schemas.openxmlformats.org/officeDocument/2006/relationships/image" Target="../media/image188.wmf"/><Relationship Id="rId2" Type="http://schemas.openxmlformats.org/officeDocument/2006/relationships/image" Target="../media/image183.wmf"/><Relationship Id="rId1" Type="http://schemas.openxmlformats.org/officeDocument/2006/relationships/image" Target="../media/image182.wmf"/><Relationship Id="rId6" Type="http://schemas.openxmlformats.org/officeDocument/2006/relationships/image" Target="../media/image187.wmf"/><Relationship Id="rId5" Type="http://schemas.openxmlformats.org/officeDocument/2006/relationships/image" Target="../media/image186.wmf"/><Relationship Id="rId4" Type="http://schemas.openxmlformats.org/officeDocument/2006/relationships/image" Target="../media/image185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2.wmf"/><Relationship Id="rId2" Type="http://schemas.openxmlformats.org/officeDocument/2006/relationships/image" Target="../media/image191.wmf"/><Relationship Id="rId1" Type="http://schemas.openxmlformats.org/officeDocument/2006/relationships/image" Target="../media/image190.wmf"/><Relationship Id="rId6" Type="http://schemas.openxmlformats.org/officeDocument/2006/relationships/image" Target="../media/image195.wmf"/><Relationship Id="rId5" Type="http://schemas.openxmlformats.org/officeDocument/2006/relationships/image" Target="../media/image194.wmf"/><Relationship Id="rId4" Type="http://schemas.openxmlformats.org/officeDocument/2006/relationships/image" Target="../media/image193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wmf"/><Relationship Id="rId2" Type="http://schemas.openxmlformats.org/officeDocument/2006/relationships/image" Target="../media/image200.wmf"/><Relationship Id="rId1" Type="http://schemas.openxmlformats.org/officeDocument/2006/relationships/image" Target="../media/image199.wmf"/><Relationship Id="rId5" Type="http://schemas.openxmlformats.org/officeDocument/2006/relationships/image" Target="../media/image203.wmf"/><Relationship Id="rId4" Type="http://schemas.openxmlformats.org/officeDocument/2006/relationships/image" Target="../media/image202.w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5.emf"/><Relationship Id="rId1" Type="http://schemas.openxmlformats.org/officeDocument/2006/relationships/image" Target="../media/image204.e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8.emf"/><Relationship Id="rId2" Type="http://schemas.openxmlformats.org/officeDocument/2006/relationships/image" Target="../media/image207.emf"/><Relationship Id="rId1" Type="http://schemas.openxmlformats.org/officeDocument/2006/relationships/image" Target="../media/image206.emf"/><Relationship Id="rId4" Type="http://schemas.openxmlformats.org/officeDocument/2006/relationships/image" Target="../media/image209.e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3.wmf"/><Relationship Id="rId7" Type="http://schemas.openxmlformats.org/officeDocument/2006/relationships/image" Target="../media/image217.emf"/><Relationship Id="rId2" Type="http://schemas.openxmlformats.org/officeDocument/2006/relationships/image" Target="../media/image212.wmf"/><Relationship Id="rId1" Type="http://schemas.openxmlformats.org/officeDocument/2006/relationships/image" Target="../media/image211.wmf"/><Relationship Id="rId6" Type="http://schemas.openxmlformats.org/officeDocument/2006/relationships/image" Target="../media/image216.emf"/><Relationship Id="rId5" Type="http://schemas.openxmlformats.org/officeDocument/2006/relationships/image" Target="../media/image215.wmf"/><Relationship Id="rId4" Type="http://schemas.openxmlformats.org/officeDocument/2006/relationships/image" Target="../media/image214.e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4.wmf"/><Relationship Id="rId3" Type="http://schemas.openxmlformats.org/officeDocument/2006/relationships/image" Target="../media/image219.emf"/><Relationship Id="rId7" Type="http://schemas.openxmlformats.org/officeDocument/2006/relationships/image" Target="../media/image223.wmf"/><Relationship Id="rId2" Type="http://schemas.openxmlformats.org/officeDocument/2006/relationships/image" Target="../media/image215.wmf"/><Relationship Id="rId1" Type="http://schemas.openxmlformats.org/officeDocument/2006/relationships/image" Target="../media/image218.wmf"/><Relationship Id="rId6" Type="http://schemas.openxmlformats.org/officeDocument/2006/relationships/image" Target="../media/image222.wmf"/><Relationship Id="rId5" Type="http://schemas.openxmlformats.org/officeDocument/2006/relationships/image" Target="../media/image221.wmf"/><Relationship Id="rId4" Type="http://schemas.openxmlformats.org/officeDocument/2006/relationships/image" Target="../media/image220.emf"/><Relationship Id="rId9" Type="http://schemas.openxmlformats.org/officeDocument/2006/relationships/image" Target="../media/image225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8.wmf"/><Relationship Id="rId7" Type="http://schemas.openxmlformats.org/officeDocument/2006/relationships/image" Target="../media/image232.wmf"/><Relationship Id="rId2" Type="http://schemas.openxmlformats.org/officeDocument/2006/relationships/image" Target="../media/image227.wmf"/><Relationship Id="rId1" Type="http://schemas.openxmlformats.org/officeDocument/2006/relationships/image" Target="../media/image226.wmf"/><Relationship Id="rId6" Type="http://schemas.openxmlformats.org/officeDocument/2006/relationships/image" Target="../media/image231.wmf"/><Relationship Id="rId5" Type="http://schemas.openxmlformats.org/officeDocument/2006/relationships/image" Target="../media/image230.wmf"/><Relationship Id="rId4" Type="http://schemas.openxmlformats.org/officeDocument/2006/relationships/image" Target="../media/image229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wmf"/><Relationship Id="rId13" Type="http://schemas.openxmlformats.org/officeDocument/2006/relationships/image" Target="../media/image244.wmf"/><Relationship Id="rId3" Type="http://schemas.openxmlformats.org/officeDocument/2006/relationships/image" Target="../media/image235.wmf"/><Relationship Id="rId7" Type="http://schemas.openxmlformats.org/officeDocument/2006/relationships/image" Target="../media/image239.emf"/><Relationship Id="rId12" Type="http://schemas.openxmlformats.org/officeDocument/2006/relationships/image" Target="../media/image243.wmf"/><Relationship Id="rId2" Type="http://schemas.openxmlformats.org/officeDocument/2006/relationships/image" Target="../media/image234.wmf"/><Relationship Id="rId1" Type="http://schemas.openxmlformats.org/officeDocument/2006/relationships/image" Target="../media/image233.wmf"/><Relationship Id="rId6" Type="http://schemas.openxmlformats.org/officeDocument/2006/relationships/image" Target="../media/image238.emf"/><Relationship Id="rId11" Type="http://schemas.openxmlformats.org/officeDocument/2006/relationships/image" Target="../media/image242.wmf"/><Relationship Id="rId5" Type="http://schemas.openxmlformats.org/officeDocument/2006/relationships/image" Target="../media/image237.emf"/><Relationship Id="rId15" Type="http://schemas.openxmlformats.org/officeDocument/2006/relationships/image" Target="../media/image246.emf"/><Relationship Id="rId10" Type="http://schemas.openxmlformats.org/officeDocument/2006/relationships/image" Target="../media/image241.wmf"/><Relationship Id="rId4" Type="http://schemas.openxmlformats.org/officeDocument/2006/relationships/image" Target="../media/image236.wmf"/><Relationship Id="rId9" Type="http://schemas.openxmlformats.org/officeDocument/2006/relationships/image" Target="../media/image240.wmf"/><Relationship Id="rId14" Type="http://schemas.openxmlformats.org/officeDocument/2006/relationships/image" Target="../media/image245.e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4.wmf"/><Relationship Id="rId3" Type="http://schemas.openxmlformats.org/officeDocument/2006/relationships/image" Target="../media/image249.wmf"/><Relationship Id="rId7" Type="http://schemas.openxmlformats.org/officeDocument/2006/relationships/image" Target="../media/image253.wmf"/><Relationship Id="rId2" Type="http://schemas.openxmlformats.org/officeDocument/2006/relationships/image" Target="../media/image248.wmf"/><Relationship Id="rId1" Type="http://schemas.openxmlformats.org/officeDocument/2006/relationships/image" Target="../media/image247.wmf"/><Relationship Id="rId6" Type="http://schemas.openxmlformats.org/officeDocument/2006/relationships/image" Target="../media/image252.wmf"/><Relationship Id="rId5" Type="http://schemas.openxmlformats.org/officeDocument/2006/relationships/image" Target="../media/image251.wmf"/><Relationship Id="rId4" Type="http://schemas.openxmlformats.org/officeDocument/2006/relationships/image" Target="../media/image250.emf"/><Relationship Id="rId9" Type="http://schemas.openxmlformats.org/officeDocument/2006/relationships/image" Target="../media/image255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6.emf"/><Relationship Id="rId3" Type="http://schemas.openxmlformats.org/officeDocument/2006/relationships/image" Target="../media/image261.png"/><Relationship Id="rId7" Type="http://schemas.openxmlformats.org/officeDocument/2006/relationships/image" Target="../media/image265.wmf"/><Relationship Id="rId2" Type="http://schemas.openxmlformats.org/officeDocument/2006/relationships/image" Target="../media/image260.wmf"/><Relationship Id="rId1" Type="http://schemas.openxmlformats.org/officeDocument/2006/relationships/image" Target="../media/image259.wmf"/><Relationship Id="rId6" Type="http://schemas.openxmlformats.org/officeDocument/2006/relationships/image" Target="../media/image264.png"/><Relationship Id="rId5" Type="http://schemas.openxmlformats.org/officeDocument/2006/relationships/image" Target="../media/image263.png"/><Relationship Id="rId4" Type="http://schemas.openxmlformats.org/officeDocument/2006/relationships/image" Target="../media/image262.png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5.wmf"/><Relationship Id="rId13" Type="http://schemas.openxmlformats.org/officeDocument/2006/relationships/image" Target="../media/image279.wmf"/><Relationship Id="rId18" Type="http://schemas.openxmlformats.org/officeDocument/2006/relationships/image" Target="../media/image283.wmf"/><Relationship Id="rId26" Type="http://schemas.openxmlformats.org/officeDocument/2006/relationships/image" Target="../media/image291.wmf"/><Relationship Id="rId3" Type="http://schemas.openxmlformats.org/officeDocument/2006/relationships/image" Target="../media/image270.wmf"/><Relationship Id="rId21" Type="http://schemas.openxmlformats.org/officeDocument/2006/relationships/image" Target="../media/image286.wmf"/><Relationship Id="rId7" Type="http://schemas.openxmlformats.org/officeDocument/2006/relationships/image" Target="../media/image274.emf"/><Relationship Id="rId12" Type="http://schemas.openxmlformats.org/officeDocument/2006/relationships/image" Target="../media/image59.wmf"/><Relationship Id="rId17" Type="http://schemas.openxmlformats.org/officeDocument/2006/relationships/image" Target="../media/image282.wmf"/><Relationship Id="rId25" Type="http://schemas.openxmlformats.org/officeDocument/2006/relationships/image" Target="../media/image290.wmf"/><Relationship Id="rId2" Type="http://schemas.openxmlformats.org/officeDocument/2006/relationships/image" Target="../media/image269.wmf"/><Relationship Id="rId16" Type="http://schemas.openxmlformats.org/officeDocument/2006/relationships/image" Target="../media/image60.wmf"/><Relationship Id="rId20" Type="http://schemas.openxmlformats.org/officeDocument/2006/relationships/image" Target="../media/image285.wmf"/><Relationship Id="rId1" Type="http://schemas.openxmlformats.org/officeDocument/2006/relationships/image" Target="../media/image268.emf"/><Relationship Id="rId6" Type="http://schemas.openxmlformats.org/officeDocument/2006/relationships/image" Target="../media/image273.emf"/><Relationship Id="rId11" Type="http://schemas.openxmlformats.org/officeDocument/2006/relationships/image" Target="../media/image278.wmf"/><Relationship Id="rId24" Type="http://schemas.openxmlformats.org/officeDocument/2006/relationships/image" Target="../media/image289.wmf"/><Relationship Id="rId5" Type="http://schemas.openxmlformats.org/officeDocument/2006/relationships/image" Target="../media/image272.emf"/><Relationship Id="rId15" Type="http://schemas.openxmlformats.org/officeDocument/2006/relationships/image" Target="../media/image281.wmf"/><Relationship Id="rId23" Type="http://schemas.openxmlformats.org/officeDocument/2006/relationships/image" Target="../media/image288.wmf"/><Relationship Id="rId10" Type="http://schemas.openxmlformats.org/officeDocument/2006/relationships/image" Target="../media/image277.wmf"/><Relationship Id="rId19" Type="http://schemas.openxmlformats.org/officeDocument/2006/relationships/image" Target="../media/image284.wmf"/><Relationship Id="rId4" Type="http://schemas.openxmlformats.org/officeDocument/2006/relationships/image" Target="../media/image271.wmf"/><Relationship Id="rId9" Type="http://schemas.openxmlformats.org/officeDocument/2006/relationships/image" Target="../media/image276.emf"/><Relationship Id="rId14" Type="http://schemas.openxmlformats.org/officeDocument/2006/relationships/image" Target="../media/image280.wmf"/><Relationship Id="rId22" Type="http://schemas.openxmlformats.org/officeDocument/2006/relationships/image" Target="../media/image287.wmf"/></Relationships>
</file>

<file path=ppt/drawings/_rels/vmlDrawing2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3.emf"/><Relationship Id="rId13" Type="http://schemas.openxmlformats.org/officeDocument/2006/relationships/image" Target="../media/image297.emf"/><Relationship Id="rId3" Type="http://schemas.openxmlformats.org/officeDocument/2006/relationships/image" Target="../media/image77.wmf"/><Relationship Id="rId7" Type="http://schemas.openxmlformats.org/officeDocument/2006/relationships/image" Target="../media/image81.wmf"/><Relationship Id="rId12" Type="http://schemas.openxmlformats.org/officeDocument/2006/relationships/image" Target="../media/image296.emf"/><Relationship Id="rId2" Type="http://schemas.openxmlformats.org/officeDocument/2006/relationships/image" Target="../media/image76.wmf"/><Relationship Id="rId1" Type="http://schemas.openxmlformats.org/officeDocument/2006/relationships/image" Target="../media/image75.wmf"/><Relationship Id="rId6" Type="http://schemas.openxmlformats.org/officeDocument/2006/relationships/image" Target="../media/image292.emf"/><Relationship Id="rId11" Type="http://schemas.openxmlformats.org/officeDocument/2006/relationships/image" Target="../media/image53.wmf"/><Relationship Id="rId5" Type="http://schemas.openxmlformats.org/officeDocument/2006/relationships/image" Target="../media/image79.wmf"/><Relationship Id="rId10" Type="http://schemas.openxmlformats.org/officeDocument/2006/relationships/image" Target="../media/image295.emf"/><Relationship Id="rId4" Type="http://schemas.openxmlformats.org/officeDocument/2006/relationships/image" Target="../media/image78.wmf"/><Relationship Id="rId9" Type="http://schemas.openxmlformats.org/officeDocument/2006/relationships/image" Target="../media/image294.emf"/><Relationship Id="rId14" Type="http://schemas.openxmlformats.org/officeDocument/2006/relationships/image" Target="../media/image298.emf"/></Relationships>
</file>

<file path=ppt/drawings/_rels/vmlDrawing3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wmf"/><Relationship Id="rId3" Type="http://schemas.openxmlformats.org/officeDocument/2006/relationships/image" Target="../media/image301.emf"/><Relationship Id="rId7" Type="http://schemas.openxmlformats.org/officeDocument/2006/relationships/image" Target="../media/image305.emf"/><Relationship Id="rId2" Type="http://schemas.openxmlformats.org/officeDocument/2006/relationships/image" Target="../media/image300.emf"/><Relationship Id="rId1" Type="http://schemas.openxmlformats.org/officeDocument/2006/relationships/image" Target="../media/image299.emf"/><Relationship Id="rId6" Type="http://schemas.openxmlformats.org/officeDocument/2006/relationships/image" Target="../media/image304.emf"/><Relationship Id="rId11" Type="http://schemas.openxmlformats.org/officeDocument/2006/relationships/image" Target="../media/image307.emf"/><Relationship Id="rId5" Type="http://schemas.openxmlformats.org/officeDocument/2006/relationships/image" Target="../media/image303.emf"/><Relationship Id="rId10" Type="http://schemas.openxmlformats.org/officeDocument/2006/relationships/image" Target="../media/image306.emf"/><Relationship Id="rId4" Type="http://schemas.openxmlformats.org/officeDocument/2006/relationships/image" Target="../media/image302.emf"/><Relationship Id="rId9" Type="http://schemas.openxmlformats.org/officeDocument/2006/relationships/image" Target="../media/image13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8E0BCA2B-3767-41D5-98B2-2C5889727E8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ACA122AD-60C0-40D9-90FF-2CF716F3D18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8F8CD7DF-AD90-421B-84F6-540C87193264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61" name="Rectangle 5">
            <a:extLst>
              <a:ext uri="{FF2B5EF4-FFF2-40B4-BE49-F238E27FC236}">
                <a16:creationId xmlns:a16="http://schemas.microsoft.com/office/drawing/2014/main" id="{B8E2CB1F-52A6-4D29-9DD6-4DCB4598035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9462" name="Rectangle 6">
            <a:extLst>
              <a:ext uri="{FF2B5EF4-FFF2-40B4-BE49-F238E27FC236}">
                <a16:creationId xmlns:a16="http://schemas.microsoft.com/office/drawing/2014/main" id="{1C201FF7-F8BE-4851-B487-BAF323ADB6A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463" name="Rectangle 7">
            <a:extLst>
              <a:ext uri="{FF2B5EF4-FFF2-40B4-BE49-F238E27FC236}">
                <a16:creationId xmlns:a16="http://schemas.microsoft.com/office/drawing/2014/main" id="{678FA348-4393-4CC8-9A47-D8AD14C067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EDFDF5BB-F2FA-4F9A-8F1D-3DE161D961E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>
            <a:extLst>
              <a:ext uri="{FF2B5EF4-FFF2-40B4-BE49-F238E27FC236}">
                <a16:creationId xmlns:a16="http://schemas.microsoft.com/office/drawing/2014/main" id="{EE8CE500-7097-41DA-B65B-EAFCC6E0327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备注占位符 2">
            <a:extLst>
              <a:ext uri="{FF2B5EF4-FFF2-40B4-BE49-F238E27FC236}">
                <a16:creationId xmlns:a16="http://schemas.microsoft.com/office/drawing/2014/main" id="{1526602E-9406-4CA5-BA5B-756A3F074D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5124" name="灯片编号占位符 3">
            <a:extLst>
              <a:ext uri="{FF2B5EF4-FFF2-40B4-BE49-F238E27FC236}">
                <a16:creationId xmlns:a16="http://schemas.microsoft.com/office/drawing/2014/main" id="{3798FC2E-238A-4B8C-BC49-79B4134C02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48A3C32-AE16-4C58-A33C-52E3C8F1DA23}" type="slidenum">
              <a:rPr lang="en-US" altLang="zh-CN" smtClean="0"/>
              <a:pPr/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幻灯片图像占位符 1">
            <a:extLst>
              <a:ext uri="{FF2B5EF4-FFF2-40B4-BE49-F238E27FC236}">
                <a16:creationId xmlns:a16="http://schemas.microsoft.com/office/drawing/2014/main" id="{9F226A68-0F52-4DE7-AD10-62DD41A112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备注占位符 2">
            <a:extLst>
              <a:ext uri="{FF2B5EF4-FFF2-40B4-BE49-F238E27FC236}">
                <a16:creationId xmlns:a16="http://schemas.microsoft.com/office/drawing/2014/main" id="{5519A003-95EC-4067-AB7C-29401F8C1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5364" name="灯片编号占位符 3">
            <a:extLst>
              <a:ext uri="{FF2B5EF4-FFF2-40B4-BE49-F238E27FC236}">
                <a16:creationId xmlns:a16="http://schemas.microsoft.com/office/drawing/2014/main" id="{D30EA601-3EE4-4801-A47E-D47E45D743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0907BFB-C6E6-401B-8F8E-2F90B6D37575}" type="slidenum">
              <a:rPr lang="en-US" altLang="zh-CN" smtClean="0"/>
              <a:pPr/>
              <a:t>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B5011B74-7FF3-4BC6-9BAA-F9DD80D79D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2858CB6-7A44-484A-9F9A-6BFA9374CBBB}" type="slidenum">
              <a:rPr lang="en-US" altLang="zh-CN" smtClean="0"/>
              <a:pPr>
                <a:spcBef>
                  <a:spcPct val="0"/>
                </a:spcBef>
              </a:pPr>
              <a:t>9</a:t>
            </a:fld>
            <a:endParaRPr lang="en-US" altLang="zh-CN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071FA347-3C9C-4842-A7C8-1C34F11FBA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40166539-C890-43B0-AEDA-26294F1975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>
            <a:extLst>
              <a:ext uri="{FF2B5EF4-FFF2-40B4-BE49-F238E27FC236}">
                <a16:creationId xmlns:a16="http://schemas.microsoft.com/office/drawing/2014/main" id="{F5A7698F-2AC0-460B-B4E5-018CF73488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备注占位符 2">
            <a:extLst>
              <a:ext uri="{FF2B5EF4-FFF2-40B4-BE49-F238E27FC236}">
                <a16:creationId xmlns:a16="http://schemas.microsoft.com/office/drawing/2014/main" id="{68A6B8E1-3E6A-4EDA-8A4A-7946F0637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39940" name="灯片编号占位符 3">
            <a:extLst>
              <a:ext uri="{FF2B5EF4-FFF2-40B4-BE49-F238E27FC236}">
                <a16:creationId xmlns:a16="http://schemas.microsoft.com/office/drawing/2014/main" id="{36E3B329-B458-4163-B4F5-78F2778CCC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3408F8C-F1F6-4E34-8BCC-46325D1E2AAE}" type="slidenum">
              <a:rPr lang="en-US" altLang="zh-CN" smtClean="0"/>
              <a:pPr/>
              <a:t>33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AE17896-1DA5-4EE2-8371-CF1A12C2CA7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427B897-2CBD-4C55-9C30-168DDD843F6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376F028-68D0-4987-AC6A-62C5BF0A2C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2BA276-BD0B-4521-B746-738D43FA888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73574947"/>
      </p:ext>
    </p:extLst>
  </p:cSld>
  <p:clrMapOvr>
    <a:masterClrMapping/>
  </p:clrMapOvr>
  <p:transition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D7D7BAD-D5E2-4000-BDE4-55D1A0C0E5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C9DD8D0-A67E-4272-85A5-DB80DD9EF17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871BCAB-E07A-4D62-B3AF-7578DC79CEB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A502A1-A32E-48C3-88F4-CB614B8C73D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2955029"/>
      </p:ext>
    </p:extLst>
  </p:cSld>
  <p:clrMapOvr>
    <a:masterClrMapping/>
  </p:clrMapOvr>
  <p:transition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F5AF7F2-5010-4852-A9AA-A6F250CEDD4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21461DE-9B48-43E6-8848-D2A45AB8B01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86646EA-CF44-48B0-9F68-A47E306407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B13A05-3F48-4FFA-B3FE-A8B82D11DEC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4775652"/>
      </p:ext>
    </p:extLst>
  </p:cSld>
  <p:clrMapOvr>
    <a:masterClrMapping/>
  </p:clrMapOvr>
  <p:transition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A1B2F6-0344-4EA2-AD3A-3D875C4418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BC5EE9-EF97-4284-B339-06D36F2710D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67639-2C3D-4573-8DF0-F858B4C01D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EBFD6C-3B55-446D-BB8E-C27B49E6E08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7461624"/>
      </p:ext>
    </p:extLst>
  </p:cSld>
  <p:clrMapOvr>
    <a:masterClrMapping/>
  </p:clrMapOvr>
  <p:transition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ACED403-6CDD-4FF6-B28A-460A4FFFC8F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E4C534E-4487-434E-AD5B-B28243EC325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558E7471-EEF5-4323-B145-0AFCAE5A7B2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A1B924-AA9B-4219-A52C-3BCF3DE9189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35122086"/>
      </p:ext>
    </p:extLst>
  </p:cSld>
  <p:clrMapOvr>
    <a:masterClrMapping/>
  </p:clrMapOvr>
  <p:transition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7CFE1BC-B5B1-42F6-BAEA-773B4C4CC18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DE55FCC-3854-4CC0-92E3-B1097AF3EB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7C87841-E1A1-4E5E-B109-6BAD2DCACF2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D86B76-CBDB-4DE1-BE4F-E2AC86820C3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98474341"/>
      </p:ext>
    </p:extLst>
  </p:cSld>
  <p:clrMapOvr>
    <a:masterClrMapping/>
  </p:clrMapOvr>
  <p:transition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C64AE33-0A0E-4909-A5DF-AF3D6ECE8C8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3735840B-946C-4BEE-8A7E-2E072F9522A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7DD34DF-ABEC-4F99-A774-3B0DC9F0E3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DD1F3-88D2-4169-988C-B107225CE18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07859513"/>
      </p:ext>
    </p:extLst>
  </p:cSld>
  <p:clrMapOvr>
    <a:masterClrMapping/>
  </p:clrMapOvr>
  <p:transition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E907EA-0732-425D-917C-AB4EB3E734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063498-251F-444A-BD3A-DA3B679EE8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A3FFE0-BB21-401A-8D14-C03116248E8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A051C9-D466-497A-AEBD-29E84ED0FEA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52705701"/>
      </p:ext>
    </p:extLst>
  </p:cSld>
  <p:clrMapOvr>
    <a:masterClrMapping/>
  </p:clrMapOvr>
  <p:transition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4355A1-3CC8-48D0-A869-861BDC763B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B97157-F617-4395-8908-4C67C8258CF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6454B1-7C00-4513-9BBD-E9212547816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04175C-6321-49B9-B762-FD1EB9DD2B5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71052934"/>
      </p:ext>
    </p:extLst>
  </p:cSld>
  <p:clrMapOvr>
    <a:masterClrMapping/>
  </p:clrMapOvr>
  <p:transition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27CDC2E-847B-4A07-A716-1FFFF3BD31A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5467644-622D-4C8A-891E-496C5322ADD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CFA87C9-373C-4A98-9F94-9C61BA4970B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7688C0-BB2F-47FC-B3B2-C16DF9AE06B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3216893"/>
      </p:ext>
    </p:extLst>
  </p:cSld>
  <p:clrMapOvr>
    <a:masterClrMapping/>
  </p:clrMapOvr>
  <p:transition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4ABEC71-1911-40D2-B17E-F77DE62F9F5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1794DA3-BA6E-4B15-9DA3-69194CC5848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1516503-943A-4EDB-9086-59082AD9268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182663-8C6E-49CC-9C5B-E0ECF1BAFCA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76475465"/>
      </p:ext>
    </p:extLst>
  </p:cSld>
  <p:clrMapOvr>
    <a:masterClrMapping/>
  </p:clrMapOvr>
  <p:transition>
    <p:pull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CECEDFCB-B655-49FA-B975-4E9B6136B5D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BB5E320-D461-41AD-953E-056D473E9FF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6989654-354C-4FBB-B1E2-6269B38CF1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570003-D4AE-4E88-8E85-082D99615A1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3727055"/>
      </p:ext>
    </p:extLst>
  </p:cSld>
  <p:clrMapOvr>
    <a:masterClrMapping/>
  </p:clrMapOvr>
  <p:transition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B0F0"/>
            </a:gs>
            <a:gs pos="50000">
              <a:schemeClr val="bg1"/>
            </a:gs>
            <a:gs pos="100000">
              <a:srgbClr val="00B0F0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D8C4D06-E641-4C52-9644-0580EE668C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E2D1531-5FEC-49F9-975E-FF756FED5D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1AD688A-0C2F-4891-82E9-02A2E5D62E3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91D111B-5D77-4253-B761-1B7221967DB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A05E3E4-7E9A-473F-8068-10A0D7B5821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79B8DF02-CC29-4C09-BBEB-5EA254BDF70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pull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13" Type="http://schemas.openxmlformats.org/officeDocument/2006/relationships/image" Target="../media/image5.wmf"/><Relationship Id="rId18" Type="http://schemas.openxmlformats.org/officeDocument/2006/relationships/image" Target="../media/image15.jpeg"/><Relationship Id="rId26" Type="http://schemas.openxmlformats.org/officeDocument/2006/relationships/oleObject" Target="../embeddings/oleObject12.bin"/><Relationship Id="rId3" Type="http://schemas.openxmlformats.org/officeDocument/2006/relationships/oleObject" Target="../embeddings/oleObject1.bin"/><Relationship Id="rId21" Type="http://schemas.openxmlformats.org/officeDocument/2006/relationships/image" Target="../media/image8.wmf"/><Relationship Id="rId7" Type="http://schemas.openxmlformats.org/officeDocument/2006/relationships/oleObject" Target="../embeddings/oleObject3.bin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7.wmf"/><Relationship Id="rId25" Type="http://schemas.openxmlformats.org/officeDocument/2006/relationships/image" Target="../media/image10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7.bin"/><Relationship Id="rId20" Type="http://schemas.openxmlformats.org/officeDocument/2006/relationships/oleObject" Target="../embeddings/oleObject9.bin"/><Relationship Id="rId29" Type="http://schemas.openxmlformats.org/officeDocument/2006/relationships/image" Target="../media/image12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image" Target="../media/image4.wmf"/><Relationship Id="rId24" Type="http://schemas.openxmlformats.org/officeDocument/2006/relationships/oleObject" Target="../embeddings/oleObject11.bin"/><Relationship Id="rId32" Type="http://schemas.openxmlformats.org/officeDocument/2006/relationships/image" Target="../media/image16.gif"/><Relationship Id="rId5" Type="http://schemas.openxmlformats.org/officeDocument/2006/relationships/oleObject" Target="../embeddings/oleObject2.bin"/><Relationship Id="rId15" Type="http://schemas.openxmlformats.org/officeDocument/2006/relationships/image" Target="../media/image6.wmf"/><Relationship Id="rId23" Type="http://schemas.openxmlformats.org/officeDocument/2006/relationships/image" Target="../media/image9.wmf"/><Relationship Id="rId28" Type="http://schemas.openxmlformats.org/officeDocument/2006/relationships/oleObject" Target="../embeddings/oleObject13.bin"/><Relationship Id="rId10" Type="http://schemas.openxmlformats.org/officeDocument/2006/relationships/oleObject" Target="../embeddings/oleObject4.bin"/><Relationship Id="rId19" Type="http://schemas.openxmlformats.org/officeDocument/2006/relationships/oleObject" Target="../embeddings/oleObject8.bin"/><Relationship Id="rId31" Type="http://schemas.openxmlformats.org/officeDocument/2006/relationships/image" Target="../media/image13.wmf"/><Relationship Id="rId4" Type="http://schemas.openxmlformats.org/officeDocument/2006/relationships/image" Target="../media/image1.wmf"/><Relationship Id="rId9" Type="http://schemas.openxmlformats.org/officeDocument/2006/relationships/image" Target="../media/image14.jpeg"/><Relationship Id="rId14" Type="http://schemas.openxmlformats.org/officeDocument/2006/relationships/oleObject" Target="../embeddings/oleObject6.bin"/><Relationship Id="rId22" Type="http://schemas.openxmlformats.org/officeDocument/2006/relationships/oleObject" Target="../embeddings/oleObject10.bin"/><Relationship Id="rId27" Type="http://schemas.openxmlformats.org/officeDocument/2006/relationships/image" Target="../media/image11.wmf"/><Relationship Id="rId30" Type="http://schemas.openxmlformats.org/officeDocument/2006/relationships/oleObject" Target="../embeddings/oleObject14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13" Type="http://schemas.openxmlformats.org/officeDocument/2006/relationships/image" Target="../media/image14.jpeg"/><Relationship Id="rId18" Type="http://schemas.openxmlformats.org/officeDocument/2006/relationships/image" Target="../media/image15.jpeg"/><Relationship Id="rId3" Type="http://schemas.openxmlformats.org/officeDocument/2006/relationships/notesSlide" Target="../notesSlides/notesSlide1.xml"/><Relationship Id="rId21" Type="http://schemas.openxmlformats.org/officeDocument/2006/relationships/image" Target="../media/image8.wmf"/><Relationship Id="rId7" Type="http://schemas.openxmlformats.org/officeDocument/2006/relationships/image" Target="../media/image18.wmf"/><Relationship Id="rId12" Type="http://schemas.openxmlformats.org/officeDocument/2006/relationships/image" Target="../media/image21.emf"/><Relationship Id="rId17" Type="http://schemas.openxmlformats.org/officeDocument/2006/relationships/image" Target="../media/image7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0.bin"/><Relationship Id="rId20" Type="http://schemas.openxmlformats.org/officeDocument/2006/relationships/oleObject" Target="../embeddings/oleObject22.bin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16.bin"/><Relationship Id="rId11" Type="http://schemas.openxmlformats.org/officeDocument/2006/relationships/image" Target="../media/image20.wmf"/><Relationship Id="rId5" Type="http://schemas.openxmlformats.org/officeDocument/2006/relationships/image" Target="../media/image17.wmf"/><Relationship Id="rId15" Type="http://schemas.openxmlformats.org/officeDocument/2006/relationships/image" Target="../media/image4.wmf"/><Relationship Id="rId10" Type="http://schemas.openxmlformats.org/officeDocument/2006/relationships/oleObject" Target="../embeddings/oleObject18.bin"/><Relationship Id="rId19" Type="http://schemas.openxmlformats.org/officeDocument/2006/relationships/oleObject" Target="../embeddings/oleObject21.bin"/><Relationship Id="rId4" Type="http://schemas.openxmlformats.org/officeDocument/2006/relationships/oleObject" Target="../embeddings/oleObject15.bin"/><Relationship Id="rId9" Type="http://schemas.openxmlformats.org/officeDocument/2006/relationships/image" Target="../media/image19.wmf"/><Relationship Id="rId14" Type="http://schemas.openxmlformats.org/officeDocument/2006/relationships/oleObject" Target="../embeddings/oleObject19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5.bin"/><Relationship Id="rId12" Type="http://schemas.openxmlformats.org/officeDocument/2006/relationships/image" Target="../media/image2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3.wmf"/><Relationship Id="rId11" Type="http://schemas.openxmlformats.org/officeDocument/2006/relationships/oleObject" Target="../embeddings/oleObject27.bin"/><Relationship Id="rId5" Type="http://schemas.openxmlformats.org/officeDocument/2006/relationships/oleObject" Target="../embeddings/oleObject24.bin"/><Relationship Id="rId10" Type="http://schemas.openxmlformats.org/officeDocument/2006/relationships/image" Target="../media/image25.emf"/><Relationship Id="rId4" Type="http://schemas.openxmlformats.org/officeDocument/2006/relationships/image" Target="../media/image22.wmf"/><Relationship Id="rId9" Type="http://schemas.openxmlformats.org/officeDocument/2006/relationships/oleObject" Target="../embeddings/oleObject26.bin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2.bin"/><Relationship Id="rId18" Type="http://schemas.openxmlformats.org/officeDocument/2006/relationships/image" Target="../media/image33.emf"/><Relationship Id="rId26" Type="http://schemas.openxmlformats.org/officeDocument/2006/relationships/image" Target="../media/image37.emf"/><Relationship Id="rId3" Type="http://schemas.openxmlformats.org/officeDocument/2006/relationships/image" Target="../media/image43.jpeg"/><Relationship Id="rId21" Type="http://schemas.openxmlformats.org/officeDocument/2006/relationships/oleObject" Target="../embeddings/oleObject36.bin"/><Relationship Id="rId34" Type="http://schemas.openxmlformats.org/officeDocument/2006/relationships/image" Target="../media/image41.wmf"/><Relationship Id="rId7" Type="http://schemas.openxmlformats.org/officeDocument/2006/relationships/oleObject" Target="../embeddings/oleObject29.bin"/><Relationship Id="rId12" Type="http://schemas.openxmlformats.org/officeDocument/2006/relationships/image" Target="../media/image30.emf"/><Relationship Id="rId17" Type="http://schemas.openxmlformats.org/officeDocument/2006/relationships/oleObject" Target="../embeddings/oleObject34.bin"/><Relationship Id="rId25" Type="http://schemas.openxmlformats.org/officeDocument/2006/relationships/oleObject" Target="../embeddings/oleObject38.bin"/><Relationship Id="rId33" Type="http://schemas.openxmlformats.org/officeDocument/2006/relationships/oleObject" Target="../embeddings/oleObject42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32.emf"/><Relationship Id="rId20" Type="http://schemas.openxmlformats.org/officeDocument/2006/relationships/image" Target="../media/image34.emf"/><Relationship Id="rId29" Type="http://schemas.openxmlformats.org/officeDocument/2006/relationships/oleObject" Target="../embeddings/oleObject40.bin"/><Relationship Id="rId1" Type="http://schemas.openxmlformats.org/officeDocument/2006/relationships/vmlDrawing" Target="../drawings/vmlDrawing4.vml"/><Relationship Id="rId6" Type="http://schemas.openxmlformats.org/officeDocument/2006/relationships/image" Target="../media/image27.emf"/><Relationship Id="rId11" Type="http://schemas.openxmlformats.org/officeDocument/2006/relationships/oleObject" Target="../embeddings/oleObject31.bin"/><Relationship Id="rId24" Type="http://schemas.openxmlformats.org/officeDocument/2006/relationships/image" Target="../media/image36.emf"/><Relationship Id="rId32" Type="http://schemas.openxmlformats.org/officeDocument/2006/relationships/image" Target="../media/image40.wmf"/><Relationship Id="rId5" Type="http://schemas.openxmlformats.org/officeDocument/2006/relationships/oleObject" Target="../embeddings/oleObject28.bin"/><Relationship Id="rId15" Type="http://schemas.openxmlformats.org/officeDocument/2006/relationships/oleObject" Target="../embeddings/oleObject33.bin"/><Relationship Id="rId23" Type="http://schemas.openxmlformats.org/officeDocument/2006/relationships/oleObject" Target="../embeddings/oleObject37.bin"/><Relationship Id="rId28" Type="http://schemas.openxmlformats.org/officeDocument/2006/relationships/image" Target="../media/image38.emf"/><Relationship Id="rId36" Type="http://schemas.openxmlformats.org/officeDocument/2006/relationships/image" Target="../media/image42.wmf"/><Relationship Id="rId10" Type="http://schemas.openxmlformats.org/officeDocument/2006/relationships/image" Target="../media/image29.emf"/><Relationship Id="rId19" Type="http://schemas.openxmlformats.org/officeDocument/2006/relationships/oleObject" Target="../embeddings/oleObject35.bin"/><Relationship Id="rId31" Type="http://schemas.openxmlformats.org/officeDocument/2006/relationships/oleObject" Target="../embeddings/oleObject41.bin"/><Relationship Id="rId4" Type="http://schemas.openxmlformats.org/officeDocument/2006/relationships/image" Target="../media/image44.jpeg"/><Relationship Id="rId9" Type="http://schemas.openxmlformats.org/officeDocument/2006/relationships/oleObject" Target="../embeddings/oleObject30.bin"/><Relationship Id="rId14" Type="http://schemas.openxmlformats.org/officeDocument/2006/relationships/image" Target="../media/image31.emf"/><Relationship Id="rId22" Type="http://schemas.openxmlformats.org/officeDocument/2006/relationships/image" Target="../media/image35.emf"/><Relationship Id="rId27" Type="http://schemas.openxmlformats.org/officeDocument/2006/relationships/oleObject" Target="../embeddings/oleObject39.bin"/><Relationship Id="rId30" Type="http://schemas.openxmlformats.org/officeDocument/2006/relationships/image" Target="../media/image39.emf"/><Relationship Id="rId35" Type="http://schemas.openxmlformats.org/officeDocument/2006/relationships/oleObject" Target="../embeddings/oleObject43.bin"/><Relationship Id="rId8" Type="http://schemas.openxmlformats.org/officeDocument/2006/relationships/image" Target="../media/image28.emf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9.bin"/><Relationship Id="rId18" Type="http://schemas.openxmlformats.org/officeDocument/2006/relationships/image" Target="../media/image52.wmf"/><Relationship Id="rId26" Type="http://schemas.openxmlformats.org/officeDocument/2006/relationships/image" Target="../media/image56.emf"/><Relationship Id="rId39" Type="http://schemas.openxmlformats.org/officeDocument/2006/relationships/image" Target="../media/image60.wmf"/><Relationship Id="rId21" Type="http://schemas.openxmlformats.org/officeDocument/2006/relationships/oleObject" Target="../embeddings/oleObject53.bin"/><Relationship Id="rId34" Type="http://schemas.openxmlformats.org/officeDocument/2006/relationships/oleObject" Target="../embeddings/oleObject59.bin"/><Relationship Id="rId7" Type="http://schemas.openxmlformats.org/officeDocument/2006/relationships/oleObject" Target="../embeddings/oleObject46.bin"/><Relationship Id="rId12" Type="http://schemas.openxmlformats.org/officeDocument/2006/relationships/image" Target="../media/image49.emf"/><Relationship Id="rId17" Type="http://schemas.openxmlformats.org/officeDocument/2006/relationships/oleObject" Target="../embeddings/oleObject51.bin"/><Relationship Id="rId25" Type="http://schemas.openxmlformats.org/officeDocument/2006/relationships/oleObject" Target="../embeddings/oleObject55.bin"/><Relationship Id="rId33" Type="http://schemas.openxmlformats.org/officeDocument/2006/relationships/image" Target="../media/image4.wmf"/><Relationship Id="rId38" Type="http://schemas.openxmlformats.org/officeDocument/2006/relationships/oleObject" Target="../embeddings/oleObject6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1.wmf"/><Relationship Id="rId20" Type="http://schemas.openxmlformats.org/officeDocument/2006/relationships/image" Target="../media/image53.wmf"/><Relationship Id="rId29" Type="http://schemas.openxmlformats.org/officeDocument/2006/relationships/oleObject" Target="../embeddings/oleObject57.bin"/><Relationship Id="rId1" Type="http://schemas.openxmlformats.org/officeDocument/2006/relationships/vmlDrawing" Target="../drawings/vmlDrawing5.vml"/><Relationship Id="rId6" Type="http://schemas.openxmlformats.org/officeDocument/2006/relationships/image" Target="../media/image46.wmf"/><Relationship Id="rId11" Type="http://schemas.openxmlformats.org/officeDocument/2006/relationships/oleObject" Target="../embeddings/oleObject48.bin"/><Relationship Id="rId24" Type="http://schemas.openxmlformats.org/officeDocument/2006/relationships/image" Target="../media/image55.emf"/><Relationship Id="rId32" Type="http://schemas.openxmlformats.org/officeDocument/2006/relationships/oleObject" Target="../embeddings/oleObject58.bin"/><Relationship Id="rId37" Type="http://schemas.openxmlformats.org/officeDocument/2006/relationships/image" Target="../media/image59.wmf"/><Relationship Id="rId5" Type="http://schemas.openxmlformats.org/officeDocument/2006/relationships/oleObject" Target="../embeddings/oleObject45.bin"/><Relationship Id="rId15" Type="http://schemas.openxmlformats.org/officeDocument/2006/relationships/oleObject" Target="../embeddings/oleObject50.bin"/><Relationship Id="rId23" Type="http://schemas.openxmlformats.org/officeDocument/2006/relationships/oleObject" Target="../embeddings/oleObject54.bin"/><Relationship Id="rId28" Type="http://schemas.openxmlformats.org/officeDocument/2006/relationships/image" Target="../media/image57.emf"/><Relationship Id="rId36" Type="http://schemas.openxmlformats.org/officeDocument/2006/relationships/oleObject" Target="../embeddings/oleObject60.bin"/><Relationship Id="rId10" Type="http://schemas.openxmlformats.org/officeDocument/2006/relationships/image" Target="../media/image48.wmf"/><Relationship Id="rId19" Type="http://schemas.openxmlformats.org/officeDocument/2006/relationships/oleObject" Target="../embeddings/oleObject52.bin"/><Relationship Id="rId31" Type="http://schemas.openxmlformats.org/officeDocument/2006/relationships/image" Target="../media/image14.jpeg"/><Relationship Id="rId4" Type="http://schemas.openxmlformats.org/officeDocument/2006/relationships/image" Target="../media/image45.wmf"/><Relationship Id="rId9" Type="http://schemas.openxmlformats.org/officeDocument/2006/relationships/oleObject" Target="../embeddings/oleObject47.bin"/><Relationship Id="rId14" Type="http://schemas.openxmlformats.org/officeDocument/2006/relationships/image" Target="../media/image50.emf"/><Relationship Id="rId22" Type="http://schemas.openxmlformats.org/officeDocument/2006/relationships/image" Target="../media/image54.wmf"/><Relationship Id="rId27" Type="http://schemas.openxmlformats.org/officeDocument/2006/relationships/oleObject" Target="../embeddings/oleObject56.bin"/><Relationship Id="rId30" Type="http://schemas.openxmlformats.org/officeDocument/2006/relationships/image" Target="../media/image58.emf"/><Relationship Id="rId35" Type="http://schemas.openxmlformats.org/officeDocument/2006/relationships/image" Target="../media/image7.wmf"/><Relationship Id="rId8" Type="http://schemas.openxmlformats.org/officeDocument/2006/relationships/image" Target="../media/image47.wmf"/><Relationship Id="rId3" Type="http://schemas.openxmlformats.org/officeDocument/2006/relationships/oleObject" Target="../embeddings/oleObject44.bin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7.bin"/><Relationship Id="rId18" Type="http://schemas.openxmlformats.org/officeDocument/2006/relationships/image" Target="../media/image68.emf"/><Relationship Id="rId26" Type="http://schemas.openxmlformats.org/officeDocument/2006/relationships/image" Target="../media/image72.wmf"/><Relationship Id="rId3" Type="http://schemas.openxmlformats.org/officeDocument/2006/relationships/oleObject" Target="../embeddings/oleObject62.bin"/><Relationship Id="rId21" Type="http://schemas.openxmlformats.org/officeDocument/2006/relationships/oleObject" Target="../embeddings/oleObject71.bin"/><Relationship Id="rId34" Type="http://schemas.openxmlformats.org/officeDocument/2006/relationships/oleObject" Target="../embeddings/oleObject77.bin"/><Relationship Id="rId7" Type="http://schemas.openxmlformats.org/officeDocument/2006/relationships/oleObject" Target="../embeddings/oleObject64.bin"/><Relationship Id="rId12" Type="http://schemas.openxmlformats.org/officeDocument/2006/relationships/image" Target="../media/image65.wmf"/><Relationship Id="rId17" Type="http://schemas.openxmlformats.org/officeDocument/2006/relationships/oleObject" Target="../embeddings/oleObject69.bin"/><Relationship Id="rId25" Type="http://schemas.openxmlformats.org/officeDocument/2006/relationships/oleObject" Target="../embeddings/oleObject73.bin"/><Relationship Id="rId33" Type="http://schemas.openxmlformats.org/officeDocument/2006/relationships/image" Target="../media/image8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7.emf"/><Relationship Id="rId20" Type="http://schemas.openxmlformats.org/officeDocument/2006/relationships/image" Target="../media/image69.emf"/><Relationship Id="rId29" Type="http://schemas.openxmlformats.org/officeDocument/2006/relationships/image" Target="../media/image15.jpeg"/><Relationship Id="rId1" Type="http://schemas.openxmlformats.org/officeDocument/2006/relationships/vmlDrawing" Target="../drawings/vmlDrawing6.vml"/><Relationship Id="rId6" Type="http://schemas.openxmlformats.org/officeDocument/2006/relationships/image" Target="../media/image62.wmf"/><Relationship Id="rId11" Type="http://schemas.openxmlformats.org/officeDocument/2006/relationships/oleObject" Target="../embeddings/oleObject66.bin"/><Relationship Id="rId24" Type="http://schemas.openxmlformats.org/officeDocument/2006/relationships/image" Target="../media/image71.emf"/><Relationship Id="rId32" Type="http://schemas.openxmlformats.org/officeDocument/2006/relationships/oleObject" Target="../embeddings/oleObject76.bin"/><Relationship Id="rId5" Type="http://schemas.openxmlformats.org/officeDocument/2006/relationships/oleObject" Target="../embeddings/oleObject63.bin"/><Relationship Id="rId15" Type="http://schemas.openxmlformats.org/officeDocument/2006/relationships/oleObject" Target="../embeddings/oleObject68.bin"/><Relationship Id="rId23" Type="http://schemas.openxmlformats.org/officeDocument/2006/relationships/oleObject" Target="../embeddings/oleObject72.bin"/><Relationship Id="rId28" Type="http://schemas.openxmlformats.org/officeDocument/2006/relationships/image" Target="../media/image73.wmf"/><Relationship Id="rId10" Type="http://schemas.openxmlformats.org/officeDocument/2006/relationships/image" Target="../media/image64.emf"/><Relationship Id="rId19" Type="http://schemas.openxmlformats.org/officeDocument/2006/relationships/oleObject" Target="../embeddings/oleObject70.bin"/><Relationship Id="rId31" Type="http://schemas.openxmlformats.org/officeDocument/2006/relationships/image" Target="../media/image4.wmf"/><Relationship Id="rId4" Type="http://schemas.openxmlformats.org/officeDocument/2006/relationships/image" Target="../media/image61.wmf"/><Relationship Id="rId9" Type="http://schemas.openxmlformats.org/officeDocument/2006/relationships/oleObject" Target="../embeddings/oleObject65.bin"/><Relationship Id="rId14" Type="http://schemas.openxmlformats.org/officeDocument/2006/relationships/image" Target="../media/image66.emf"/><Relationship Id="rId22" Type="http://schemas.openxmlformats.org/officeDocument/2006/relationships/image" Target="../media/image70.emf"/><Relationship Id="rId27" Type="http://schemas.openxmlformats.org/officeDocument/2006/relationships/oleObject" Target="../embeddings/oleObject74.bin"/><Relationship Id="rId30" Type="http://schemas.openxmlformats.org/officeDocument/2006/relationships/oleObject" Target="../embeddings/oleObject75.bin"/><Relationship Id="rId35" Type="http://schemas.openxmlformats.org/officeDocument/2006/relationships/image" Target="../media/image74.emf"/><Relationship Id="rId8" Type="http://schemas.openxmlformats.org/officeDocument/2006/relationships/image" Target="../media/image63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0.bin"/><Relationship Id="rId13" Type="http://schemas.openxmlformats.org/officeDocument/2006/relationships/image" Target="../media/image79.wmf"/><Relationship Id="rId18" Type="http://schemas.openxmlformats.org/officeDocument/2006/relationships/oleObject" Target="../embeddings/oleObject85.bin"/><Relationship Id="rId26" Type="http://schemas.openxmlformats.org/officeDocument/2006/relationships/oleObject" Target="../embeddings/oleObject89.bin"/><Relationship Id="rId3" Type="http://schemas.openxmlformats.org/officeDocument/2006/relationships/notesSlide" Target="../notesSlides/notesSlide2.xml"/><Relationship Id="rId21" Type="http://schemas.openxmlformats.org/officeDocument/2006/relationships/image" Target="../media/image83.emf"/><Relationship Id="rId7" Type="http://schemas.openxmlformats.org/officeDocument/2006/relationships/image" Target="../media/image76.wmf"/><Relationship Id="rId12" Type="http://schemas.openxmlformats.org/officeDocument/2006/relationships/oleObject" Target="../embeddings/oleObject82.bin"/><Relationship Id="rId17" Type="http://schemas.openxmlformats.org/officeDocument/2006/relationships/image" Target="../media/image81.wmf"/><Relationship Id="rId25" Type="http://schemas.openxmlformats.org/officeDocument/2006/relationships/image" Target="../media/image53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84.bin"/><Relationship Id="rId20" Type="http://schemas.openxmlformats.org/officeDocument/2006/relationships/oleObject" Target="../embeddings/oleObject86.bin"/><Relationship Id="rId29" Type="http://schemas.openxmlformats.org/officeDocument/2006/relationships/image" Target="../media/image86.emf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79.bin"/><Relationship Id="rId11" Type="http://schemas.openxmlformats.org/officeDocument/2006/relationships/image" Target="../media/image78.wmf"/><Relationship Id="rId24" Type="http://schemas.openxmlformats.org/officeDocument/2006/relationships/oleObject" Target="../embeddings/oleObject88.bin"/><Relationship Id="rId5" Type="http://schemas.openxmlformats.org/officeDocument/2006/relationships/image" Target="../media/image75.wmf"/><Relationship Id="rId15" Type="http://schemas.openxmlformats.org/officeDocument/2006/relationships/image" Target="../media/image80.emf"/><Relationship Id="rId23" Type="http://schemas.openxmlformats.org/officeDocument/2006/relationships/image" Target="../media/image84.emf"/><Relationship Id="rId28" Type="http://schemas.openxmlformats.org/officeDocument/2006/relationships/oleObject" Target="../embeddings/oleObject90.bin"/><Relationship Id="rId10" Type="http://schemas.openxmlformats.org/officeDocument/2006/relationships/oleObject" Target="../embeddings/oleObject81.bin"/><Relationship Id="rId19" Type="http://schemas.openxmlformats.org/officeDocument/2006/relationships/image" Target="../media/image82.emf"/><Relationship Id="rId4" Type="http://schemas.openxmlformats.org/officeDocument/2006/relationships/oleObject" Target="../embeddings/oleObject78.bin"/><Relationship Id="rId9" Type="http://schemas.openxmlformats.org/officeDocument/2006/relationships/image" Target="../media/image77.wmf"/><Relationship Id="rId14" Type="http://schemas.openxmlformats.org/officeDocument/2006/relationships/oleObject" Target="../embeddings/oleObject83.bin"/><Relationship Id="rId22" Type="http://schemas.openxmlformats.org/officeDocument/2006/relationships/oleObject" Target="../embeddings/oleObject87.bin"/><Relationship Id="rId27" Type="http://schemas.openxmlformats.org/officeDocument/2006/relationships/image" Target="../media/image85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emf"/><Relationship Id="rId3" Type="http://schemas.openxmlformats.org/officeDocument/2006/relationships/oleObject" Target="../embeddings/oleObject91.bin"/><Relationship Id="rId7" Type="http://schemas.openxmlformats.org/officeDocument/2006/relationships/oleObject" Target="../embeddings/oleObject93.bin"/><Relationship Id="rId12" Type="http://schemas.openxmlformats.org/officeDocument/2006/relationships/hyperlink" Target="https://haokan.baidu.com/v?vid=6165569284750453802" TargetMode="Externa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88.emf"/><Relationship Id="rId11" Type="http://schemas.openxmlformats.org/officeDocument/2006/relationships/image" Target="../media/image90.wmf"/><Relationship Id="rId5" Type="http://schemas.openxmlformats.org/officeDocument/2006/relationships/oleObject" Target="../embeddings/oleObject92.bin"/><Relationship Id="rId10" Type="http://schemas.openxmlformats.org/officeDocument/2006/relationships/oleObject" Target="../embeddings/oleObject94.bin"/><Relationship Id="rId4" Type="http://schemas.openxmlformats.org/officeDocument/2006/relationships/image" Target="../media/image87.wmf"/><Relationship Id="rId9" Type="http://schemas.openxmlformats.org/officeDocument/2006/relationships/image" Target="../media/image91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7.bin"/><Relationship Id="rId13" Type="http://schemas.openxmlformats.org/officeDocument/2006/relationships/image" Target="../media/image96.emf"/><Relationship Id="rId18" Type="http://schemas.openxmlformats.org/officeDocument/2006/relationships/oleObject" Target="../embeddings/oleObject102.bin"/><Relationship Id="rId26" Type="http://schemas.openxmlformats.org/officeDocument/2006/relationships/oleObject" Target="../embeddings/oleObject106.bin"/><Relationship Id="rId3" Type="http://schemas.openxmlformats.org/officeDocument/2006/relationships/notesSlide" Target="../notesSlides/notesSlide3.xml"/><Relationship Id="rId21" Type="http://schemas.openxmlformats.org/officeDocument/2006/relationships/image" Target="../media/image100.emf"/><Relationship Id="rId7" Type="http://schemas.openxmlformats.org/officeDocument/2006/relationships/image" Target="../media/image93.emf"/><Relationship Id="rId12" Type="http://schemas.openxmlformats.org/officeDocument/2006/relationships/oleObject" Target="../embeddings/oleObject99.bin"/><Relationship Id="rId17" Type="http://schemas.openxmlformats.org/officeDocument/2006/relationships/image" Target="../media/image98.emf"/><Relationship Id="rId25" Type="http://schemas.openxmlformats.org/officeDocument/2006/relationships/image" Target="../media/image102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01.bin"/><Relationship Id="rId20" Type="http://schemas.openxmlformats.org/officeDocument/2006/relationships/oleObject" Target="../embeddings/oleObject103.bin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96.bin"/><Relationship Id="rId11" Type="http://schemas.openxmlformats.org/officeDocument/2006/relationships/image" Target="../media/image95.wmf"/><Relationship Id="rId24" Type="http://schemas.openxmlformats.org/officeDocument/2006/relationships/oleObject" Target="../embeddings/oleObject105.bin"/><Relationship Id="rId5" Type="http://schemas.openxmlformats.org/officeDocument/2006/relationships/image" Target="../media/image92.wmf"/><Relationship Id="rId15" Type="http://schemas.openxmlformats.org/officeDocument/2006/relationships/image" Target="../media/image97.wmf"/><Relationship Id="rId23" Type="http://schemas.openxmlformats.org/officeDocument/2006/relationships/image" Target="../media/image101.emf"/><Relationship Id="rId28" Type="http://schemas.openxmlformats.org/officeDocument/2006/relationships/image" Target="../media/image104.emf"/><Relationship Id="rId10" Type="http://schemas.openxmlformats.org/officeDocument/2006/relationships/oleObject" Target="../embeddings/oleObject98.bin"/><Relationship Id="rId19" Type="http://schemas.openxmlformats.org/officeDocument/2006/relationships/image" Target="../media/image99.wmf"/><Relationship Id="rId4" Type="http://schemas.openxmlformats.org/officeDocument/2006/relationships/oleObject" Target="../embeddings/oleObject95.bin"/><Relationship Id="rId9" Type="http://schemas.openxmlformats.org/officeDocument/2006/relationships/image" Target="../media/image94.wmf"/><Relationship Id="rId14" Type="http://schemas.openxmlformats.org/officeDocument/2006/relationships/oleObject" Target="../embeddings/oleObject100.bin"/><Relationship Id="rId22" Type="http://schemas.openxmlformats.org/officeDocument/2006/relationships/oleObject" Target="../embeddings/oleObject104.bin"/><Relationship Id="rId27" Type="http://schemas.openxmlformats.org/officeDocument/2006/relationships/image" Target="../media/image103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emf"/><Relationship Id="rId13" Type="http://schemas.openxmlformats.org/officeDocument/2006/relationships/oleObject" Target="../embeddings/oleObject112.bin"/><Relationship Id="rId18" Type="http://schemas.openxmlformats.org/officeDocument/2006/relationships/image" Target="../media/image112.wmf"/><Relationship Id="rId3" Type="http://schemas.openxmlformats.org/officeDocument/2006/relationships/oleObject" Target="../embeddings/oleObject107.bin"/><Relationship Id="rId21" Type="http://schemas.openxmlformats.org/officeDocument/2006/relationships/oleObject" Target="../embeddings/oleObject116.bin"/><Relationship Id="rId7" Type="http://schemas.openxmlformats.org/officeDocument/2006/relationships/oleObject" Target="../embeddings/oleObject109.bin"/><Relationship Id="rId12" Type="http://schemas.openxmlformats.org/officeDocument/2006/relationships/image" Target="../media/image109.emf"/><Relationship Id="rId17" Type="http://schemas.openxmlformats.org/officeDocument/2006/relationships/oleObject" Target="../embeddings/oleObject11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1.emf"/><Relationship Id="rId20" Type="http://schemas.openxmlformats.org/officeDocument/2006/relationships/image" Target="../media/image113.e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06.emf"/><Relationship Id="rId11" Type="http://schemas.openxmlformats.org/officeDocument/2006/relationships/oleObject" Target="../embeddings/oleObject111.bin"/><Relationship Id="rId24" Type="http://schemas.openxmlformats.org/officeDocument/2006/relationships/image" Target="../media/image115.emf"/><Relationship Id="rId5" Type="http://schemas.openxmlformats.org/officeDocument/2006/relationships/oleObject" Target="../embeddings/oleObject108.bin"/><Relationship Id="rId15" Type="http://schemas.openxmlformats.org/officeDocument/2006/relationships/oleObject" Target="../embeddings/oleObject113.bin"/><Relationship Id="rId23" Type="http://schemas.openxmlformats.org/officeDocument/2006/relationships/oleObject" Target="../embeddings/oleObject117.bin"/><Relationship Id="rId10" Type="http://schemas.openxmlformats.org/officeDocument/2006/relationships/image" Target="../media/image108.emf"/><Relationship Id="rId19" Type="http://schemas.openxmlformats.org/officeDocument/2006/relationships/oleObject" Target="../embeddings/oleObject115.bin"/><Relationship Id="rId4" Type="http://schemas.openxmlformats.org/officeDocument/2006/relationships/image" Target="../media/image105.emf"/><Relationship Id="rId9" Type="http://schemas.openxmlformats.org/officeDocument/2006/relationships/oleObject" Target="../embeddings/oleObject110.bin"/><Relationship Id="rId14" Type="http://schemas.openxmlformats.org/officeDocument/2006/relationships/image" Target="../media/image110.emf"/><Relationship Id="rId22" Type="http://schemas.openxmlformats.org/officeDocument/2006/relationships/image" Target="../media/image114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emf"/><Relationship Id="rId13" Type="http://schemas.openxmlformats.org/officeDocument/2006/relationships/image" Target="../media/image121.emf"/><Relationship Id="rId3" Type="http://schemas.openxmlformats.org/officeDocument/2006/relationships/oleObject" Target="../embeddings/oleObject118.bin"/><Relationship Id="rId7" Type="http://schemas.openxmlformats.org/officeDocument/2006/relationships/oleObject" Target="../embeddings/oleObject120.bin"/><Relationship Id="rId12" Type="http://schemas.openxmlformats.org/officeDocument/2006/relationships/image" Target="../media/image120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17.emf"/><Relationship Id="rId11" Type="http://schemas.openxmlformats.org/officeDocument/2006/relationships/oleObject" Target="../embeddings/oleObject122.bin"/><Relationship Id="rId5" Type="http://schemas.openxmlformats.org/officeDocument/2006/relationships/oleObject" Target="../embeddings/oleObject119.bin"/><Relationship Id="rId10" Type="http://schemas.openxmlformats.org/officeDocument/2006/relationships/image" Target="../media/image119.emf"/><Relationship Id="rId4" Type="http://schemas.openxmlformats.org/officeDocument/2006/relationships/image" Target="../media/image116.emf"/><Relationship Id="rId9" Type="http://schemas.openxmlformats.org/officeDocument/2006/relationships/oleObject" Target="../embeddings/oleObject121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emf"/><Relationship Id="rId3" Type="http://schemas.openxmlformats.org/officeDocument/2006/relationships/oleObject" Target="../embeddings/oleObject123.bin"/><Relationship Id="rId7" Type="http://schemas.openxmlformats.org/officeDocument/2006/relationships/oleObject" Target="../embeddings/oleObject125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23.emf"/><Relationship Id="rId11" Type="http://schemas.openxmlformats.org/officeDocument/2006/relationships/image" Target="../media/image125.wmf"/><Relationship Id="rId5" Type="http://schemas.openxmlformats.org/officeDocument/2006/relationships/oleObject" Target="../embeddings/oleObject124.bin"/><Relationship Id="rId10" Type="http://schemas.openxmlformats.org/officeDocument/2006/relationships/oleObject" Target="../embeddings/oleObject126.bin"/><Relationship Id="rId4" Type="http://schemas.openxmlformats.org/officeDocument/2006/relationships/image" Target="../media/image122.emf"/><Relationship Id="rId9" Type="http://schemas.openxmlformats.org/officeDocument/2006/relationships/image" Target="../media/image126.emf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32.bin"/><Relationship Id="rId18" Type="http://schemas.openxmlformats.org/officeDocument/2006/relationships/image" Target="../media/image134.emf"/><Relationship Id="rId26" Type="http://schemas.openxmlformats.org/officeDocument/2006/relationships/image" Target="../media/image138.wmf"/><Relationship Id="rId39" Type="http://schemas.openxmlformats.org/officeDocument/2006/relationships/image" Target="../media/image145.emf"/><Relationship Id="rId21" Type="http://schemas.openxmlformats.org/officeDocument/2006/relationships/oleObject" Target="../embeddings/oleObject136.bin"/><Relationship Id="rId34" Type="http://schemas.openxmlformats.org/officeDocument/2006/relationships/image" Target="../media/image142.wmf"/><Relationship Id="rId7" Type="http://schemas.openxmlformats.org/officeDocument/2006/relationships/oleObject" Target="../embeddings/oleObject129.bin"/><Relationship Id="rId12" Type="http://schemas.openxmlformats.org/officeDocument/2006/relationships/image" Target="../media/image131.wmf"/><Relationship Id="rId17" Type="http://schemas.openxmlformats.org/officeDocument/2006/relationships/oleObject" Target="../embeddings/oleObject134.bin"/><Relationship Id="rId25" Type="http://schemas.openxmlformats.org/officeDocument/2006/relationships/oleObject" Target="../embeddings/oleObject138.bin"/><Relationship Id="rId33" Type="http://schemas.openxmlformats.org/officeDocument/2006/relationships/oleObject" Target="../embeddings/oleObject142.bin"/><Relationship Id="rId38" Type="http://schemas.openxmlformats.org/officeDocument/2006/relationships/image" Target="../media/image144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3.wmf"/><Relationship Id="rId20" Type="http://schemas.openxmlformats.org/officeDocument/2006/relationships/image" Target="../media/image135.wmf"/><Relationship Id="rId29" Type="http://schemas.openxmlformats.org/officeDocument/2006/relationships/oleObject" Target="../embeddings/oleObject140.bin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28.emf"/><Relationship Id="rId11" Type="http://schemas.openxmlformats.org/officeDocument/2006/relationships/oleObject" Target="../embeddings/oleObject131.bin"/><Relationship Id="rId24" Type="http://schemas.openxmlformats.org/officeDocument/2006/relationships/image" Target="../media/image137.wmf"/><Relationship Id="rId32" Type="http://schemas.openxmlformats.org/officeDocument/2006/relationships/image" Target="../media/image141.wmf"/><Relationship Id="rId37" Type="http://schemas.openxmlformats.org/officeDocument/2006/relationships/oleObject" Target="../embeddings/oleObject144.bin"/><Relationship Id="rId5" Type="http://schemas.openxmlformats.org/officeDocument/2006/relationships/oleObject" Target="../embeddings/oleObject128.bin"/><Relationship Id="rId15" Type="http://schemas.openxmlformats.org/officeDocument/2006/relationships/oleObject" Target="../embeddings/oleObject133.bin"/><Relationship Id="rId23" Type="http://schemas.openxmlformats.org/officeDocument/2006/relationships/oleObject" Target="../embeddings/oleObject137.bin"/><Relationship Id="rId28" Type="http://schemas.openxmlformats.org/officeDocument/2006/relationships/image" Target="../media/image139.wmf"/><Relationship Id="rId36" Type="http://schemas.openxmlformats.org/officeDocument/2006/relationships/image" Target="../media/image143.wmf"/><Relationship Id="rId10" Type="http://schemas.openxmlformats.org/officeDocument/2006/relationships/image" Target="../media/image130.emf"/><Relationship Id="rId19" Type="http://schemas.openxmlformats.org/officeDocument/2006/relationships/oleObject" Target="../embeddings/oleObject135.bin"/><Relationship Id="rId31" Type="http://schemas.openxmlformats.org/officeDocument/2006/relationships/oleObject" Target="../embeddings/oleObject141.bin"/><Relationship Id="rId4" Type="http://schemas.openxmlformats.org/officeDocument/2006/relationships/image" Target="../media/image127.emf"/><Relationship Id="rId9" Type="http://schemas.openxmlformats.org/officeDocument/2006/relationships/oleObject" Target="../embeddings/oleObject130.bin"/><Relationship Id="rId14" Type="http://schemas.openxmlformats.org/officeDocument/2006/relationships/image" Target="../media/image132.wmf"/><Relationship Id="rId22" Type="http://schemas.openxmlformats.org/officeDocument/2006/relationships/image" Target="../media/image136.wmf"/><Relationship Id="rId27" Type="http://schemas.openxmlformats.org/officeDocument/2006/relationships/oleObject" Target="../embeddings/oleObject139.bin"/><Relationship Id="rId30" Type="http://schemas.openxmlformats.org/officeDocument/2006/relationships/image" Target="../media/image140.wmf"/><Relationship Id="rId35" Type="http://schemas.openxmlformats.org/officeDocument/2006/relationships/oleObject" Target="../embeddings/oleObject143.bin"/><Relationship Id="rId8" Type="http://schemas.openxmlformats.org/officeDocument/2006/relationships/image" Target="../media/image129.wmf"/><Relationship Id="rId3" Type="http://schemas.openxmlformats.org/officeDocument/2006/relationships/oleObject" Target="../embeddings/oleObject127.bin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0.emf"/><Relationship Id="rId18" Type="http://schemas.openxmlformats.org/officeDocument/2006/relationships/oleObject" Target="../embeddings/oleObject152.bin"/><Relationship Id="rId26" Type="http://schemas.openxmlformats.org/officeDocument/2006/relationships/oleObject" Target="../embeddings/oleObject156.bin"/><Relationship Id="rId39" Type="http://schemas.openxmlformats.org/officeDocument/2006/relationships/image" Target="../media/image163.emf"/><Relationship Id="rId21" Type="http://schemas.openxmlformats.org/officeDocument/2006/relationships/image" Target="../media/image154.emf"/><Relationship Id="rId34" Type="http://schemas.openxmlformats.org/officeDocument/2006/relationships/oleObject" Target="../embeddings/oleObject160.bin"/><Relationship Id="rId42" Type="http://schemas.openxmlformats.org/officeDocument/2006/relationships/oleObject" Target="../embeddings/oleObject164.bin"/><Relationship Id="rId7" Type="http://schemas.openxmlformats.org/officeDocument/2006/relationships/image" Target="../media/image147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51.bin"/><Relationship Id="rId29" Type="http://schemas.openxmlformats.org/officeDocument/2006/relationships/image" Target="../media/image158.emf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146.bin"/><Relationship Id="rId11" Type="http://schemas.openxmlformats.org/officeDocument/2006/relationships/image" Target="../media/image149.emf"/><Relationship Id="rId24" Type="http://schemas.openxmlformats.org/officeDocument/2006/relationships/oleObject" Target="../embeddings/oleObject155.bin"/><Relationship Id="rId32" Type="http://schemas.openxmlformats.org/officeDocument/2006/relationships/oleObject" Target="../embeddings/oleObject159.bin"/><Relationship Id="rId37" Type="http://schemas.openxmlformats.org/officeDocument/2006/relationships/image" Target="../media/image162.emf"/><Relationship Id="rId40" Type="http://schemas.openxmlformats.org/officeDocument/2006/relationships/oleObject" Target="../embeddings/oleObject163.bin"/><Relationship Id="rId45" Type="http://schemas.openxmlformats.org/officeDocument/2006/relationships/image" Target="../media/image166.emf"/><Relationship Id="rId5" Type="http://schemas.openxmlformats.org/officeDocument/2006/relationships/image" Target="../media/image146.emf"/><Relationship Id="rId15" Type="http://schemas.openxmlformats.org/officeDocument/2006/relationships/image" Target="../media/image151.emf"/><Relationship Id="rId23" Type="http://schemas.openxmlformats.org/officeDocument/2006/relationships/image" Target="../media/image155.emf"/><Relationship Id="rId28" Type="http://schemas.openxmlformats.org/officeDocument/2006/relationships/oleObject" Target="../embeddings/oleObject157.bin"/><Relationship Id="rId36" Type="http://schemas.openxmlformats.org/officeDocument/2006/relationships/oleObject" Target="../embeddings/oleObject161.bin"/><Relationship Id="rId10" Type="http://schemas.openxmlformats.org/officeDocument/2006/relationships/oleObject" Target="../embeddings/oleObject148.bin"/><Relationship Id="rId19" Type="http://schemas.openxmlformats.org/officeDocument/2006/relationships/image" Target="../media/image153.emf"/><Relationship Id="rId31" Type="http://schemas.openxmlformats.org/officeDocument/2006/relationships/image" Target="../media/image159.emf"/><Relationship Id="rId44" Type="http://schemas.openxmlformats.org/officeDocument/2006/relationships/oleObject" Target="../embeddings/oleObject165.bin"/><Relationship Id="rId4" Type="http://schemas.openxmlformats.org/officeDocument/2006/relationships/oleObject" Target="../embeddings/oleObject145.bin"/><Relationship Id="rId9" Type="http://schemas.openxmlformats.org/officeDocument/2006/relationships/image" Target="../media/image148.emf"/><Relationship Id="rId14" Type="http://schemas.openxmlformats.org/officeDocument/2006/relationships/oleObject" Target="../embeddings/oleObject150.bin"/><Relationship Id="rId22" Type="http://schemas.openxmlformats.org/officeDocument/2006/relationships/oleObject" Target="../embeddings/oleObject154.bin"/><Relationship Id="rId27" Type="http://schemas.openxmlformats.org/officeDocument/2006/relationships/image" Target="../media/image157.emf"/><Relationship Id="rId30" Type="http://schemas.openxmlformats.org/officeDocument/2006/relationships/oleObject" Target="../embeddings/oleObject158.bin"/><Relationship Id="rId35" Type="http://schemas.openxmlformats.org/officeDocument/2006/relationships/image" Target="../media/image161.emf"/><Relationship Id="rId43" Type="http://schemas.openxmlformats.org/officeDocument/2006/relationships/image" Target="../media/image165.emf"/><Relationship Id="rId8" Type="http://schemas.openxmlformats.org/officeDocument/2006/relationships/oleObject" Target="../embeddings/oleObject147.bin"/><Relationship Id="rId3" Type="http://schemas.openxmlformats.org/officeDocument/2006/relationships/image" Target="../media/image167.jpeg"/><Relationship Id="rId12" Type="http://schemas.openxmlformats.org/officeDocument/2006/relationships/oleObject" Target="../embeddings/oleObject149.bin"/><Relationship Id="rId17" Type="http://schemas.openxmlformats.org/officeDocument/2006/relationships/image" Target="../media/image152.emf"/><Relationship Id="rId25" Type="http://schemas.openxmlformats.org/officeDocument/2006/relationships/image" Target="../media/image156.emf"/><Relationship Id="rId33" Type="http://schemas.openxmlformats.org/officeDocument/2006/relationships/image" Target="../media/image160.emf"/><Relationship Id="rId38" Type="http://schemas.openxmlformats.org/officeDocument/2006/relationships/oleObject" Target="../embeddings/oleObject162.bin"/><Relationship Id="rId46" Type="http://schemas.openxmlformats.org/officeDocument/2006/relationships/image" Target="../media/image168.emf"/><Relationship Id="rId20" Type="http://schemas.openxmlformats.org/officeDocument/2006/relationships/oleObject" Target="../embeddings/oleObject153.bin"/><Relationship Id="rId41" Type="http://schemas.openxmlformats.org/officeDocument/2006/relationships/image" Target="../media/image164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wmf"/><Relationship Id="rId13" Type="http://schemas.openxmlformats.org/officeDocument/2006/relationships/oleObject" Target="../embeddings/oleObject171.bin"/><Relationship Id="rId18" Type="http://schemas.openxmlformats.org/officeDocument/2006/relationships/image" Target="../media/image176.wmf"/><Relationship Id="rId3" Type="http://schemas.openxmlformats.org/officeDocument/2006/relationships/oleObject" Target="../embeddings/oleObject166.bin"/><Relationship Id="rId21" Type="http://schemas.openxmlformats.org/officeDocument/2006/relationships/oleObject" Target="../embeddings/oleObject175.bin"/><Relationship Id="rId7" Type="http://schemas.openxmlformats.org/officeDocument/2006/relationships/oleObject" Target="../embeddings/oleObject168.bin"/><Relationship Id="rId12" Type="http://schemas.openxmlformats.org/officeDocument/2006/relationships/image" Target="../media/image173.emf"/><Relationship Id="rId17" Type="http://schemas.openxmlformats.org/officeDocument/2006/relationships/oleObject" Target="../embeddings/oleObject17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75.emf"/><Relationship Id="rId20" Type="http://schemas.openxmlformats.org/officeDocument/2006/relationships/image" Target="../media/image177.w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70.wmf"/><Relationship Id="rId11" Type="http://schemas.openxmlformats.org/officeDocument/2006/relationships/oleObject" Target="../embeddings/oleObject170.bin"/><Relationship Id="rId5" Type="http://schemas.openxmlformats.org/officeDocument/2006/relationships/oleObject" Target="../embeddings/oleObject167.bin"/><Relationship Id="rId15" Type="http://schemas.openxmlformats.org/officeDocument/2006/relationships/oleObject" Target="../embeddings/oleObject172.bin"/><Relationship Id="rId10" Type="http://schemas.openxmlformats.org/officeDocument/2006/relationships/image" Target="../media/image172.emf"/><Relationship Id="rId19" Type="http://schemas.openxmlformats.org/officeDocument/2006/relationships/oleObject" Target="../embeddings/oleObject174.bin"/><Relationship Id="rId4" Type="http://schemas.openxmlformats.org/officeDocument/2006/relationships/image" Target="../media/image169.wmf"/><Relationship Id="rId9" Type="http://schemas.openxmlformats.org/officeDocument/2006/relationships/oleObject" Target="../embeddings/oleObject169.bin"/><Relationship Id="rId14" Type="http://schemas.openxmlformats.org/officeDocument/2006/relationships/image" Target="../media/image174.emf"/><Relationship Id="rId22" Type="http://schemas.openxmlformats.org/officeDocument/2006/relationships/image" Target="../media/image178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wmf"/><Relationship Id="rId3" Type="http://schemas.openxmlformats.org/officeDocument/2006/relationships/oleObject" Target="../embeddings/oleObject176.bin"/><Relationship Id="rId7" Type="http://schemas.openxmlformats.org/officeDocument/2006/relationships/oleObject" Target="../embeddings/oleObject17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25.wmf"/><Relationship Id="rId5" Type="http://schemas.openxmlformats.org/officeDocument/2006/relationships/oleObject" Target="../embeddings/oleObject177.bin"/><Relationship Id="rId10" Type="http://schemas.openxmlformats.org/officeDocument/2006/relationships/image" Target="../media/image181.emf"/><Relationship Id="rId4" Type="http://schemas.openxmlformats.org/officeDocument/2006/relationships/image" Target="../media/image179.emf"/><Relationship Id="rId9" Type="http://schemas.openxmlformats.org/officeDocument/2006/relationships/oleObject" Target="../embeddings/oleObject179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4.wmf"/><Relationship Id="rId13" Type="http://schemas.openxmlformats.org/officeDocument/2006/relationships/image" Target="../media/image186.wmf"/><Relationship Id="rId18" Type="http://schemas.openxmlformats.org/officeDocument/2006/relationships/image" Target="../media/image188.wmf"/><Relationship Id="rId3" Type="http://schemas.openxmlformats.org/officeDocument/2006/relationships/oleObject" Target="../embeddings/oleObject180.bin"/><Relationship Id="rId7" Type="http://schemas.openxmlformats.org/officeDocument/2006/relationships/oleObject" Target="../embeddings/oleObject182.bin"/><Relationship Id="rId12" Type="http://schemas.openxmlformats.org/officeDocument/2006/relationships/oleObject" Target="../embeddings/oleObject184.bin"/><Relationship Id="rId17" Type="http://schemas.openxmlformats.org/officeDocument/2006/relationships/oleObject" Target="../embeddings/oleObject187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86.bin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83.wmf"/><Relationship Id="rId11" Type="http://schemas.openxmlformats.org/officeDocument/2006/relationships/image" Target="../media/image189.jpeg"/><Relationship Id="rId5" Type="http://schemas.openxmlformats.org/officeDocument/2006/relationships/oleObject" Target="../embeddings/oleObject181.bin"/><Relationship Id="rId15" Type="http://schemas.openxmlformats.org/officeDocument/2006/relationships/image" Target="../media/image187.wmf"/><Relationship Id="rId10" Type="http://schemas.openxmlformats.org/officeDocument/2006/relationships/image" Target="../media/image185.wmf"/><Relationship Id="rId4" Type="http://schemas.openxmlformats.org/officeDocument/2006/relationships/image" Target="../media/image182.wmf"/><Relationship Id="rId9" Type="http://schemas.openxmlformats.org/officeDocument/2006/relationships/oleObject" Target="../embeddings/oleObject183.bin"/><Relationship Id="rId14" Type="http://schemas.openxmlformats.org/officeDocument/2006/relationships/oleObject" Target="../embeddings/oleObject185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2.wmf"/><Relationship Id="rId13" Type="http://schemas.openxmlformats.org/officeDocument/2006/relationships/oleObject" Target="../embeddings/oleObject193.bin"/><Relationship Id="rId3" Type="http://schemas.openxmlformats.org/officeDocument/2006/relationships/oleObject" Target="../embeddings/oleObject188.bin"/><Relationship Id="rId7" Type="http://schemas.openxmlformats.org/officeDocument/2006/relationships/oleObject" Target="../embeddings/oleObject190.bin"/><Relationship Id="rId12" Type="http://schemas.openxmlformats.org/officeDocument/2006/relationships/image" Target="../media/image194.wmf"/><Relationship Id="rId17" Type="http://schemas.openxmlformats.org/officeDocument/2006/relationships/image" Target="../media/image198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97.png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91.wmf"/><Relationship Id="rId11" Type="http://schemas.openxmlformats.org/officeDocument/2006/relationships/oleObject" Target="../embeddings/oleObject192.bin"/><Relationship Id="rId5" Type="http://schemas.openxmlformats.org/officeDocument/2006/relationships/oleObject" Target="../embeddings/oleObject189.bin"/><Relationship Id="rId15" Type="http://schemas.openxmlformats.org/officeDocument/2006/relationships/image" Target="../media/image196.png"/><Relationship Id="rId10" Type="http://schemas.openxmlformats.org/officeDocument/2006/relationships/image" Target="../media/image193.wmf"/><Relationship Id="rId4" Type="http://schemas.openxmlformats.org/officeDocument/2006/relationships/image" Target="../media/image190.wmf"/><Relationship Id="rId9" Type="http://schemas.openxmlformats.org/officeDocument/2006/relationships/oleObject" Target="../embeddings/oleObject191.bin"/><Relationship Id="rId14" Type="http://schemas.openxmlformats.org/officeDocument/2006/relationships/image" Target="../media/image195.w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1.wmf"/><Relationship Id="rId3" Type="http://schemas.openxmlformats.org/officeDocument/2006/relationships/oleObject" Target="../embeddings/oleObject194.bin"/><Relationship Id="rId7" Type="http://schemas.openxmlformats.org/officeDocument/2006/relationships/oleObject" Target="../embeddings/oleObject196.bin"/><Relationship Id="rId12" Type="http://schemas.openxmlformats.org/officeDocument/2006/relationships/image" Target="../media/image20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200.wmf"/><Relationship Id="rId11" Type="http://schemas.openxmlformats.org/officeDocument/2006/relationships/oleObject" Target="../embeddings/oleObject198.bin"/><Relationship Id="rId5" Type="http://schemas.openxmlformats.org/officeDocument/2006/relationships/oleObject" Target="../embeddings/oleObject195.bin"/><Relationship Id="rId10" Type="http://schemas.openxmlformats.org/officeDocument/2006/relationships/image" Target="../media/image202.wmf"/><Relationship Id="rId4" Type="http://schemas.openxmlformats.org/officeDocument/2006/relationships/image" Target="../media/image199.wmf"/><Relationship Id="rId9" Type="http://schemas.openxmlformats.org/officeDocument/2006/relationships/oleObject" Target="../embeddings/oleObject197.bin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205.emf"/><Relationship Id="rId5" Type="http://schemas.openxmlformats.org/officeDocument/2006/relationships/oleObject" Target="../embeddings/oleObject200.bin"/><Relationship Id="rId4" Type="http://schemas.openxmlformats.org/officeDocument/2006/relationships/image" Target="../media/image204.e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8.emf"/><Relationship Id="rId3" Type="http://schemas.openxmlformats.org/officeDocument/2006/relationships/oleObject" Target="../embeddings/oleObject201.bin"/><Relationship Id="rId7" Type="http://schemas.openxmlformats.org/officeDocument/2006/relationships/oleObject" Target="../embeddings/oleObject20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207.emf"/><Relationship Id="rId5" Type="http://schemas.openxmlformats.org/officeDocument/2006/relationships/oleObject" Target="../embeddings/oleObject202.bin"/><Relationship Id="rId10" Type="http://schemas.openxmlformats.org/officeDocument/2006/relationships/image" Target="../media/image209.emf"/><Relationship Id="rId4" Type="http://schemas.openxmlformats.org/officeDocument/2006/relationships/image" Target="../media/image206.emf"/><Relationship Id="rId9" Type="http://schemas.openxmlformats.org/officeDocument/2006/relationships/oleObject" Target="../embeddings/oleObject204.bin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3.wmf"/><Relationship Id="rId13" Type="http://schemas.openxmlformats.org/officeDocument/2006/relationships/oleObject" Target="../embeddings/oleObject210.bin"/><Relationship Id="rId3" Type="http://schemas.openxmlformats.org/officeDocument/2006/relationships/oleObject" Target="../embeddings/oleObject205.bin"/><Relationship Id="rId7" Type="http://schemas.openxmlformats.org/officeDocument/2006/relationships/oleObject" Target="../embeddings/oleObject207.bin"/><Relationship Id="rId12" Type="http://schemas.openxmlformats.org/officeDocument/2006/relationships/image" Target="../media/image215.wmf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217.emf"/><Relationship Id="rId1" Type="http://schemas.openxmlformats.org/officeDocument/2006/relationships/vmlDrawing" Target="../drawings/vmlDrawing22.vml"/><Relationship Id="rId6" Type="http://schemas.openxmlformats.org/officeDocument/2006/relationships/image" Target="../media/image212.wmf"/><Relationship Id="rId11" Type="http://schemas.openxmlformats.org/officeDocument/2006/relationships/oleObject" Target="../embeddings/oleObject209.bin"/><Relationship Id="rId5" Type="http://schemas.openxmlformats.org/officeDocument/2006/relationships/oleObject" Target="../embeddings/oleObject206.bin"/><Relationship Id="rId15" Type="http://schemas.openxmlformats.org/officeDocument/2006/relationships/oleObject" Target="../embeddings/oleObject211.bin"/><Relationship Id="rId10" Type="http://schemas.openxmlformats.org/officeDocument/2006/relationships/image" Target="../media/image214.emf"/><Relationship Id="rId4" Type="http://schemas.openxmlformats.org/officeDocument/2006/relationships/image" Target="../media/image211.wmf"/><Relationship Id="rId9" Type="http://schemas.openxmlformats.org/officeDocument/2006/relationships/oleObject" Target="../embeddings/oleObject208.bin"/><Relationship Id="rId14" Type="http://schemas.openxmlformats.org/officeDocument/2006/relationships/image" Target="../media/image216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9.emf"/><Relationship Id="rId13" Type="http://schemas.openxmlformats.org/officeDocument/2006/relationships/oleObject" Target="../embeddings/oleObject217.bin"/><Relationship Id="rId18" Type="http://schemas.openxmlformats.org/officeDocument/2006/relationships/image" Target="../media/image224.wmf"/><Relationship Id="rId3" Type="http://schemas.openxmlformats.org/officeDocument/2006/relationships/oleObject" Target="../embeddings/oleObject212.bin"/><Relationship Id="rId7" Type="http://schemas.openxmlformats.org/officeDocument/2006/relationships/oleObject" Target="../embeddings/oleObject214.bin"/><Relationship Id="rId12" Type="http://schemas.openxmlformats.org/officeDocument/2006/relationships/image" Target="../media/image221.wmf"/><Relationship Id="rId17" Type="http://schemas.openxmlformats.org/officeDocument/2006/relationships/oleObject" Target="../embeddings/oleObject21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23.wmf"/><Relationship Id="rId20" Type="http://schemas.openxmlformats.org/officeDocument/2006/relationships/image" Target="../media/image225.wmf"/><Relationship Id="rId1" Type="http://schemas.openxmlformats.org/officeDocument/2006/relationships/vmlDrawing" Target="../drawings/vmlDrawing23.vml"/><Relationship Id="rId6" Type="http://schemas.openxmlformats.org/officeDocument/2006/relationships/image" Target="../media/image215.wmf"/><Relationship Id="rId11" Type="http://schemas.openxmlformats.org/officeDocument/2006/relationships/oleObject" Target="../embeddings/oleObject216.bin"/><Relationship Id="rId5" Type="http://schemas.openxmlformats.org/officeDocument/2006/relationships/oleObject" Target="../embeddings/oleObject213.bin"/><Relationship Id="rId15" Type="http://schemas.openxmlformats.org/officeDocument/2006/relationships/oleObject" Target="../embeddings/oleObject218.bin"/><Relationship Id="rId10" Type="http://schemas.openxmlformats.org/officeDocument/2006/relationships/image" Target="../media/image220.emf"/><Relationship Id="rId19" Type="http://schemas.openxmlformats.org/officeDocument/2006/relationships/oleObject" Target="../embeddings/oleObject220.bin"/><Relationship Id="rId4" Type="http://schemas.openxmlformats.org/officeDocument/2006/relationships/image" Target="../media/image218.wmf"/><Relationship Id="rId9" Type="http://schemas.openxmlformats.org/officeDocument/2006/relationships/oleObject" Target="../embeddings/oleObject215.bin"/><Relationship Id="rId14" Type="http://schemas.openxmlformats.org/officeDocument/2006/relationships/image" Target="../media/image222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8.wmf"/><Relationship Id="rId13" Type="http://schemas.openxmlformats.org/officeDocument/2006/relationships/oleObject" Target="../embeddings/oleObject226.bin"/><Relationship Id="rId3" Type="http://schemas.openxmlformats.org/officeDocument/2006/relationships/oleObject" Target="../embeddings/oleObject221.bin"/><Relationship Id="rId7" Type="http://schemas.openxmlformats.org/officeDocument/2006/relationships/oleObject" Target="../embeddings/oleObject223.bin"/><Relationship Id="rId12" Type="http://schemas.openxmlformats.org/officeDocument/2006/relationships/image" Target="../media/image230.wmf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232.wmf"/><Relationship Id="rId1" Type="http://schemas.openxmlformats.org/officeDocument/2006/relationships/vmlDrawing" Target="../drawings/vmlDrawing24.vml"/><Relationship Id="rId6" Type="http://schemas.openxmlformats.org/officeDocument/2006/relationships/image" Target="../media/image227.wmf"/><Relationship Id="rId11" Type="http://schemas.openxmlformats.org/officeDocument/2006/relationships/oleObject" Target="../embeddings/oleObject225.bin"/><Relationship Id="rId5" Type="http://schemas.openxmlformats.org/officeDocument/2006/relationships/oleObject" Target="../embeddings/oleObject222.bin"/><Relationship Id="rId15" Type="http://schemas.openxmlformats.org/officeDocument/2006/relationships/oleObject" Target="../embeddings/oleObject227.bin"/><Relationship Id="rId10" Type="http://schemas.openxmlformats.org/officeDocument/2006/relationships/image" Target="../media/image229.wmf"/><Relationship Id="rId4" Type="http://schemas.openxmlformats.org/officeDocument/2006/relationships/image" Target="../media/image226.wmf"/><Relationship Id="rId9" Type="http://schemas.openxmlformats.org/officeDocument/2006/relationships/oleObject" Target="../embeddings/oleObject224.bin"/><Relationship Id="rId14" Type="http://schemas.openxmlformats.org/officeDocument/2006/relationships/image" Target="../media/image231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5.wmf"/><Relationship Id="rId13" Type="http://schemas.openxmlformats.org/officeDocument/2006/relationships/oleObject" Target="../embeddings/oleObject233.bin"/><Relationship Id="rId18" Type="http://schemas.openxmlformats.org/officeDocument/2006/relationships/image" Target="../media/image133.wmf"/><Relationship Id="rId26" Type="http://schemas.openxmlformats.org/officeDocument/2006/relationships/image" Target="../media/image243.wmf"/><Relationship Id="rId3" Type="http://schemas.openxmlformats.org/officeDocument/2006/relationships/oleObject" Target="../embeddings/oleObject228.bin"/><Relationship Id="rId21" Type="http://schemas.openxmlformats.org/officeDocument/2006/relationships/oleObject" Target="../embeddings/oleObject237.bin"/><Relationship Id="rId7" Type="http://schemas.openxmlformats.org/officeDocument/2006/relationships/oleObject" Target="../embeddings/oleObject230.bin"/><Relationship Id="rId12" Type="http://schemas.openxmlformats.org/officeDocument/2006/relationships/image" Target="../media/image237.emf"/><Relationship Id="rId17" Type="http://schemas.openxmlformats.org/officeDocument/2006/relationships/oleObject" Target="../embeddings/oleObject235.bin"/><Relationship Id="rId25" Type="http://schemas.openxmlformats.org/officeDocument/2006/relationships/oleObject" Target="../embeddings/oleObject23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39.emf"/><Relationship Id="rId20" Type="http://schemas.openxmlformats.org/officeDocument/2006/relationships/image" Target="../media/image240.wmf"/><Relationship Id="rId29" Type="http://schemas.openxmlformats.org/officeDocument/2006/relationships/oleObject" Target="../embeddings/oleObject241.bin"/><Relationship Id="rId1" Type="http://schemas.openxmlformats.org/officeDocument/2006/relationships/vmlDrawing" Target="../drawings/vmlDrawing25.vml"/><Relationship Id="rId6" Type="http://schemas.openxmlformats.org/officeDocument/2006/relationships/image" Target="../media/image234.wmf"/><Relationship Id="rId11" Type="http://schemas.openxmlformats.org/officeDocument/2006/relationships/oleObject" Target="../embeddings/oleObject232.bin"/><Relationship Id="rId24" Type="http://schemas.openxmlformats.org/officeDocument/2006/relationships/image" Target="../media/image242.wmf"/><Relationship Id="rId32" Type="http://schemas.openxmlformats.org/officeDocument/2006/relationships/image" Target="../media/image246.emf"/><Relationship Id="rId5" Type="http://schemas.openxmlformats.org/officeDocument/2006/relationships/oleObject" Target="../embeddings/oleObject229.bin"/><Relationship Id="rId15" Type="http://schemas.openxmlformats.org/officeDocument/2006/relationships/oleObject" Target="../embeddings/oleObject234.bin"/><Relationship Id="rId23" Type="http://schemas.openxmlformats.org/officeDocument/2006/relationships/oleObject" Target="../embeddings/oleObject238.bin"/><Relationship Id="rId28" Type="http://schemas.openxmlformats.org/officeDocument/2006/relationships/image" Target="../media/image244.wmf"/><Relationship Id="rId10" Type="http://schemas.openxmlformats.org/officeDocument/2006/relationships/image" Target="../media/image236.wmf"/><Relationship Id="rId19" Type="http://schemas.openxmlformats.org/officeDocument/2006/relationships/oleObject" Target="../embeddings/oleObject236.bin"/><Relationship Id="rId31" Type="http://schemas.openxmlformats.org/officeDocument/2006/relationships/oleObject" Target="../embeddings/oleObject242.bin"/><Relationship Id="rId4" Type="http://schemas.openxmlformats.org/officeDocument/2006/relationships/image" Target="../media/image233.wmf"/><Relationship Id="rId9" Type="http://schemas.openxmlformats.org/officeDocument/2006/relationships/oleObject" Target="../embeddings/oleObject231.bin"/><Relationship Id="rId14" Type="http://schemas.openxmlformats.org/officeDocument/2006/relationships/image" Target="../media/image238.emf"/><Relationship Id="rId22" Type="http://schemas.openxmlformats.org/officeDocument/2006/relationships/image" Target="../media/image241.wmf"/><Relationship Id="rId27" Type="http://schemas.openxmlformats.org/officeDocument/2006/relationships/oleObject" Target="../embeddings/oleObject240.bin"/><Relationship Id="rId30" Type="http://schemas.openxmlformats.org/officeDocument/2006/relationships/image" Target="../media/image245.e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9.wmf"/><Relationship Id="rId13" Type="http://schemas.openxmlformats.org/officeDocument/2006/relationships/image" Target="../media/image251.wmf"/><Relationship Id="rId18" Type="http://schemas.openxmlformats.org/officeDocument/2006/relationships/oleObject" Target="../embeddings/oleObject249.bin"/><Relationship Id="rId3" Type="http://schemas.openxmlformats.org/officeDocument/2006/relationships/oleObject" Target="../embeddings/oleObject243.bin"/><Relationship Id="rId21" Type="http://schemas.openxmlformats.org/officeDocument/2006/relationships/image" Target="../media/image254.wmf"/><Relationship Id="rId7" Type="http://schemas.openxmlformats.org/officeDocument/2006/relationships/oleObject" Target="../embeddings/oleObject245.bin"/><Relationship Id="rId12" Type="http://schemas.openxmlformats.org/officeDocument/2006/relationships/oleObject" Target="../embeddings/oleObject247.bin"/><Relationship Id="rId17" Type="http://schemas.openxmlformats.org/officeDocument/2006/relationships/image" Target="../media/image258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57.png"/><Relationship Id="rId20" Type="http://schemas.openxmlformats.org/officeDocument/2006/relationships/oleObject" Target="../embeddings/oleObject250.bin"/><Relationship Id="rId1" Type="http://schemas.openxmlformats.org/officeDocument/2006/relationships/vmlDrawing" Target="../drawings/vmlDrawing26.vml"/><Relationship Id="rId6" Type="http://schemas.openxmlformats.org/officeDocument/2006/relationships/image" Target="../media/image248.wmf"/><Relationship Id="rId11" Type="http://schemas.openxmlformats.org/officeDocument/2006/relationships/image" Target="../media/image250.emf"/><Relationship Id="rId5" Type="http://schemas.openxmlformats.org/officeDocument/2006/relationships/oleObject" Target="../embeddings/oleObject244.bin"/><Relationship Id="rId15" Type="http://schemas.openxmlformats.org/officeDocument/2006/relationships/image" Target="../media/image252.wmf"/><Relationship Id="rId23" Type="http://schemas.openxmlformats.org/officeDocument/2006/relationships/image" Target="../media/image255.wmf"/><Relationship Id="rId10" Type="http://schemas.openxmlformats.org/officeDocument/2006/relationships/oleObject" Target="../embeddings/oleObject246.bin"/><Relationship Id="rId19" Type="http://schemas.openxmlformats.org/officeDocument/2006/relationships/image" Target="../media/image253.wmf"/><Relationship Id="rId4" Type="http://schemas.openxmlformats.org/officeDocument/2006/relationships/image" Target="../media/image247.wmf"/><Relationship Id="rId9" Type="http://schemas.openxmlformats.org/officeDocument/2006/relationships/image" Target="../media/image256.png"/><Relationship Id="rId14" Type="http://schemas.openxmlformats.org/officeDocument/2006/relationships/oleObject" Target="../embeddings/oleObject248.bin"/><Relationship Id="rId22" Type="http://schemas.openxmlformats.org/officeDocument/2006/relationships/oleObject" Target="../embeddings/oleObject251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1.png"/><Relationship Id="rId13" Type="http://schemas.openxmlformats.org/officeDocument/2006/relationships/oleObject" Target="../embeddings/oleObject257.bin"/><Relationship Id="rId18" Type="http://schemas.openxmlformats.org/officeDocument/2006/relationships/image" Target="../media/image266.emf"/><Relationship Id="rId3" Type="http://schemas.openxmlformats.org/officeDocument/2006/relationships/oleObject" Target="../embeddings/oleObject252.bin"/><Relationship Id="rId7" Type="http://schemas.openxmlformats.org/officeDocument/2006/relationships/oleObject" Target="../embeddings/oleObject254.bin"/><Relationship Id="rId12" Type="http://schemas.openxmlformats.org/officeDocument/2006/relationships/image" Target="../media/image263.png"/><Relationship Id="rId17" Type="http://schemas.openxmlformats.org/officeDocument/2006/relationships/oleObject" Target="../embeddings/oleObject25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65.wmf"/><Relationship Id="rId1" Type="http://schemas.openxmlformats.org/officeDocument/2006/relationships/vmlDrawing" Target="../drawings/vmlDrawing27.vml"/><Relationship Id="rId6" Type="http://schemas.openxmlformats.org/officeDocument/2006/relationships/image" Target="../media/image260.wmf"/><Relationship Id="rId11" Type="http://schemas.openxmlformats.org/officeDocument/2006/relationships/oleObject" Target="../embeddings/oleObject256.bin"/><Relationship Id="rId5" Type="http://schemas.openxmlformats.org/officeDocument/2006/relationships/oleObject" Target="../embeddings/oleObject253.bin"/><Relationship Id="rId15" Type="http://schemas.openxmlformats.org/officeDocument/2006/relationships/oleObject" Target="../embeddings/oleObject258.bin"/><Relationship Id="rId10" Type="http://schemas.openxmlformats.org/officeDocument/2006/relationships/image" Target="../media/image262.png"/><Relationship Id="rId4" Type="http://schemas.openxmlformats.org/officeDocument/2006/relationships/image" Target="../media/image259.wmf"/><Relationship Id="rId9" Type="http://schemas.openxmlformats.org/officeDocument/2006/relationships/oleObject" Target="../embeddings/oleObject255.bin"/><Relationship Id="rId14" Type="http://schemas.openxmlformats.org/officeDocument/2006/relationships/image" Target="../media/image26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65.bin"/><Relationship Id="rId18" Type="http://schemas.openxmlformats.org/officeDocument/2006/relationships/image" Target="../media/image275.wmf"/><Relationship Id="rId26" Type="http://schemas.openxmlformats.org/officeDocument/2006/relationships/image" Target="../media/image59.wmf"/><Relationship Id="rId39" Type="http://schemas.openxmlformats.org/officeDocument/2006/relationships/oleObject" Target="../embeddings/oleObject279.bin"/><Relationship Id="rId21" Type="http://schemas.openxmlformats.org/officeDocument/2006/relationships/oleObject" Target="../embeddings/oleObject269.bin"/><Relationship Id="rId34" Type="http://schemas.openxmlformats.org/officeDocument/2006/relationships/oleObject" Target="../embeddings/oleObject276.bin"/><Relationship Id="rId42" Type="http://schemas.openxmlformats.org/officeDocument/2006/relationships/image" Target="../media/image284.wmf"/><Relationship Id="rId47" Type="http://schemas.openxmlformats.org/officeDocument/2006/relationships/image" Target="../media/image286.wmf"/><Relationship Id="rId50" Type="http://schemas.openxmlformats.org/officeDocument/2006/relationships/image" Target="../media/image287.wmf"/><Relationship Id="rId55" Type="http://schemas.openxmlformats.org/officeDocument/2006/relationships/oleObject" Target="../embeddings/oleObject288.bin"/><Relationship Id="rId7" Type="http://schemas.openxmlformats.org/officeDocument/2006/relationships/oleObject" Target="../embeddings/oleObject26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74.emf"/><Relationship Id="rId29" Type="http://schemas.openxmlformats.org/officeDocument/2006/relationships/oleObject" Target="../embeddings/oleObject273.bin"/><Relationship Id="rId11" Type="http://schemas.openxmlformats.org/officeDocument/2006/relationships/oleObject" Target="../embeddings/oleObject264.bin"/><Relationship Id="rId24" Type="http://schemas.openxmlformats.org/officeDocument/2006/relationships/image" Target="../media/image278.wmf"/><Relationship Id="rId32" Type="http://schemas.openxmlformats.org/officeDocument/2006/relationships/image" Target="../media/image281.wmf"/><Relationship Id="rId37" Type="http://schemas.openxmlformats.org/officeDocument/2006/relationships/image" Target="../media/image282.wmf"/><Relationship Id="rId40" Type="http://schemas.openxmlformats.org/officeDocument/2006/relationships/image" Target="../media/image283.wmf"/><Relationship Id="rId45" Type="http://schemas.openxmlformats.org/officeDocument/2006/relationships/image" Target="../media/image285.wmf"/><Relationship Id="rId53" Type="http://schemas.openxmlformats.org/officeDocument/2006/relationships/oleObject" Target="../embeddings/oleObject287.bin"/><Relationship Id="rId58" Type="http://schemas.openxmlformats.org/officeDocument/2006/relationships/image" Target="../media/image291.wmf"/><Relationship Id="rId5" Type="http://schemas.openxmlformats.org/officeDocument/2006/relationships/oleObject" Target="../embeddings/oleObject261.bin"/><Relationship Id="rId19" Type="http://schemas.openxmlformats.org/officeDocument/2006/relationships/oleObject" Target="../embeddings/oleObject268.bin"/><Relationship Id="rId4" Type="http://schemas.openxmlformats.org/officeDocument/2006/relationships/image" Target="../media/image268.emf"/><Relationship Id="rId9" Type="http://schemas.openxmlformats.org/officeDocument/2006/relationships/oleObject" Target="../embeddings/oleObject263.bin"/><Relationship Id="rId14" Type="http://schemas.openxmlformats.org/officeDocument/2006/relationships/image" Target="../media/image273.emf"/><Relationship Id="rId22" Type="http://schemas.openxmlformats.org/officeDocument/2006/relationships/image" Target="../media/image277.wmf"/><Relationship Id="rId27" Type="http://schemas.openxmlformats.org/officeDocument/2006/relationships/oleObject" Target="../embeddings/oleObject272.bin"/><Relationship Id="rId30" Type="http://schemas.openxmlformats.org/officeDocument/2006/relationships/image" Target="../media/image280.wmf"/><Relationship Id="rId35" Type="http://schemas.openxmlformats.org/officeDocument/2006/relationships/image" Target="../media/image60.wmf"/><Relationship Id="rId43" Type="http://schemas.openxmlformats.org/officeDocument/2006/relationships/oleObject" Target="../embeddings/oleObject281.bin"/><Relationship Id="rId48" Type="http://schemas.openxmlformats.org/officeDocument/2006/relationships/oleObject" Target="../embeddings/oleObject284.bin"/><Relationship Id="rId56" Type="http://schemas.openxmlformats.org/officeDocument/2006/relationships/image" Target="../media/image290.wmf"/><Relationship Id="rId8" Type="http://schemas.openxmlformats.org/officeDocument/2006/relationships/image" Target="../media/image270.wmf"/><Relationship Id="rId51" Type="http://schemas.openxmlformats.org/officeDocument/2006/relationships/oleObject" Target="../embeddings/oleObject286.bin"/><Relationship Id="rId3" Type="http://schemas.openxmlformats.org/officeDocument/2006/relationships/oleObject" Target="../embeddings/oleObject260.bin"/><Relationship Id="rId12" Type="http://schemas.openxmlformats.org/officeDocument/2006/relationships/image" Target="../media/image272.emf"/><Relationship Id="rId17" Type="http://schemas.openxmlformats.org/officeDocument/2006/relationships/oleObject" Target="../embeddings/oleObject267.bin"/><Relationship Id="rId25" Type="http://schemas.openxmlformats.org/officeDocument/2006/relationships/oleObject" Target="../embeddings/oleObject271.bin"/><Relationship Id="rId33" Type="http://schemas.openxmlformats.org/officeDocument/2006/relationships/oleObject" Target="../embeddings/oleObject275.bin"/><Relationship Id="rId38" Type="http://schemas.openxmlformats.org/officeDocument/2006/relationships/oleObject" Target="../embeddings/oleObject278.bin"/><Relationship Id="rId46" Type="http://schemas.openxmlformats.org/officeDocument/2006/relationships/oleObject" Target="../embeddings/oleObject283.bin"/><Relationship Id="rId20" Type="http://schemas.openxmlformats.org/officeDocument/2006/relationships/image" Target="../media/image276.emf"/><Relationship Id="rId41" Type="http://schemas.openxmlformats.org/officeDocument/2006/relationships/oleObject" Target="../embeddings/oleObject280.bin"/><Relationship Id="rId54" Type="http://schemas.openxmlformats.org/officeDocument/2006/relationships/image" Target="../media/image289.wmf"/><Relationship Id="rId1" Type="http://schemas.openxmlformats.org/officeDocument/2006/relationships/vmlDrawing" Target="../drawings/vmlDrawing28.vml"/><Relationship Id="rId6" Type="http://schemas.openxmlformats.org/officeDocument/2006/relationships/image" Target="../media/image269.wmf"/><Relationship Id="rId15" Type="http://schemas.openxmlformats.org/officeDocument/2006/relationships/oleObject" Target="../embeddings/oleObject266.bin"/><Relationship Id="rId23" Type="http://schemas.openxmlformats.org/officeDocument/2006/relationships/oleObject" Target="../embeddings/oleObject270.bin"/><Relationship Id="rId28" Type="http://schemas.openxmlformats.org/officeDocument/2006/relationships/image" Target="../media/image279.wmf"/><Relationship Id="rId36" Type="http://schemas.openxmlformats.org/officeDocument/2006/relationships/oleObject" Target="../embeddings/oleObject277.bin"/><Relationship Id="rId49" Type="http://schemas.openxmlformats.org/officeDocument/2006/relationships/oleObject" Target="../embeddings/oleObject285.bin"/><Relationship Id="rId57" Type="http://schemas.openxmlformats.org/officeDocument/2006/relationships/oleObject" Target="../embeddings/oleObject289.bin"/><Relationship Id="rId10" Type="http://schemas.openxmlformats.org/officeDocument/2006/relationships/image" Target="../media/image271.wmf"/><Relationship Id="rId31" Type="http://schemas.openxmlformats.org/officeDocument/2006/relationships/oleObject" Target="../embeddings/oleObject274.bin"/><Relationship Id="rId44" Type="http://schemas.openxmlformats.org/officeDocument/2006/relationships/oleObject" Target="../embeddings/oleObject282.bin"/><Relationship Id="rId52" Type="http://schemas.openxmlformats.org/officeDocument/2006/relationships/image" Target="../media/image288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2.bin"/><Relationship Id="rId13" Type="http://schemas.openxmlformats.org/officeDocument/2006/relationships/image" Target="../media/image79.wmf"/><Relationship Id="rId18" Type="http://schemas.openxmlformats.org/officeDocument/2006/relationships/oleObject" Target="../embeddings/oleObject297.bin"/><Relationship Id="rId26" Type="http://schemas.openxmlformats.org/officeDocument/2006/relationships/oleObject" Target="../embeddings/oleObject301.bin"/><Relationship Id="rId3" Type="http://schemas.openxmlformats.org/officeDocument/2006/relationships/notesSlide" Target="../notesSlides/notesSlide4.xml"/><Relationship Id="rId21" Type="http://schemas.openxmlformats.org/officeDocument/2006/relationships/image" Target="../media/image294.emf"/><Relationship Id="rId7" Type="http://schemas.openxmlformats.org/officeDocument/2006/relationships/image" Target="../media/image76.wmf"/><Relationship Id="rId12" Type="http://schemas.openxmlformats.org/officeDocument/2006/relationships/oleObject" Target="../embeddings/oleObject294.bin"/><Relationship Id="rId17" Type="http://schemas.openxmlformats.org/officeDocument/2006/relationships/image" Target="../media/image81.wmf"/><Relationship Id="rId25" Type="http://schemas.openxmlformats.org/officeDocument/2006/relationships/image" Target="../media/image53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96.bin"/><Relationship Id="rId20" Type="http://schemas.openxmlformats.org/officeDocument/2006/relationships/oleObject" Target="../embeddings/oleObject298.bin"/><Relationship Id="rId29" Type="http://schemas.openxmlformats.org/officeDocument/2006/relationships/image" Target="../media/image297.emf"/><Relationship Id="rId1" Type="http://schemas.openxmlformats.org/officeDocument/2006/relationships/vmlDrawing" Target="../drawings/vmlDrawing29.vml"/><Relationship Id="rId6" Type="http://schemas.openxmlformats.org/officeDocument/2006/relationships/oleObject" Target="../embeddings/oleObject291.bin"/><Relationship Id="rId11" Type="http://schemas.openxmlformats.org/officeDocument/2006/relationships/image" Target="../media/image78.wmf"/><Relationship Id="rId24" Type="http://schemas.openxmlformats.org/officeDocument/2006/relationships/oleObject" Target="../embeddings/oleObject300.bin"/><Relationship Id="rId5" Type="http://schemas.openxmlformats.org/officeDocument/2006/relationships/image" Target="../media/image75.wmf"/><Relationship Id="rId15" Type="http://schemas.openxmlformats.org/officeDocument/2006/relationships/image" Target="../media/image292.emf"/><Relationship Id="rId23" Type="http://schemas.openxmlformats.org/officeDocument/2006/relationships/image" Target="../media/image295.emf"/><Relationship Id="rId28" Type="http://schemas.openxmlformats.org/officeDocument/2006/relationships/oleObject" Target="../embeddings/oleObject302.bin"/><Relationship Id="rId10" Type="http://schemas.openxmlformats.org/officeDocument/2006/relationships/oleObject" Target="../embeddings/oleObject293.bin"/><Relationship Id="rId19" Type="http://schemas.openxmlformats.org/officeDocument/2006/relationships/image" Target="../media/image293.emf"/><Relationship Id="rId31" Type="http://schemas.openxmlformats.org/officeDocument/2006/relationships/image" Target="../media/image298.emf"/><Relationship Id="rId4" Type="http://schemas.openxmlformats.org/officeDocument/2006/relationships/oleObject" Target="../embeddings/oleObject290.bin"/><Relationship Id="rId9" Type="http://schemas.openxmlformats.org/officeDocument/2006/relationships/image" Target="../media/image77.wmf"/><Relationship Id="rId14" Type="http://schemas.openxmlformats.org/officeDocument/2006/relationships/oleObject" Target="../embeddings/oleObject295.bin"/><Relationship Id="rId22" Type="http://schemas.openxmlformats.org/officeDocument/2006/relationships/oleObject" Target="../embeddings/oleObject299.bin"/><Relationship Id="rId27" Type="http://schemas.openxmlformats.org/officeDocument/2006/relationships/image" Target="../media/image296.emf"/><Relationship Id="rId30" Type="http://schemas.openxmlformats.org/officeDocument/2006/relationships/oleObject" Target="../embeddings/oleObject303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1.emf"/><Relationship Id="rId13" Type="http://schemas.openxmlformats.org/officeDocument/2006/relationships/image" Target="../media/image303.emf"/><Relationship Id="rId18" Type="http://schemas.openxmlformats.org/officeDocument/2006/relationships/oleObject" Target="../embeddings/oleObject311.bin"/><Relationship Id="rId3" Type="http://schemas.openxmlformats.org/officeDocument/2006/relationships/oleObject" Target="../embeddings/oleObject304.bin"/><Relationship Id="rId21" Type="http://schemas.openxmlformats.org/officeDocument/2006/relationships/image" Target="../media/image132.wmf"/><Relationship Id="rId7" Type="http://schemas.openxmlformats.org/officeDocument/2006/relationships/oleObject" Target="../embeddings/oleObject306.bin"/><Relationship Id="rId12" Type="http://schemas.openxmlformats.org/officeDocument/2006/relationships/oleObject" Target="../embeddings/oleObject308.bin"/><Relationship Id="rId17" Type="http://schemas.openxmlformats.org/officeDocument/2006/relationships/image" Target="../media/image305.emf"/><Relationship Id="rId25" Type="http://schemas.openxmlformats.org/officeDocument/2006/relationships/image" Target="../media/image307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10.bin"/><Relationship Id="rId20" Type="http://schemas.openxmlformats.org/officeDocument/2006/relationships/oleObject" Target="../embeddings/oleObject312.bin"/><Relationship Id="rId1" Type="http://schemas.openxmlformats.org/officeDocument/2006/relationships/vmlDrawing" Target="../drawings/vmlDrawing30.vml"/><Relationship Id="rId6" Type="http://schemas.openxmlformats.org/officeDocument/2006/relationships/image" Target="../media/image300.emf"/><Relationship Id="rId11" Type="http://schemas.openxmlformats.org/officeDocument/2006/relationships/image" Target="../media/image302.emf"/><Relationship Id="rId24" Type="http://schemas.openxmlformats.org/officeDocument/2006/relationships/oleObject" Target="../embeddings/oleObject314.bin"/><Relationship Id="rId5" Type="http://schemas.openxmlformats.org/officeDocument/2006/relationships/oleObject" Target="../embeddings/oleObject305.bin"/><Relationship Id="rId15" Type="http://schemas.openxmlformats.org/officeDocument/2006/relationships/image" Target="../media/image304.emf"/><Relationship Id="rId23" Type="http://schemas.openxmlformats.org/officeDocument/2006/relationships/image" Target="../media/image306.emf"/><Relationship Id="rId10" Type="http://schemas.openxmlformats.org/officeDocument/2006/relationships/oleObject" Target="../embeddings/oleObject307.bin"/><Relationship Id="rId19" Type="http://schemas.openxmlformats.org/officeDocument/2006/relationships/image" Target="../media/image131.wmf"/><Relationship Id="rId4" Type="http://schemas.openxmlformats.org/officeDocument/2006/relationships/image" Target="../media/image299.emf"/><Relationship Id="rId9" Type="http://schemas.openxmlformats.org/officeDocument/2006/relationships/image" Target="../media/image121.emf"/><Relationship Id="rId14" Type="http://schemas.openxmlformats.org/officeDocument/2006/relationships/oleObject" Target="../embeddings/oleObject309.bin"/><Relationship Id="rId22" Type="http://schemas.openxmlformats.org/officeDocument/2006/relationships/oleObject" Target="../embeddings/oleObject31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866" name="Object 2">
            <a:extLst>
              <a:ext uri="{FF2B5EF4-FFF2-40B4-BE49-F238E27FC236}">
                <a16:creationId xmlns:a16="http://schemas.microsoft.com/office/drawing/2014/main" id="{7BD0AFD9-EA76-4F0F-827C-7185440308E3}"/>
              </a:ext>
            </a:extLst>
          </p:cNvPr>
          <p:cNvGraphicFramePr>
            <a:graphicFrameLocks/>
          </p:cNvGraphicFramePr>
          <p:nvPr/>
        </p:nvGraphicFramePr>
        <p:xfrm>
          <a:off x="2232025" y="4941888"/>
          <a:ext cx="1355725" cy="836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4" name="Equation" r:id="rId3" imgW="1205977" imgH="774364" progId="Equation.DSMT4">
                  <p:embed/>
                </p:oleObj>
              </mc:Choice>
              <mc:Fallback>
                <p:oleObj name="Equation" r:id="rId3" imgW="1205977" imgH="774364" progId="Equation.DSMT4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2025" y="4941888"/>
                        <a:ext cx="1355725" cy="836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67" name="Text Box 3">
            <a:extLst>
              <a:ext uri="{FF2B5EF4-FFF2-40B4-BE49-F238E27FC236}">
                <a16:creationId xmlns:a16="http://schemas.microsoft.com/office/drawing/2014/main" id="{26F29522-A8E1-4C91-B028-074B998F77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975" y="503238"/>
            <a:ext cx="42830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六、磁介质</a:t>
            </a:r>
          </a:p>
        </p:txBody>
      </p:sp>
      <p:sp>
        <p:nvSpPr>
          <p:cNvPr id="36868" name="Text Box 4">
            <a:extLst>
              <a:ext uri="{FF2B5EF4-FFF2-40B4-BE49-F238E27FC236}">
                <a16:creationId xmlns:a16="http://schemas.microsoft.com/office/drawing/2014/main" id="{CD72D373-E538-4DCA-8BA6-69BA16C62C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0" y="5049838"/>
            <a:ext cx="22320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kumimoji="1" lang="en-US" altLang="zh-CN" sz="2800" b="1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36869" name="Text Box 5">
            <a:extLst>
              <a:ext uri="{FF2B5EF4-FFF2-40B4-BE49-F238E27FC236}">
                <a16:creationId xmlns:a16="http://schemas.microsoft.com/office/drawing/2014/main" id="{01BB4253-6D40-4C31-96E7-079B5FE45C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1181100"/>
            <a:ext cx="40544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1. 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磁介质的分类</a:t>
            </a:r>
          </a:p>
        </p:txBody>
      </p:sp>
      <p:graphicFrame>
        <p:nvGraphicFramePr>
          <p:cNvPr id="36870" name="Object 6">
            <a:extLst>
              <a:ext uri="{FF2B5EF4-FFF2-40B4-BE49-F238E27FC236}">
                <a16:creationId xmlns:a16="http://schemas.microsoft.com/office/drawing/2014/main" id="{AD2869CC-28F2-412C-9779-9C40721C7EA5}"/>
              </a:ext>
            </a:extLst>
          </p:cNvPr>
          <p:cNvGraphicFramePr>
            <a:graphicFrameLocks/>
          </p:cNvGraphicFramePr>
          <p:nvPr/>
        </p:nvGraphicFramePr>
        <p:xfrm>
          <a:off x="3625850" y="4002088"/>
          <a:ext cx="168910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5" name="Equation" r:id="rId5" imgW="1739900" imgH="495300" progId="Equation.DSMT4">
                  <p:embed/>
                </p:oleObj>
              </mc:Choice>
              <mc:Fallback>
                <p:oleObj name="Equation" r:id="rId5" imgW="1739900" imgH="495300" progId="Equation.DSMT4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5850" y="4002088"/>
                        <a:ext cx="1689100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1" name="Text Box 7">
            <a:extLst>
              <a:ext uri="{FF2B5EF4-FFF2-40B4-BE49-F238E27FC236}">
                <a16:creationId xmlns:a16="http://schemas.microsoft.com/office/drawing/2014/main" id="{6AAA2060-FF4E-4659-94DB-30F0F7E8C8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3325" y="5049838"/>
            <a:ext cx="36718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——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相对磁导率</a:t>
            </a:r>
          </a:p>
        </p:txBody>
      </p:sp>
      <p:graphicFrame>
        <p:nvGraphicFramePr>
          <p:cNvPr id="36872" name="Object 8">
            <a:extLst>
              <a:ext uri="{FF2B5EF4-FFF2-40B4-BE49-F238E27FC236}">
                <a16:creationId xmlns:a16="http://schemas.microsoft.com/office/drawing/2014/main" id="{BBF6072F-C44A-48A9-9ABC-0DB85E9F33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67400" y="2673350"/>
          <a:ext cx="1658938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6" name="Equation" r:id="rId7" imgW="1685827" imgH="380897" progId="Equation.DSMT4">
                  <p:embed/>
                </p:oleObj>
              </mc:Choice>
              <mc:Fallback>
                <p:oleObj name="Equation" r:id="rId7" imgW="1685827" imgH="380897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2673350"/>
                        <a:ext cx="1658938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3" name="Rectangle 9" descr="蓝色面巾纸">
            <a:extLst>
              <a:ext uri="{FF2B5EF4-FFF2-40B4-BE49-F238E27FC236}">
                <a16:creationId xmlns:a16="http://schemas.microsoft.com/office/drawing/2014/main" id="{EBCF3F67-0E90-4B39-8C6B-03388AF082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8400" y="3128963"/>
            <a:ext cx="1219200" cy="576262"/>
          </a:xfrm>
          <a:prstGeom prst="rect">
            <a:avLst/>
          </a:prstGeom>
          <a:blipFill dpi="0" rotWithShape="1">
            <a:blip r:embed="rId9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6874" name="Line 10">
            <a:extLst>
              <a:ext uri="{FF2B5EF4-FFF2-40B4-BE49-F238E27FC236}">
                <a16:creationId xmlns:a16="http://schemas.microsoft.com/office/drawing/2014/main" id="{87C97D7A-8C07-4A9B-86CD-B9B54626A64F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5575" y="3489325"/>
            <a:ext cx="608013" cy="1588"/>
          </a:xfrm>
          <a:prstGeom prst="line">
            <a:avLst/>
          </a:prstGeom>
          <a:noFill/>
          <a:ln w="28575">
            <a:solidFill>
              <a:srgbClr val="00006E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36875" name="Object 11">
            <a:extLst>
              <a:ext uri="{FF2B5EF4-FFF2-40B4-BE49-F238E27FC236}">
                <a16:creationId xmlns:a16="http://schemas.microsoft.com/office/drawing/2014/main" id="{8B2D8D53-9B2A-449F-9161-C91EB0C4D6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68763" y="3128963"/>
          <a:ext cx="452437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7" name="公式" r:id="rId10" imgW="342603" imgH="317225" progId="Equation.3">
                  <p:embed/>
                </p:oleObj>
              </mc:Choice>
              <mc:Fallback>
                <p:oleObj name="公式" r:id="rId10" imgW="342603" imgH="317225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8763" y="3128963"/>
                        <a:ext cx="452437" cy="34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6" name="Rectangle 12">
            <a:extLst>
              <a:ext uri="{FF2B5EF4-FFF2-40B4-BE49-F238E27FC236}">
                <a16:creationId xmlns:a16="http://schemas.microsoft.com/office/drawing/2014/main" id="{C011C0FE-0267-441F-BCC5-9A5DCB45BF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3575" y="1052513"/>
            <a:ext cx="3257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电介质的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极化</a:t>
            </a:r>
          </a:p>
        </p:txBody>
      </p:sp>
      <p:sp>
        <p:nvSpPr>
          <p:cNvPr id="36877" name="Rectangle 13">
            <a:extLst>
              <a:ext uri="{FF2B5EF4-FFF2-40B4-BE49-F238E27FC236}">
                <a16:creationId xmlns:a16="http://schemas.microsoft.com/office/drawing/2014/main" id="{4C1CAD9B-5A29-4154-A9A4-3871CC4A87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8113" y="1808163"/>
            <a:ext cx="1079500" cy="6477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pSp>
        <p:nvGrpSpPr>
          <p:cNvPr id="2" name="Group 14">
            <a:extLst>
              <a:ext uri="{FF2B5EF4-FFF2-40B4-BE49-F238E27FC236}">
                <a16:creationId xmlns:a16="http://schemas.microsoft.com/office/drawing/2014/main" id="{05121DB6-6D5B-4204-A1C8-B8216C0034A3}"/>
              </a:ext>
            </a:extLst>
          </p:cNvPr>
          <p:cNvGrpSpPr>
            <a:grpSpLocks/>
          </p:cNvGrpSpPr>
          <p:nvPr/>
        </p:nvGrpSpPr>
        <p:grpSpPr bwMode="auto">
          <a:xfrm>
            <a:off x="6488113" y="1797050"/>
            <a:ext cx="1079500" cy="593725"/>
            <a:chOff x="4508" y="165"/>
            <a:chExt cx="680" cy="374"/>
          </a:xfrm>
        </p:grpSpPr>
        <p:grpSp>
          <p:nvGrpSpPr>
            <p:cNvPr id="3117" name="Group 15">
              <a:extLst>
                <a:ext uri="{FF2B5EF4-FFF2-40B4-BE49-F238E27FC236}">
                  <a16:creationId xmlns:a16="http://schemas.microsoft.com/office/drawing/2014/main" id="{24ED3796-8824-4584-BD2E-F8F26880B2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92" y="170"/>
              <a:ext cx="96" cy="96"/>
              <a:chOff x="3744" y="2832"/>
              <a:chExt cx="192" cy="192"/>
            </a:xfrm>
          </p:grpSpPr>
          <p:sp>
            <p:nvSpPr>
              <p:cNvPr id="3135" name="Oval 16">
                <a:extLst>
                  <a:ext uri="{FF2B5EF4-FFF2-40B4-BE49-F238E27FC236}">
                    <a16:creationId xmlns:a16="http://schemas.microsoft.com/office/drawing/2014/main" id="{6B7E02ED-0915-45CE-8077-4A4545496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4" y="2832"/>
                <a:ext cx="192" cy="192"/>
              </a:xfrm>
              <a:prstGeom prst="ellipse">
                <a:avLst/>
              </a:prstGeom>
              <a:solidFill>
                <a:srgbClr val="FF0066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3136" name="Line 17">
                <a:extLst>
                  <a:ext uri="{FF2B5EF4-FFF2-40B4-BE49-F238E27FC236}">
                    <a16:creationId xmlns:a16="http://schemas.microsoft.com/office/drawing/2014/main" id="{39333ACF-CBD5-40F0-9F13-46EC1813F7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4" y="2928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37" name="Line 18">
                <a:extLst>
                  <a:ext uri="{FF2B5EF4-FFF2-40B4-BE49-F238E27FC236}">
                    <a16:creationId xmlns:a16="http://schemas.microsoft.com/office/drawing/2014/main" id="{D4118140-4AAD-4CCB-90A4-F5AAC95C64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832"/>
                <a:ext cx="0" cy="1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118" name="Group 19">
              <a:extLst>
                <a:ext uri="{FF2B5EF4-FFF2-40B4-BE49-F238E27FC236}">
                  <a16:creationId xmlns:a16="http://schemas.microsoft.com/office/drawing/2014/main" id="{EABDF6BD-BB8C-47AA-8428-B31DE8251A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92" y="307"/>
              <a:ext cx="96" cy="96"/>
              <a:chOff x="3744" y="2832"/>
              <a:chExt cx="192" cy="192"/>
            </a:xfrm>
          </p:grpSpPr>
          <p:sp>
            <p:nvSpPr>
              <p:cNvPr id="3132" name="Oval 20">
                <a:extLst>
                  <a:ext uri="{FF2B5EF4-FFF2-40B4-BE49-F238E27FC236}">
                    <a16:creationId xmlns:a16="http://schemas.microsoft.com/office/drawing/2014/main" id="{E5EBFC82-2576-44E3-B3E0-1953DA90BD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4" y="2832"/>
                <a:ext cx="192" cy="192"/>
              </a:xfrm>
              <a:prstGeom prst="ellipse">
                <a:avLst/>
              </a:prstGeom>
              <a:solidFill>
                <a:srgbClr val="FF0066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3133" name="Line 21">
                <a:extLst>
                  <a:ext uri="{FF2B5EF4-FFF2-40B4-BE49-F238E27FC236}">
                    <a16:creationId xmlns:a16="http://schemas.microsoft.com/office/drawing/2014/main" id="{7DFF2C3D-DE18-495C-8C20-4EBA727E78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4" y="2928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34" name="Line 22">
                <a:extLst>
                  <a:ext uri="{FF2B5EF4-FFF2-40B4-BE49-F238E27FC236}">
                    <a16:creationId xmlns:a16="http://schemas.microsoft.com/office/drawing/2014/main" id="{B59FBA91-0992-4BBD-8937-675CB58D01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832"/>
                <a:ext cx="0" cy="1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119" name="Group 23">
              <a:extLst>
                <a:ext uri="{FF2B5EF4-FFF2-40B4-BE49-F238E27FC236}">
                  <a16:creationId xmlns:a16="http://schemas.microsoft.com/office/drawing/2014/main" id="{D7452E3D-7253-4948-8C6D-E4970FF7B3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92" y="443"/>
              <a:ext cx="96" cy="96"/>
              <a:chOff x="3744" y="2832"/>
              <a:chExt cx="192" cy="192"/>
            </a:xfrm>
          </p:grpSpPr>
          <p:sp>
            <p:nvSpPr>
              <p:cNvPr id="3129" name="Oval 24">
                <a:extLst>
                  <a:ext uri="{FF2B5EF4-FFF2-40B4-BE49-F238E27FC236}">
                    <a16:creationId xmlns:a16="http://schemas.microsoft.com/office/drawing/2014/main" id="{D0526589-C035-4779-80D9-FCD3B49FB2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4" y="2832"/>
                <a:ext cx="192" cy="192"/>
              </a:xfrm>
              <a:prstGeom prst="ellipse">
                <a:avLst/>
              </a:prstGeom>
              <a:solidFill>
                <a:srgbClr val="FF0066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3130" name="Line 25">
                <a:extLst>
                  <a:ext uri="{FF2B5EF4-FFF2-40B4-BE49-F238E27FC236}">
                    <a16:creationId xmlns:a16="http://schemas.microsoft.com/office/drawing/2014/main" id="{B4A13868-412B-439E-92AE-0CD1F649BC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4" y="2928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31" name="Line 26">
                <a:extLst>
                  <a:ext uri="{FF2B5EF4-FFF2-40B4-BE49-F238E27FC236}">
                    <a16:creationId xmlns:a16="http://schemas.microsoft.com/office/drawing/2014/main" id="{F4829F5B-8690-41E9-A933-B20176CA7F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832"/>
                <a:ext cx="0" cy="1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120" name="Group 27">
              <a:extLst>
                <a:ext uri="{FF2B5EF4-FFF2-40B4-BE49-F238E27FC236}">
                  <a16:creationId xmlns:a16="http://schemas.microsoft.com/office/drawing/2014/main" id="{23E9904F-84D8-403D-AC03-1D13044A4D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08" y="437"/>
              <a:ext cx="96" cy="96"/>
              <a:chOff x="2976" y="3072"/>
              <a:chExt cx="192" cy="192"/>
            </a:xfrm>
          </p:grpSpPr>
          <p:sp>
            <p:nvSpPr>
              <p:cNvPr id="3127" name="Oval 28">
                <a:extLst>
                  <a:ext uri="{FF2B5EF4-FFF2-40B4-BE49-F238E27FC236}">
                    <a16:creationId xmlns:a16="http://schemas.microsoft.com/office/drawing/2014/main" id="{5A5BF5D1-6449-40C5-B8FC-74FDA42CAE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3072"/>
                <a:ext cx="192" cy="192"/>
              </a:xfrm>
              <a:prstGeom prst="ellipse">
                <a:avLst/>
              </a:prstGeom>
              <a:solidFill>
                <a:srgbClr val="3399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3128" name="Line 29">
                <a:extLst>
                  <a:ext uri="{FF2B5EF4-FFF2-40B4-BE49-F238E27FC236}">
                    <a16:creationId xmlns:a16="http://schemas.microsoft.com/office/drawing/2014/main" id="{8B08E775-485E-4001-853B-8070B157D2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6" y="3168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121" name="Group 30">
              <a:extLst>
                <a:ext uri="{FF2B5EF4-FFF2-40B4-BE49-F238E27FC236}">
                  <a16:creationId xmlns:a16="http://schemas.microsoft.com/office/drawing/2014/main" id="{E6243DA8-2AB6-4FF0-A8BB-06BA377F20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08" y="306"/>
              <a:ext cx="96" cy="96"/>
              <a:chOff x="2976" y="3072"/>
              <a:chExt cx="192" cy="192"/>
            </a:xfrm>
          </p:grpSpPr>
          <p:sp>
            <p:nvSpPr>
              <p:cNvPr id="3125" name="Oval 31">
                <a:extLst>
                  <a:ext uri="{FF2B5EF4-FFF2-40B4-BE49-F238E27FC236}">
                    <a16:creationId xmlns:a16="http://schemas.microsoft.com/office/drawing/2014/main" id="{50476D35-2AFA-4A9B-9245-5F99AB26BE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3072"/>
                <a:ext cx="192" cy="192"/>
              </a:xfrm>
              <a:prstGeom prst="ellipse">
                <a:avLst/>
              </a:prstGeom>
              <a:solidFill>
                <a:srgbClr val="3399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3126" name="Line 32">
                <a:extLst>
                  <a:ext uri="{FF2B5EF4-FFF2-40B4-BE49-F238E27FC236}">
                    <a16:creationId xmlns:a16="http://schemas.microsoft.com/office/drawing/2014/main" id="{00FF4884-24CA-41B5-ABB7-80B0912A09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6" y="3168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122" name="Group 33">
              <a:extLst>
                <a:ext uri="{FF2B5EF4-FFF2-40B4-BE49-F238E27FC236}">
                  <a16:creationId xmlns:a16="http://schemas.microsoft.com/office/drawing/2014/main" id="{61EC4652-5290-4C54-8DDF-347D7E4A25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08" y="165"/>
              <a:ext cx="96" cy="96"/>
              <a:chOff x="2976" y="3072"/>
              <a:chExt cx="192" cy="192"/>
            </a:xfrm>
          </p:grpSpPr>
          <p:sp>
            <p:nvSpPr>
              <p:cNvPr id="3123" name="Oval 34">
                <a:extLst>
                  <a:ext uri="{FF2B5EF4-FFF2-40B4-BE49-F238E27FC236}">
                    <a16:creationId xmlns:a16="http://schemas.microsoft.com/office/drawing/2014/main" id="{20663283-A88B-4F81-82B9-BD901C7FF7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3072"/>
                <a:ext cx="192" cy="192"/>
              </a:xfrm>
              <a:prstGeom prst="ellipse">
                <a:avLst/>
              </a:prstGeom>
              <a:solidFill>
                <a:srgbClr val="3399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3124" name="Line 35">
                <a:extLst>
                  <a:ext uri="{FF2B5EF4-FFF2-40B4-BE49-F238E27FC236}">
                    <a16:creationId xmlns:a16="http://schemas.microsoft.com/office/drawing/2014/main" id="{EAFCBA76-E6AD-46BF-854E-E4794127F6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6" y="3168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36900" name="Line 36">
            <a:extLst>
              <a:ext uri="{FF2B5EF4-FFF2-40B4-BE49-F238E27FC236}">
                <a16:creationId xmlns:a16="http://schemas.microsoft.com/office/drawing/2014/main" id="{71A75F76-DF02-4FB9-90E8-86F7A44CF48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04013" y="2168525"/>
            <a:ext cx="647700" cy="0"/>
          </a:xfrm>
          <a:prstGeom prst="line">
            <a:avLst/>
          </a:prstGeom>
          <a:noFill/>
          <a:ln w="28575">
            <a:solidFill>
              <a:srgbClr val="003366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6901" name="Object 37">
            <a:extLst>
              <a:ext uri="{FF2B5EF4-FFF2-40B4-BE49-F238E27FC236}">
                <a16:creationId xmlns:a16="http://schemas.microsoft.com/office/drawing/2014/main" id="{9BD861DF-7302-4C99-8BF7-838A422698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89750" y="1778000"/>
          <a:ext cx="403225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8" name="Equation" r:id="rId12" imgW="406048" imgH="393359" progId="Equation.DSMT4">
                  <p:embed/>
                </p:oleObj>
              </mc:Choice>
              <mc:Fallback>
                <p:oleObj name="Equation" r:id="rId12" imgW="406048" imgH="393359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9750" y="1778000"/>
                        <a:ext cx="403225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38">
            <a:extLst>
              <a:ext uri="{FF2B5EF4-FFF2-40B4-BE49-F238E27FC236}">
                <a16:creationId xmlns:a16="http://schemas.microsoft.com/office/drawing/2014/main" id="{39BAA9DE-CF86-48C7-A26A-2DA456752582}"/>
              </a:ext>
            </a:extLst>
          </p:cNvPr>
          <p:cNvGrpSpPr>
            <a:grpSpLocks/>
          </p:cNvGrpSpPr>
          <p:nvPr/>
        </p:nvGrpSpPr>
        <p:grpSpPr bwMode="auto">
          <a:xfrm>
            <a:off x="6048375" y="1736725"/>
            <a:ext cx="2312988" cy="792163"/>
            <a:chOff x="4281" y="119"/>
            <a:chExt cx="1457" cy="499"/>
          </a:xfrm>
        </p:grpSpPr>
        <p:sp>
          <p:nvSpPr>
            <p:cNvPr id="3114" name="Line 39">
              <a:extLst>
                <a:ext uri="{FF2B5EF4-FFF2-40B4-BE49-F238E27FC236}">
                  <a16:creationId xmlns:a16="http://schemas.microsoft.com/office/drawing/2014/main" id="{47DB2E25-8E16-4A01-A31E-F1DEA8A2B6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1" y="119"/>
              <a:ext cx="1352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115" name="Line 40">
              <a:extLst>
                <a:ext uri="{FF2B5EF4-FFF2-40B4-BE49-F238E27FC236}">
                  <a16:creationId xmlns:a16="http://schemas.microsoft.com/office/drawing/2014/main" id="{57232D51-8979-4BE5-BDB6-31ADB4DE6D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1" y="618"/>
              <a:ext cx="1352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3116" name="Object 41">
              <a:extLst>
                <a:ext uri="{FF2B5EF4-FFF2-40B4-BE49-F238E27FC236}">
                  <a16:creationId xmlns:a16="http://schemas.microsoft.com/office/drawing/2014/main" id="{EF7EFA38-7C5C-4024-94E6-8A1D8F34656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74" y="157"/>
            <a:ext cx="264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9" name="Equation" r:id="rId14" imgW="418918" imgH="495085" progId="Equation.DSMT4">
                    <p:embed/>
                  </p:oleObj>
                </mc:Choice>
                <mc:Fallback>
                  <p:oleObj name="Equation" r:id="rId14" imgW="418918" imgH="495085" progId="Equation.DSMT4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74" y="157"/>
                          <a:ext cx="264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Group 42">
            <a:extLst>
              <a:ext uri="{FF2B5EF4-FFF2-40B4-BE49-F238E27FC236}">
                <a16:creationId xmlns:a16="http://schemas.microsoft.com/office/drawing/2014/main" id="{18A581C9-8D48-40DA-A127-17E4B095A44F}"/>
              </a:ext>
            </a:extLst>
          </p:cNvPr>
          <p:cNvGrpSpPr>
            <a:grpSpLocks/>
          </p:cNvGrpSpPr>
          <p:nvPr/>
        </p:nvGrpSpPr>
        <p:grpSpPr bwMode="auto">
          <a:xfrm>
            <a:off x="3487738" y="3017838"/>
            <a:ext cx="1912937" cy="831850"/>
            <a:chOff x="518" y="1092"/>
            <a:chExt cx="1205" cy="524"/>
          </a:xfrm>
        </p:grpSpPr>
        <p:sp>
          <p:nvSpPr>
            <p:cNvPr id="3111" name="Line 43">
              <a:extLst>
                <a:ext uri="{FF2B5EF4-FFF2-40B4-BE49-F238E27FC236}">
                  <a16:creationId xmlns:a16="http://schemas.microsoft.com/office/drawing/2014/main" id="{B47CEA23-8205-47F3-80B0-100601B8B1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" y="1092"/>
              <a:ext cx="1088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112" name="Line 44">
              <a:extLst>
                <a:ext uri="{FF2B5EF4-FFF2-40B4-BE49-F238E27FC236}">
                  <a16:creationId xmlns:a16="http://schemas.microsoft.com/office/drawing/2014/main" id="{BEE627D9-0B9D-481E-9CBF-7C48312238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" y="1616"/>
              <a:ext cx="1132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3113" name="Object 45">
              <a:extLst>
                <a:ext uri="{FF2B5EF4-FFF2-40B4-BE49-F238E27FC236}">
                  <a16:creationId xmlns:a16="http://schemas.microsoft.com/office/drawing/2014/main" id="{2D0A4B30-BE20-4FC3-BF61-2851AFF1361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67" y="1108"/>
            <a:ext cx="256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0" name="Equation" r:id="rId16" imgW="406048" imgH="494870" progId="Equation.DSMT4">
                    <p:embed/>
                  </p:oleObj>
                </mc:Choice>
                <mc:Fallback>
                  <p:oleObj name="Equation" r:id="rId16" imgW="406048" imgH="494870" progId="Equation.DSMT4">
                    <p:embed/>
                    <p:pic>
                      <p:nvPicPr>
                        <p:cNvPr id="0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67" y="1108"/>
                          <a:ext cx="256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6910" name="Rectangle 46" descr="信纸">
            <a:extLst>
              <a:ext uri="{FF2B5EF4-FFF2-40B4-BE49-F238E27FC236}">
                <a16:creationId xmlns:a16="http://schemas.microsoft.com/office/drawing/2014/main" id="{2A0ACC1E-4E7B-43CA-A342-DE036D4B2E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9850" y="3152775"/>
            <a:ext cx="1219200" cy="576263"/>
          </a:xfrm>
          <a:prstGeom prst="rect">
            <a:avLst/>
          </a:prstGeom>
          <a:blipFill dpi="0" rotWithShape="1">
            <a:blip r:embed="rId18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6911" name="Line 47">
            <a:extLst>
              <a:ext uri="{FF2B5EF4-FFF2-40B4-BE49-F238E27FC236}">
                <a16:creationId xmlns:a16="http://schemas.microsoft.com/office/drawing/2014/main" id="{0A291DF5-CF75-4BCF-8290-5A8548A5F6EC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3511550"/>
            <a:ext cx="608013" cy="1588"/>
          </a:xfrm>
          <a:prstGeom prst="line">
            <a:avLst/>
          </a:prstGeom>
          <a:noFill/>
          <a:ln w="28575">
            <a:solidFill>
              <a:srgbClr val="00006E"/>
            </a:solidFill>
            <a:round/>
            <a:headEnd type="triangle" w="med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36912" name="Object 48">
            <a:extLst>
              <a:ext uri="{FF2B5EF4-FFF2-40B4-BE49-F238E27FC236}">
                <a16:creationId xmlns:a16="http://schemas.microsoft.com/office/drawing/2014/main" id="{0912745F-5E72-40F7-8A0A-112296C286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4675" y="3154363"/>
          <a:ext cx="452438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1" name="公式" r:id="rId19" imgW="342603" imgH="317225" progId="Equation.3">
                  <p:embed/>
                </p:oleObj>
              </mc:Choice>
              <mc:Fallback>
                <p:oleObj name="公式" r:id="rId19" imgW="342603" imgH="317225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4675" y="3154363"/>
                        <a:ext cx="452438" cy="34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Group 49">
            <a:extLst>
              <a:ext uri="{FF2B5EF4-FFF2-40B4-BE49-F238E27FC236}">
                <a16:creationId xmlns:a16="http://schemas.microsoft.com/office/drawing/2014/main" id="{839DB24C-18B3-4729-98FD-0604C72EE9C1}"/>
              </a:ext>
            </a:extLst>
          </p:cNvPr>
          <p:cNvGrpSpPr>
            <a:grpSpLocks/>
          </p:cNvGrpSpPr>
          <p:nvPr/>
        </p:nvGrpSpPr>
        <p:grpSpPr bwMode="auto">
          <a:xfrm>
            <a:off x="1123950" y="3009900"/>
            <a:ext cx="1912938" cy="831850"/>
            <a:chOff x="2018" y="1105"/>
            <a:chExt cx="1205" cy="524"/>
          </a:xfrm>
        </p:grpSpPr>
        <p:sp>
          <p:nvSpPr>
            <p:cNvPr id="3108" name="Line 50">
              <a:extLst>
                <a:ext uri="{FF2B5EF4-FFF2-40B4-BE49-F238E27FC236}">
                  <a16:creationId xmlns:a16="http://schemas.microsoft.com/office/drawing/2014/main" id="{3A2210DD-3DB3-4CEC-983D-D2CED207E9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8" y="1105"/>
              <a:ext cx="1088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109" name="Line 51">
              <a:extLst>
                <a:ext uri="{FF2B5EF4-FFF2-40B4-BE49-F238E27FC236}">
                  <a16:creationId xmlns:a16="http://schemas.microsoft.com/office/drawing/2014/main" id="{7D9766D0-D12A-4D08-8B56-D2EF4BA15F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8" y="1629"/>
              <a:ext cx="1132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3110" name="Object 52">
              <a:extLst>
                <a:ext uri="{FF2B5EF4-FFF2-40B4-BE49-F238E27FC236}">
                  <a16:creationId xmlns:a16="http://schemas.microsoft.com/office/drawing/2014/main" id="{5558046D-1B36-4A26-85CD-552E312BC0B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67" y="1121"/>
            <a:ext cx="256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2" name="Equation" r:id="rId20" imgW="406048" imgH="494870" progId="Equation.DSMT4">
                    <p:embed/>
                  </p:oleObj>
                </mc:Choice>
                <mc:Fallback>
                  <p:oleObj name="Equation" r:id="rId20" imgW="406048" imgH="494870" progId="Equation.DSMT4">
                    <p:embed/>
                    <p:pic>
                      <p:nvPicPr>
                        <p:cNvPr id="0" name="Object 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67" y="1121"/>
                          <a:ext cx="256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6917" name="Object 53">
            <a:extLst>
              <a:ext uri="{FF2B5EF4-FFF2-40B4-BE49-F238E27FC236}">
                <a16:creationId xmlns:a16="http://schemas.microsoft.com/office/drawing/2014/main" id="{5ECEE8EB-14FB-4489-91DF-EB00AAFA3ED3}"/>
              </a:ext>
            </a:extLst>
          </p:cNvPr>
          <p:cNvGraphicFramePr>
            <a:graphicFrameLocks/>
          </p:cNvGraphicFramePr>
          <p:nvPr/>
        </p:nvGraphicFramePr>
        <p:xfrm>
          <a:off x="1296988" y="3992563"/>
          <a:ext cx="1687512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3" name="Equation" r:id="rId22" imgW="1739900" imgH="495300" progId="Equation.DSMT4">
                  <p:embed/>
                </p:oleObj>
              </mc:Choice>
              <mc:Fallback>
                <p:oleObj name="Equation" r:id="rId22" imgW="1739900" imgH="495300" progId="Equation.DSMT4">
                  <p:embed/>
                  <p:pic>
                    <p:nvPicPr>
                      <p:cNvPr id="0" name="Object 53"/>
                      <p:cNvPicPr>
                        <a:picLocks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6988" y="3992563"/>
                        <a:ext cx="1687512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918" name="Rectangle 54">
            <a:extLst>
              <a:ext uri="{FF2B5EF4-FFF2-40B4-BE49-F238E27FC236}">
                <a16:creationId xmlns:a16="http://schemas.microsoft.com/office/drawing/2014/main" id="{1F4C3E44-B5FF-4198-87EE-D50F4DE42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563" y="1884363"/>
            <a:ext cx="46561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（</a:t>
            </a:r>
            <a:r>
              <a:rPr lang="en-US" altLang="zh-CN" sz="2800" b="1">
                <a:latin typeface="Times New Roman" panose="02020603050405020304" pitchFamily="18" charset="0"/>
              </a:rPr>
              <a:t>1</a:t>
            </a:r>
            <a:r>
              <a:rPr lang="zh-CN" altLang="en-US" sz="2800" b="1">
                <a:latin typeface="Times New Roman" panose="02020603050405020304" pitchFamily="18" charset="0"/>
              </a:rPr>
              <a:t>）磁介质的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磁化现象</a:t>
            </a:r>
          </a:p>
        </p:txBody>
      </p:sp>
      <p:graphicFrame>
        <p:nvGraphicFramePr>
          <p:cNvPr id="36919" name="Object 55">
            <a:extLst>
              <a:ext uri="{FF2B5EF4-FFF2-40B4-BE49-F238E27FC236}">
                <a16:creationId xmlns:a16="http://schemas.microsoft.com/office/drawing/2014/main" id="{43B5E474-541D-4FD2-8A34-D36CD6837A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45413" y="2709863"/>
          <a:ext cx="863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4" name="Equation" r:id="rId24" imgW="1054100" imgH="431800" progId="Equation.DSMT4">
                  <p:embed/>
                </p:oleObj>
              </mc:Choice>
              <mc:Fallback>
                <p:oleObj name="Equation" r:id="rId24" imgW="1054100" imgH="431800" progId="Equation.DSMT4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5413" y="2709863"/>
                        <a:ext cx="8636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920" name="Object 56">
            <a:extLst>
              <a:ext uri="{FF2B5EF4-FFF2-40B4-BE49-F238E27FC236}">
                <a16:creationId xmlns:a16="http://schemas.microsoft.com/office/drawing/2014/main" id="{DA6AB172-9862-4727-AAC9-7A632165AA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49413" y="4560888"/>
          <a:ext cx="1066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5" name="Equation" r:id="rId26" imgW="1066800" imgH="431800" progId="Equation.DSMT4">
                  <p:embed/>
                </p:oleObj>
              </mc:Choice>
              <mc:Fallback>
                <p:oleObj name="Equation" r:id="rId26" imgW="1066800" imgH="431800" progId="Equation.DSMT4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9413" y="4560888"/>
                        <a:ext cx="10668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921" name="Object 57">
            <a:extLst>
              <a:ext uri="{FF2B5EF4-FFF2-40B4-BE49-F238E27FC236}">
                <a16:creationId xmlns:a16="http://schemas.microsoft.com/office/drawing/2014/main" id="{75F210E2-9430-4BB7-88B8-88C5DB12BF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73500" y="4576763"/>
          <a:ext cx="1028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6" name="Equation" r:id="rId28" imgW="1028254" imgH="431613" progId="Equation.DSMT4">
                  <p:embed/>
                </p:oleObj>
              </mc:Choice>
              <mc:Fallback>
                <p:oleObj name="Equation" r:id="rId28" imgW="1028254" imgH="431613" progId="Equation.DSMT4">
                  <p:embed/>
                  <p:pic>
                    <p:nvPicPr>
                      <p:cNvPr id="0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3500" y="4576763"/>
                        <a:ext cx="10287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922" name="Text Box 58">
            <a:extLst>
              <a:ext uri="{FF2B5EF4-FFF2-40B4-BE49-F238E27FC236}">
                <a16:creationId xmlns:a16="http://schemas.microsoft.com/office/drawing/2014/main" id="{57F84151-68D9-4370-9DFD-24E510E88C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2475" y="3213100"/>
            <a:ext cx="31321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相对介电常数</a:t>
            </a:r>
          </a:p>
        </p:txBody>
      </p:sp>
      <p:graphicFrame>
        <p:nvGraphicFramePr>
          <p:cNvPr id="36923" name="Object 59">
            <a:extLst>
              <a:ext uri="{FF2B5EF4-FFF2-40B4-BE49-F238E27FC236}">
                <a16:creationId xmlns:a16="http://schemas.microsoft.com/office/drawing/2014/main" id="{E737AB5B-201E-4DAB-A598-B44BF0F179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04025" y="3716338"/>
          <a:ext cx="960438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7" name="Equation" r:id="rId30" imgW="1180588" imgH="761669" progId="Equation.DSMT4">
                  <p:embed/>
                </p:oleObj>
              </mc:Choice>
              <mc:Fallback>
                <p:oleObj name="Equation" r:id="rId30" imgW="1180588" imgH="761669" progId="Equation.DSMT4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4025" y="3716338"/>
                        <a:ext cx="960438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924" name="Line 60">
            <a:extLst>
              <a:ext uri="{FF2B5EF4-FFF2-40B4-BE49-F238E27FC236}">
                <a16:creationId xmlns:a16="http://schemas.microsoft.com/office/drawing/2014/main" id="{012E0A6C-33F8-44F7-9E34-E7A0F1945B95}"/>
              </a:ext>
            </a:extLst>
          </p:cNvPr>
          <p:cNvSpPr>
            <a:spLocks noChangeShapeType="1"/>
          </p:cNvSpPr>
          <p:nvPr/>
        </p:nvSpPr>
        <p:spPr bwMode="auto">
          <a:xfrm>
            <a:off x="5724525" y="1125538"/>
            <a:ext cx="0" cy="3527425"/>
          </a:xfrm>
          <a:prstGeom prst="line">
            <a:avLst/>
          </a:prstGeom>
          <a:noFill/>
          <a:ln w="28575">
            <a:solidFill>
              <a:srgbClr val="004B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25" name="Line 61">
            <a:extLst>
              <a:ext uri="{FF2B5EF4-FFF2-40B4-BE49-F238E27FC236}">
                <a16:creationId xmlns:a16="http://schemas.microsoft.com/office/drawing/2014/main" id="{F58931A7-AB3C-4C9C-A8A6-AD7596C48840}"/>
              </a:ext>
            </a:extLst>
          </p:cNvPr>
          <p:cNvSpPr>
            <a:spLocks noChangeShapeType="1"/>
          </p:cNvSpPr>
          <p:nvPr/>
        </p:nvSpPr>
        <p:spPr bwMode="auto">
          <a:xfrm>
            <a:off x="5688013" y="4616450"/>
            <a:ext cx="3492500" cy="0"/>
          </a:xfrm>
          <a:prstGeom prst="line">
            <a:avLst/>
          </a:prstGeom>
          <a:noFill/>
          <a:ln w="28575">
            <a:solidFill>
              <a:srgbClr val="004B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6927" name="Picture 63" descr="翻书">
            <a:extLst>
              <a:ext uri="{FF2B5EF4-FFF2-40B4-BE49-F238E27FC236}">
                <a16:creationId xmlns:a16="http://schemas.microsoft.com/office/drawing/2014/main" id="{9EB9E29C-DD0E-47D5-9E75-36F1B151FB5B}"/>
              </a:ext>
            </a:extLst>
          </p:cNvPr>
          <p:cNvPicPr>
            <a:picLocks noGrp="1" noChangeAspect="1" noChangeArrowheads="1" noCrop="1"/>
          </p:cNvPicPr>
          <p:nvPr>
            <p:ph/>
          </p:nvPr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524750" y="360363"/>
            <a:ext cx="827088" cy="620712"/>
          </a:xfrm>
          <a:noFill/>
        </p:spPr>
      </p:pic>
      <p:sp>
        <p:nvSpPr>
          <p:cNvPr id="3105" name="灯片编号占位符 2">
            <a:extLst>
              <a:ext uri="{FF2B5EF4-FFF2-40B4-BE49-F238E27FC236}">
                <a16:creationId xmlns:a16="http://schemas.microsoft.com/office/drawing/2014/main" id="{0B8F806F-6A0F-4BA6-A0F2-DA9710FBF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FA6BFAC-4D5A-46F2-8E62-CBB8E3332E45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zh-CN" sz="1400"/>
          </a:p>
        </p:txBody>
      </p:sp>
      <p:sp>
        <p:nvSpPr>
          <p:cNvPr id="64" name="Text Box 5">
            <a:extLst>
              <a:ext uri="{FF2B5EF4-FFF2-40B4-BE49-F238E27FC236}">
                <a16:creationId xmlns:a16="http://schemas.microsoft.com/office/drawing/2014/main" id="{EA893EA8-8104-4391-9999-5E0D0128B6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6363" y="2424113"/>
            <a:ext cx="12922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抗磁质</a:t>
            </a:r>
          </a:p>
        </p:txBody>
      </p:sp>
      <p:sp>
        <p:nvSpPr>
          <p:cNvPr id="65" name="Text Box 5">
            <a:extLst>
              <a:ext uri="{FF2B5EF4-FFF2-40B4-BE49-F238E27FC236}">
                <a16:creationId xmlns:a16="http://schemas.microsoft.com/office/drawing/2014/main" id="{6AFADE90-9D96-423B-A774-F281DB1880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7763" y="2416175"/>
            <a:ext cx="12922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顺磁质</a:t>
            </a: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75"/>
                                        <p:tgtEl>
                                          <p:spTgt spid="36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75"/>
                                        <p:tgtEl>
                                          <p:spTgt spid="36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69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69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9" dur="1000"/>
                                        <p:tgtEl>
                                          <p:spTgt spid="36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75"/>
                                        <p:tgtEl>
                                          <p:spTgt spid="36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36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36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6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69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69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75"/>
                                        <p:tgtEl>
                                          <p:spTgt spid="36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36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6" dur="500"/>
                                        <p:tgtEl>
                                          <p:spTgt spid="36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0" dur="500"/>
                                        <p:tgtEl>
                                          <p:spTgt spid="36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36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369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369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96" dur="75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5" dur="500"/>
                                        <p:tgtEl>
                                          <p:spTgt spid="3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36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2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4" dur="500"/>
                                        <p:tgtEl>
                                          <p:spTgt spid="36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9" dur="500"/>
                                        <p:tgtEl>
                                          <p:spTgt spid="36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369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369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30" dur="75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35" dur="500"/>
                                        <p:tgtEl>
                                          <p:spTgt spid="36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7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369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369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3" dur="500"/>
                                        <p:tgtEl>
                                          <p:spTgt spid="36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36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75" fill="hold"/>
                                        <p:tgtEl>
                                          <p:spTgt spid="368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75" fill="hold"/>
                                        <p:tgtEl>
                                          <p:spTgt spid="368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 nodeType="afterGroup">
                            <p:stCondLst>
                              <p:cond delay="225"/>
                            </p:stCondLst>
                            <p:childTnLst>
                              <p:par>
                                <p:cTn id="15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7" dur="500"/>
                                        <p:tgtEl>
                                          <p:spTgt spid="36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75" fill="hold"/>
                                        <p:tgtEl>
                                          <p:spTgt spid="368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75" fill="hold"/>
                                        <p:tgtEl>
                                          <p:spTgt spid="368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autoUpdateAnimBg="0"/>
      <p:bldP spid="36868" grpId="0" autoUpdateAnimBg="0"/>
      <p:bldP spid="36869" grpId="0" autoUpdateAnimBg="0"/>
      <p:bldP spid="36871" grpId="0" autoUpdateAnimBg="0"/>
      <p:bldP spid="36873" grpId="0" animBg="1"/>
      <p:bldP spid="36876" grpId="0" autoUpdateAnimBg="0"/>
      <p:bldP spid="36877" grpId="0" animBg="1"/>
      <p:bldP spid="36910" grpId="0" animBg="1"/>
      <p:bldP spid="36918" grpId="0" autoUpdateAnimBg="0"/>
      <p:bldP spid="36922" grpId="0"/>
      <p:bldP spid="64" grpId="0" autoUpdateAnimBg="0"/>
      <p:bldP spid="65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06" name="AutoShape 18">
            <a:extLst>
              <a:ext uri="{FF2B5EF4-FFF2-40B4-BE49-F238E27FC236}">
                <a16:creationId xmlns:a16="http://schemas.microsoft.com/office/drawing/2014/main" id="{17F880ED-B3B8-40F0-A03A-9F8AE10034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0375" y="5497513"/>
            <a:ext cx="4503738" cy="571500"/>
          </a:xfrm>
          <a:prstGeom prst="wedgeEllipseCallout">
            <a:avLst>
              <a:gd name="adj1" fmla="val 55431"/>
              <a:gd name="adj2" fmla="val -81667"/>
            </a:avLst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/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BE55CF03-E5A0-42CF-B1FB-54086BFBF9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7175" y="2133600"/>
            <a:ext cx="30765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solidFill>
                  <a:srgbClr val="FF000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→</a:t>
            </a:r>
            <a:r>
              <a:rPr kumimoji="1" lang="zh-CN" altLang="en-US" sz="2800" b="1">
                <a:latin typeface="楷体_GB2312" pitchFamily="49" charset="-122"/>
                <a:ea typeface="黑体" panose="02010609060101010101" pitchFamily="49" charset="-122"/>
              </a:rPr>
              <a:t>顺磁质</a:t>
            </a:r>
          </a:p>
        </p:txBody>
      </p:sp>
      <p:graphicFrame>
        <p:nvGraphicFramePr>
          <p:cNvPr id="37891" name="Object 3">
            <a:extLst>
              <a:ext uri="{FF2B5EF4-FFF2-40B4-BE49-F238E27FC236}">
                <a16:creationId xmlns:a16="http://schemas.microsoft.com/office/drawing/2014/main" id="{AF6797A9-8CF2-4AA2-8113-CC0D5C41D1FE}"/>
              </a:ext>
            </a:extLst>
          </p:cNvPr>
          <p:cNvGraphicFramePr>
            <a:graphicFrameLocks/>
          </p:cNvGraphicFramePr>
          <p:nvPr/>
        </p:nvGraphicFramePr>
        <p:xfrm>
          <a:off x="1751013" y="2190750"/>
          <a:ext cx="979487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5" name="公式" r:id="rId4" imgW="850531" imgH="418918" progId="Equation.3">
                  <p:embed/>
                </p:oleObj>
              </mc:Choice>
              <mc:Fallback>
                <p:oleObj name="公式" r:id="rId4" imgW="850531" imgH="418918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1013" y="2190750"/>
                        <a:ext cx="979487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2" name="Text Box 4">
            <a:extLst>
              <a:ext uri="{FF2B5EF4-FFF2-40B4-BE49-F238E27FC236}">
                <a16:creationId xmlns:a16="http://schemas.microsoft.com/office/drawing/2014/main" id="{D0FEA722-D771-42E4-A588-04A26E8A41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0888" y="2663825"/>
            <a:ext cx="60991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如：氧、铝、钨、铂、铬等</a:t>
            </a:r>
          </a:p>
        </p:txBody>
      </p:sp>
      <p:sp>
        <p:nvSpPr>
          <p:cNvPr id="37893" name="Text Box 5">
            <a:extLst>
              <a:ext uri="{FF2B5EF4-FFF2-40B4-BE49-F238E27FC236}">
                <a16:creationId xmlns:a16="http://schemas.microsoft.com/office/drawing/2014/main" id="{93FF9BC2-4A20-43E2-A423-CED28F04E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1363" y="3827463"/>
            <a:ext cx="60991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如：氮、水、铜、银、金、铋等</a:t>
            </a:r>
          </a:p>
        </p:txBody>
      </p:sp>
      <p:sp>
        <p:nvSpPr>
          <p:cNvPr id="37894" name="Text Box 6">
            <a:extLst>
              <a:ext uri="{FF2B5EF4-FFF2-40B4-BE49-F238E27FC236}">
                <a16:creationId xmlns:a16="http://schemas.microsoft.com/office/drawing/2014/main" id="{699C74C5-E846-42F1-9054-33754AC048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4926013"/>
            <a:ext cx="50149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如：铁、钴、镍等</a:t>
            </a:r>
          </a:p>
        </p:txBody>
      </p:sp>
      <p:sp>
        <p:nvSpPr>
          <p:cNvPr id="37895" name="Text Box 7">
            <a:extLst>
              <a:ext uri="{FF2B5EF4-FFF2-40B4-BE49-F238E27FC236}">
                <a16:creationId xmlns:a16="http://schemas.microsoft.com/office/drawing/2014/main" id="{CB88B1B7-8C56-4C3B-AFB3-4573FE9E8B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038" y="1541463"/>
            <a:ext cx="84629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</a:t>
            </a:r>
            <a:r>
              <a:rPr kumimoji="1" lang="en-US" altLang="zh-CN" sz="28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r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不同的磁介质在磁场中所表现出的特性不同：</a:t>
            </a:r>
          </a:p>
        </p:txBody>
      </p:sp>
      <p:sp>
        <p:nvSpPr>
          <p:cNvPr id="37896" name="Rectangle 8">
            <a:extLst>
              <a:ext uri="{FF2B5EF4-FFF2-40B4-BE49-F238E27FC236}">
                <a16:creationId xmlns:a16="http://schemas.microsoft.com/office/drawing/2014/main" id="{E05D8A42-71A7-452E-9A12-9D8A693190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7175" y="3270250"/>
            <a:ext cx="39100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solidFill>
                  <a:srgbClr val="FF000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→</a:t>
            </a:r>
            <a:r>
              <a:rPr kumimoji="1" lang="zh-CN" altLang="en-US" sz="2800" b="1">
                <a:latin typeface="楷体_GB2312" pitchFamily="49" charset="-122"/>
                <a:ea typeface="黑体" panose="02010609060101010101" pitchFamily="49" charset="-122"/>
              </a:rPr>
              <a:t>抗磁质</a:t>
            </a:r>
          </a:p>
        </p:txBody>
      </p:sp>
      <p:graphicFrame>
        <p:nvGraphicFramePr>
          <p:cNvPr id="37897" name="Object 9">
            <a:extLst>
              <a:ext uri="{FF2B5EF4-FFF2-40B4-BE49-F238E27FC236}">
                <a16:creationId xmlns:a16="http://schemas.microsoft.com/office/drawing/2014/main" id="{208A0887-2831-406D-BA9F-693DC737B245}"/>
              </a:ext>
            </a:extLst>
          </p:cNvPr>
          <p:cNvGraphicFramePr>
            <a:graphicFrameLocks/>
          </p:cNvGraphicFramePr>
          <p:nvPr/>
        </p:nvGraphicFramePr>
        <p:xfrm>
          <a:off x="1751013" y="3319463"/>
          <a:ext cx="10033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6" name="Equation" r:id="rId6" imgW="926698" imgH="444307" progId="Equation.3">
                  <p:embed/>
                </p:oleObj>
              </mc:Choice>
              <mc:Fallback>
                <p:oleObj name="Equation" r:id="rId6" imgW="926698" imgH="444307" progId="Equation.3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1013" y="3319463"/>
                        <a:ext cx="10033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8" name="Rectangle 10">
            <a:extLst>
              <a:ext uri="{FF2B5EF4-FFF2-40B4-BE49-F238E27FC236}">
                <a16:creationId xmlns:a16="http://schemas.microsoft.com/office/drawing/2014/main" id="{A9E9BE27-28C3-40BB-BE50-544A636D5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7175" y="4422775"/>
            <a:ext cx="337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solidFill>
                  <a:srgbClr val="FF000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→</a:t>
            </a:r>
            <a:r>
              <a:rPr kumimoji="1" lang="zh-CN" altLang="en-US" sz="2800" b="1">
                <a:latin typeface="宋体" panose="02010600030101010101" pitchFamily="2" charset="-122"/>
                <a:ea typeface="黑体" panose="02010609060101010101" pitchFamily="49" charset="-122"/>
              </a:rPr>
              <a:t>铁磁质</a:t>
            </a:r>
          </a:p>
        </p:txBody>
      </p:sp>
      <p:graphicFrame>
        <p:nvGraphicFramePr>
          <p:cNvPr id="37899" name="Object 11">
            <a:extLst>
              <a:ext uri="{FF2B5EF4-FFF2-40B4-BE49-F238E27FC236}">
                <a16:creationId xmlns:a16="http://schemas.microsoft.com/office/drawing/2014/main" id="{BEF9F683-674C-41B0-807F-70BCF38537F0}"/>
              </a:ext>
            </a:extLst>
          </p:cNvPr>
          <p:cNvGraphicFramePr>
            <a:graphicFrameLocks/>
          </p:cNvGraphicFramePr>
          <p:nvPr/>
        </p:nvGraphicFramePr>
        <p:xfrm>
          <a:off x="1751013" y="4484688"/>
          <a:ext cx="99060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7" name="Equation" r:id="rId8" imgW="1104900" imgH="444500" progId="Equation.3">
                  <p:embed/>
                </p:oleObj>
              </mc:Choice>
              <mc:Fallback>
                <p:oleObj name="Equation" r:id="rId8" imgW="1104900" imgH="444500" progId="Equation.3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1013" y="4484688"/>
                        <a:ext cx="990600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00" name="Text Box 12">
            <a:extLst>
              <a:ext uri="{FF2B5EF4-FFF2-40B4-BE49-F238E27FC236}">
                <a16:creationId xmlns:a16="http://schemas.microsoft.com/office/drawing/2014/main" id="{A52CEF34-3F35-441A-84AB-7BFDBB2118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5407025"/>
            <a:ext cx="6697663" cy="115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600" b="1">
                <a:solidFill>
                  <a:srgbClr val="FF0066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注：</a:t>
            </a:r>
            <a:r>
              <a:rPr kumimoji="1" lang="zh-CN" altLang="en-US" sz="2800" b="1">
                <a:latin typeface="Times New Roman" panose="02020603050405020304" pitchFamily="18" charset="0"/>
              </a:rPr>
              <a:t>顺、抗磁质是弱磁性材料</a:t>
            </a:r>
          </a:p>
          <a:p>
            <a:pPr eaLnBrk="1" hangingPunct="1"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           铁磁质是强磁性材料</a:t>
            </a:r>
          </a:p>
        </p:txBody>
      </p:sp>
      <p:grpSp>
        <p:nvGrpSpPr>
          <p:cNvPr id="2" name="Group 14">
            <a:extLst>
              <a:ext uri="{FF2B5EF4-FFF2-40B4-BE49-F238E27FC236}">
                <a16:creationId xmlns:a16="http://schemas.microsoft.com/office/drawing/2014/main" id="{6F3B7630-1957-4309-8F0A-400C5D719B10}"/>
              </a:ext>
            </a:extLst>
          </p:cNvPr>
          <p:cNvGrpSpPr>
            <a:grpSpLocks/>
          </p:cNvGrpSpPr>
          <p:nvPr/>
        </p:nvGrpSpPr>
        <p:grpSpPr bwMode="auto">
          <a:xfrm>
            <a:off x="2663825" y="369888"/>
            <a:ext cx="2608263" cy="981075"/>
            <a:chOff x="511" y="0"/>
            <a:chExt cx="1643" cy="618"/>
          </a:xfrm>
        </p:grpSpPr>
        <p:graphicFrame>
          <p:nvGraphicFramePr>
            <p:cNvPr id="4130" name="Object 15">
              <a:extLst>
                <a:ext uri="{FF2B5EF4-FFF2-40B4-BE49-F238E27FC236}">
                  <a16:creationId xmlns:a16="http://schemas.microsoft.com/office/drawing/2014/main" id="{6861F4EB-453F-4D6B-8BD5-D2B3FECE532E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210" y="110"/>
            <a:ext cx="799" cy="4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68" name="Equation" r:id="rId10" imgW="1205977" imgH="774364" progId="Equation.DSMT4">
                    <p:embed/>
                  </p:oleObj>
                </mc:Choice>
                <mc:Fallback>
                  <p:oleObj name="Equation" r:id="rId10" imgW="1205977" imgH="774364" progId="Equation.DSMT4">
                    <p:embed/>
                    <p:pic>
                      <p:nvPicPr>
                        <p:cNvPr id="0" name="Object 1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10" y="110"/>
                          <a:ext cx="799" cy="4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31" name="Rectangle 16">
              <a:extLst>
                <a:ext uri="{FF2B5EF4-FFF2-40B4-BE49-F238E27FC236}">
                  <a16:creationId xmlns:a16="http://schemas.microsoft.com/office/drawing/2014/main" id="{9A0CE5EC-A30E-4791-9ED4-4520424EB9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0" y="46"/>
              <a:ext cx="1134" cy="572"/>
            </a:xfrm>
            <a:prstGeom prst="rect">
              <a:avLst/>
            </a:prstGeom>
            <a:noFill/>
            <a:ln w="28575">
              <a:solidFill>
                <a:srgbClr val="FF00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pic>
          <p:nvPicPr>
            <p:cNvPr id="4132" name="Picture 17" descr="dove">
              <a:extLst>
                <a:ext uri="{FF2B5EF4-FFF2-40B4-BE49-F238E27FC236}">
                  <a16:creationId xmlns:a16="http://schemas.microsoft.com/office/drawing/2014/main" id="{E5513DA7-F5A2-4CFB-9D9C-9FFF93A832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1" y="0"/>
              <a:ext cx="555" cy="5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7907" name="Rectangle 19">
            <a:extLst>
              <a:ext uri="{FF2B5EF4-FFF2-40B4-BE49-F238E27FC236}">
                <a16:creationId xmlns:a16="http://schemas.microsoft.com/office/drawing/2014/main" id="{CCE4AE4F-4DE7-4446-ACD3-E7E6C0C70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4613" y="5003800"/>
            <a:ext cx="22240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磁介质</a:t>
            </a:r>
          </a:p>
        </p:txBody>
      </p:sp>
      <p:sp>
        <p:nvSpPr>
          <p:cNvPr id="4112" name="Text Box 75">
            <a:extLst>
              <a:ext uri="{FF2B5EF4-FFF2-40B4-BE49-F238E27FC236}">
                <a16:creationId xmlns:a16="http://schemas.microsoft.com/office/drawing/2014/main" id="{D20C7A56-C901-450B-8229-3FB1A1CC55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3000" y="6429375"/>
            <a:ext cx="3000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4113" name="灯片编号占位符 2">
            <a:extLst>
              <a:ext uri="{FF2B5EF4-FFF2-40B4-BE49-F238E27FC236}">
                <a16:creationId xmlns:a16="http://schemas.microsoft.com/office/drawing/2014/main" id="{75783C78-5F6E-49C0-9611-FC0B2EFA4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F0DF66F-5434-4CB9-8EEF-92A95183F486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zh-CN" sz="140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D1FD4B47-72DA-4ADC-8A90-3BA51B6F8646}"/>
              </a:ext>
            </a:extLst>
          </p:cNvPr>
          <p:cNvGrpSpPr>
            <a:grpSpLocks/>
          </p:cNvGrpSpPr>
          <p:nvPr/>
        </p:nvGrpSpPr>
        <p:grpSpPr bwMode="auto">
          <a:xfrm>
            <a:off x="7231063" y="2185988"/>
            <a:ext cx="1912937" cy="831850"/>
            <a:chOff x="8152360" y="2143126"/>
            <a:chExt cx="1912937" cy="831850"/>
          </a:xfrm>
        </p:grpSpPr>
        <p:sp>
          <p:nvSpPr>
            <p:cNvPr id="4123" name="Rectangle 9" descr="蓝色面巾纸">
              <a:extLst>
                <a:ext uri="{FF2B5EF4-FFF2-40B4-BE49-F238E27FC236}">
                  <a16:creationId xmlns:a16="http://schemas.microsoft.com/office/drawing/2014/main" id="{4E06769D-843E-4873-8DBF-A193E35399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73022" y="2254251"/>
              <a:ext cx="1219200" cy="576262"/>
            </a:xfrm>
            <a:prstGeom prst="rect">
              <a:avLst/>
            </a:prstGeom>
            <a:blipFill dpi="0" rotWithShape="1">
              <a:blip r:embed="rId13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4124" name="Line 10">
              <a:extLst>
                <a:ext uri="{FF2B5EF4-FFF2-40B4-BE49-F238E27FC236}">
                  <a16:creationId xmlns:a16="http://schemas.microsoft.com/office/drawing/2014/main" id="{49AB4E0B-DA17-4CB3-85FC-C7EB4E7ABC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30197" y="2614613"/>
              <a:ext cx="608013" cy="1588"/>
            </a:xfrm>
            <a:prstGeom prst="line">
              <a:avLst/>
            </a:prstGeom>
            <a:noFill/>
            <a:ln w="28575">
              <a:solidFill>
                <a:srgbClr val="00006E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4125" name="Object 11">
              <a:extLst>
                <a:ext uri="{FF2B5EF4-FFF2-40B4-BE49-F238E27FC236}">
                  <a16:creationId xmlns:a16="http://schemas.microsoft.com/office/drawing/2014/main" id="{58A9120D-D25A-4D04-9172-21582990074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733385" y="2254251"/>
            <a:ext cx="452437" cy="341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69" name="公式" r:id="rId14" imgW="342603" imgH="317225" progId="Equation.3">
                    <p:embed/>
                  </p:oleObj>
                </mc:Choice>
                <mc:Fallback>
                  <p:oleObj name="公式" r:id="rId14" imgW="342603" imgH="317225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733385" y="2254251"/>
                          <a:ext cx="452437" cy="341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126" name="Group 42">
              <a:extLst>
                <a:ext uri="{FF2B5EF4-FFF2-40B4-BE49-F238E27FC236}">
                  <a16:creationId xmlns:a16="http://schemas.microsoft.com/office/drawing/2014/main" id="{6A599C69-AFA2-4DA3-BA01-206CC8B5EB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52360" y="2143126"/>
              <a:ext cx="1912937" cy="831850"/>
              <a:chOff x="518" y="1092"/>
              <a:chExt cx="1205" cy="524"/>
            </a:xfrm>
          </p:grpSpPr>
          <p:sp>
            <p:nvSpPr>
              <p:cNvPr id="4127" name="Line 43">
                <a:extLst>
                  <a:ext uri="{FF2B5EF4-FFF2-40B4-BE49-F238E27FC236}">
                    <a16:creationId xmlns:a16="http://schemas.microsoft.com/office/drawing/2014/main" id="{2B371ABE-2C87-451F-B549-8D0DEC9391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8" y="1092"/>
                <a:ext cx="1088" cy="0"/>
              </a:xfrm>
              <a:prstGeom prst="line">
                <a:avLst/>
              </a:prstGeom>
              <a:noFill/>
              <a:ln w="28575">
                <a:solidFill>
                  <a:srgbClr val="0033CC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128" name="Line 44">
                <a:extLst>
                  <a:ext uri="{FF2B5EF4-FFF2-40B4-BE49-F238E27FC236}">
                    <a16:creationId xmlns:a16="http://schemas.microsoft.com/office/drawing/2014/main" id="{036CFD71-FA5B-4679-8B39-F8D9892F1F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8" y="1616"/>
                <a:ext cx="1132" cy="0"/>
              </a:xfrm>
              <a:prstGeom prst="line">
                <a:avLst/>
              </a:prstGeom>
              <a:noFill/>
              <a:ln w="28575">
                <a:solidFill>
                  <a:srgbClr val="0033CC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graphicFrame>
            <p:nvGraphicFramePr>
              <p:cNvPr id="4129" name="Object 45">
                <a:extLst>
                  <a:ext uri="{FF2B5EF4-FFF2-40B4-BE49-F238E27FC236}">
                    <a16:creationId xmlns:a16="http://schemas.microsoft.com/office/drawing/2014/main" id="{D99879C8-298A-4962-9097-229DAEC3E6D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467" y="1108"/>
              <a:ext cx="256" cy="3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170" name="Equation" r:id="rId16" imgW="406048" imgH="494870" progId="Equation.DSMT4">
                      <p:embed/>
                    </p:oleObj>
                  </mc:Choice>
                  <mc:Fallback>
                    <p:oleObj name="Equation" r:id="rId16" imgW="406048" imgH="494870" progId="Equation.DSMT4">
                      <p:embed/>
                      <p:pic>
                        <p:nvPicPr>
                          <p:cNvPr id="0" name="Object 4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67" y="1108"/>
                            <a:ext cx="256" cy="3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073C2053-E206-47F7-AEB9-B296AC025EA6}"/>
              </a:ext>
            </a:extLst>
          </p:cNvPr>
          <p:cNvGrpSpPr>
            <a:grpSpLocks/>
          </p:cNvGrpSpPr>
          <p:nvPr/>
        </p:nvGrpSpPr>
        <p:grpSpPr bwMode="auto">
          <a:xfrm>
            <a:off x="7231063" y="3482975"/>
            <a:ext cx="1912937" cy="831850"/>
            <a:chOff x="-1259700" y="3017623"/>
            <a:chExt cx="1912938" cy="831850"/>
          </a:xfrm>
        </p:grpSpPr>
        <p:sp>
          <p:nvSpPr>
            <p:cNvPr id="4116" name="Rectangle 46" descr="信纸">
              <a:extLst>
                <a:ext uri="{FF2B5EF4-FFF2-40B4-BE49-F238E27FC236}">
                  <a16:creationId xmlns:a16="http://schemas.microsoft.com/office/drawing/2014/main" id="{756FC3A5-7712-4539-9DAB-1667364CE6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043800" y="3160498"/>
              <a:ext cx="1219200" cy="576263"/>
            </a:xfrm>
            <a:prstGeom prst="rect">
              <a:avLst/>
            </a:prstGeom>
            <a:blipFill dpi="0" rotWithShape="1">
              <a:blip r:embed="rId18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4117" name="Line 47">
              <a:extLst>
                <a:ext uri="{FF2B5EF4-FFF2-40B4-BE49-F238E27FC236}">
                  <a16:creationId xmlns:a16="http://schemas.microsoft.com/office/drawing/2014/main" id="{D1D9810A-A0B6-483B-9350-F383C963A3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707250" y="3519273"/>
              <a:ext cx="608013" cy="1588"/>
            </a:xfrm>
            <a:prstGeom prst="line">
              <a:avLst/>
            </a:prstGeom>
            <a:noFill/>
            <a:ln w="28575">
              <a:solidFill>
                <a:srgbClr val="00006E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4118" name="Object 48">
              <a:extLst>
                <a:ext uri="{FF2B5EF4-FFF2-40B4-BE49-F238E27FC236}">
                  <a16:creationId xmlns:a16="http://schemas.microsoft.com/office/drawing/2014/main" id="{00E34A20-0A69-4F83-8A81-E562A35365B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-538975" y="3162086"/>
            <a:ext cx="452438" cy="341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71" name="公式" r:id="rId19" imgW="342603" imgH="317225" progId="Equation.3">
                    <p:embed/>
                  </p:oleObj>
                </mc:Choice>
                <mc:Fallback>
                  <p:oleObj name="公式" r:id="rId19" imgW="342603" imgH="317225" progId="Equation.3">
                    <p:embed/>
                    <p:pic>
                      <p:nvPicPr>
                        <p:cNvPr id="0" name="Object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538975" y="3162086"/>
                          <a:ext cx="452438" cy="341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119" name="Group 49">
              <a:extLst>
                <a:ext uri="{FF2B5EF4-FFF2-40B4-BE49-F238E27FC236}">
                  <a16:creationId xmlns:a16="http://schemas.microsoft.com/office/drawing/2014/main" id="{E3060F0B-E043-4274-9A7F-9B1717FBC5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1259700" y="3017623"/>
              <a:ext cx="1912938" cy="831850"/>
              <a:chOff x="2018" y="1105"/>
              <a:chExt cx="1205" cy="524"/>
            </a:xfrm>
          </p:grpSpPr>
          <p:sp>
            <p:nvSpPr>
              <p:cNvPr id="4120" name="Line 50">
                <a:extLst>
                  <a:ext uri="{FF2B5EF4-FFF2-40B4-BE49-F238E27FC236}">
                    <a16:creationId xmlns:a16="http://schemas.microsoft.com/office/drawing/2014/main" id="{5512B2AB-6740-4545-8EB2-8E804CE06D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8" y="1105"/>
                <a:ext cx="1088" cy="0"/>
              </a:xfrm>
              <a:prstGeom prst="line">
                <a:avLst/>
              </a:prstGeom>
              <a:noFill/>
              <a:ln w="28575">
                <a:solidFill>
                  <a:srgbClr val="0033CC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121" name="Line 51">
                <a:extLst>
                  <a:ext uri="{FF2B5EF4-FFF2-40B4-BE49-F238E27FC236}">
                    <a16:creationId xmlns:a16="http://schemas.microsoft.com/office/drawing/2014/main" id="{F04C80C1-383B-44D1-94C2-EB608CF386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8" y="1629"/>
                <a:ext cx="1132" cy="0"/>
              </a:xfrm>
              <a:prstGeom prst="line">
                <a:avLst/>
              </a:prstGeom>
              <a:noFill/>
              <a:ln w="28575">
                <a:solidFill>
                  <a:srgbClr val="0033CC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graphicFrame>
            <p:nvGraphicFramePr>
              <p:cNvPr id="4122" name="Object 52">
                <a:extLst>
                  <a:ext uri="{FF2B5EF4-FFF2-40B4-BE49-F238E27FC236}">
                    <a16:creationId xmlns:a16="http://schemas.microsoft.com/office/drawing/2014/main" id="{D7C20340-5DB5-4827-B1B8-55977F48E8A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967" y="1121"/>
              <a:ext cx="256" cy="3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172" name="Equation" r:id="rId20" imgW="406048" imgH="494870" progId="Equation.DSMT4">
                      <p:embed/>
                    </p:oleObj>
                  </mc:Choice>
                  <mc:Fallback>
                    <p:oleObj name="Equation" r:id="rId20" imgW="406048" imgH="494870" progId="Equation.DSMT4">
                      <p:embed/>
                      <p:pic>
                        <p:nvPicPr>
                          <p:cNvPr id="0" name="Object 5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67" y="1121"/>
                            <a:ext cx="256" cy="3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7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37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75" fill="hold"/>
                                        <p:tgtEl>
                                          <p:spTgt spid="378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" fill="hold"/>
                                        <p:tgtEl>
                                          <p:spTgt spid="378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5" fill="hold"/>
                                        <p:tgtEl>
                                          <p:spTgt spid="378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" fill="hold"/>
                                        <p:tgtEl>
                                          <p:spTgt spid="378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75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5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5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2" dur="500"/>
                                        <p:tgtEl>
                                          <p:spTgt spid="37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78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78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78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78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75" fill="hold"/>
                                        <p:tgtEl>
                                          <p:spTgt spid="378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75" fill="hold"/>
                                        <p:tgtEl>
                                          <p:spTgt spid="378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75" fill="hold"/>
                                        <p:tgtEl>
                                          <p:spTgt spid="378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75" fill="hold"/>
                                        <p:tgtEl>
                                          <p:spTgt spid="378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3" dur="500"/>
                                        <p:tgtEl>
                                          <p:spTgt spid="37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78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78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78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78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75" fill="hold"/>
                                        <p:tgtEl>
                                          <p:spTgt spid="378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75" fill="hold"/>
                                        <p:tgtEl>
                                          <p:spTgt spid="378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2" dur="500"/>
                                        <p:tgtEl>
                                          <p:spTgt spid="37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7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379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379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379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379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06" grpId="0" animBg="1"/>
      <p:bldP spid="37890" grpId="0" autoUpdateAnimBg="0"/>
      <p:bldP spid="37892" grpId="0" autoUpdateAnimBg="0"/>
      <p:bldP spid="37893" grpId="0" autoUpdateAnimBg="0"/>
      <p:bldP spid="37894" grpId="0" autoUpdateAnimBg="0"/>
      <p:bldP spid="37895" grpId="0" autoUpdateAnimBg="0"/>
      <p:bldP spid="37896" grpId="0" autoUpdateAnimBg="0"/>
      <p:bldP spid="37898" grpId="0" autoUpdateAnimBg="0"/>
      <p:bldP spid="37900" grpId="0" autoUpdateAnimBg="0"/>
      <p:bldP spid="37907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>
            <a:extLst>
              <a:ext uri="{FF2B5EF4-FFF2-40B4-BE49-F238E27FC236}">
                <a16:creationId xmlns:a16="http://schemas.microsoft.com/office/drawing/2014/main" id="{154336EE-6448-47BF-AFBA-2310D64960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625475"/>
            <a:ext cx="457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>
                <a:latin typeface="Times New Roman" panose="02020603050405020304" pitchFamily="18" charset="0"/>
              </a:rPr>
              <a:t>2</a:t>
            </a:r>
            <a:r>
              <a:rPr kumimoji="1" lang="zh-CN" altLang="en-US" sz="2800" b="1">
                <a:latin typeface="Times New Roman" panose="02020603050405020304" pitchFamily="18" charset="0"/>
              </a:rPr>
              <a:t>）物质的磁性起源</a:t>
            </a:r>
          </a:p>
        </p:txBody>
      </p:sp>
      <p:sp>
        <p:nvSpPr>
          <p:cNvPr id="9219" name="Text Box 3">
            <a:extLst>
              <a:ext uri="{FF2B5EF4-FFF2-40B4-BE49-F238E27FC236}">
                <a16:creationId xmlns:a16="http://schemas.microsoft.com/office/drawing/2014/main" id="{8356D2BE-A580-4CB2-BC9D-0D417B2ED8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4575" y="1174750"/>
            <a:ext cx="38306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分子磁矩</a:t>
            </a:r>
          </a:p>
        </p:txBody>
      </p:sp>
      <p:sp>
        <p:nvSpPr>
          <p:cNvPr id="9220" name="Text Box 4">
            <a:extLst>
              <a:ext uri="{FF2B5EF4-FFF2-40B4-BE49-F238E27FC236}">
                <a16:creationId xmlns:a16="http://schemas.microsoft.com/office/drawing/2014/main" id="{D71E43A9-4E3F-4832-9093-7EDF55584B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7775" y="1779588"/>
            <a:ext cx="41767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分子中电子的运动：</a:t>
            </a:r>
          </a:p>
        </p:txBody>
      </p:sp>
      <p:sp>
        <p:nvSpPr>
          <p:cNvPr id="9221" name="AutoShape 5">
            <a:extLst>
              <a:ext uri="{FF2B5EF4-FFF2-40B4-BE49-F238E27FC236}">
                <a16:creationId xmlns:a16="http://schemas.microsoft.com/office/drawing/2014/main" id="{67308A3C-7CF0-43B4-9354-2D13B5F7CB11}"/>
              </a:ext>
            </a:extLst>
          </p:cNvPr>
          <p:cNvSpPr>
            <a:spLocks/>
          </p:cNvSpPr>
          <p:nvPr/>
        </p:nvSpPr>
        <p:spPr bwMode="auto">
          <a:xfrm>
            <a:off x="1189038" y="2693988"/>
            <a:ext cx="304800" cy="685800"/>
          </a:xfrm>
          <a:prstGeom prst="leftBrace">
            <a:avLst>
              <a:gd name="adj1" fmla="val 18750"/>
              <a:gd name="adj2" fmla="val 50000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9222" name="Text Box 6">
            <a:extLst>
              <a:ext uri="{FF2B5EF4-FFF2-40B4-BE49-F238E27FC236}">
                <a16:creationId xmlns:a16="http://schemas.microsoft.com/office/drawing/2014/main" id="{60C69DCA-0E6A-4477-B2A2-FBFF5AC3BF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7638" y="2463800"/>
            <a:ext cx="28686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绕核运动</a:t>
            </a:r>
          </a:p>
        </p:txBody>
      </p:sp>
      <p:sp>
        <p:nvSpPr>
          <p:cNvPr id="9223" name="Text Box 7">
            <a:extLst>
              <a:ext uri="{FF2B5EF4-FFF2-40B4-BE49-F238E27FC236}">
                <a16:creationId xmlns:a16="http://schemas.microsoft.com/office/drawing/2014/main" id="{869ACBA9-D429-4A24-A77A-2C64560EAB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0038" y="2465388"/>
            <a:ext cx="26400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→</a:t>
            </a:r>
            <a:r>
              <a:rPr kumimoji="1" lang="zh-CN" altLang="en-US" sz="2800" b="1">
                <a:latin typeface="Times New Roman" panose="02020603050405020304" pitchFamily="18" charset="0"/>
              </a:rPr>
              <a:t>电流环</a:t>
            </a:r>
          </a:p>
        </p:txBody>
      </p:sp>
      <p:sp>
        <p:nvSpPr>
          <p:cNvPr id="9224" name="Text Box 8">
            <a:extLst>
              <a:ext uri="{FF2B5EF4-FFF2-40B4-BE49-F238E27FC236}">
                <a16:creationId xmlns:a16="http://schemas.microsoft.com/office/drawing/2014/main" id="{1BA7EAC7-BDCE-473E-9398-1386E14CE3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0" y="2463800"/>
            <a:ext cx="30607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→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轨道磁矩</a:t>
            </a:r>
          </a:p>
        </p:txBody>
      </p:sp>
      <p:sp>
        <p:nvSpPr>
          <p:cNvPr id="9225" name="Text Box 9">
            <a:extLst>
              <a:ext uri="{FF2B5EF4-FFF2-40B4-BE49-F238E27FC236}">
                <a16:creationId xmlns:a16="http://schemas.microsoft.com/office/drawing/2014/main" id="{00255B7B-BE85-4880-ADC7-8C208BAE08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7638" y="3059113"/>
            <a:ext cx="2724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自旋运动</a:t>
            </a:r>
          </a:p>
        </p:txBody>
      </p:sp>
      <p:sp>
        <p:nvSpPr>
          <p:cNvPr id="9226" name="Text Box 10">
            <a:extLst>
              <a:ext uri="{FF2B5EF4-FFF2-40B4-BE49-F238E27FC236}">
                <a16:creationId xmlns:a16="http://schemas.microsoft.com/office/drawing/2014/main" id="{46968598-E2C5-4153-AD81-AE31D4237E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1638" y="3059113"/>
            <a:ext cx="32162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→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自旋磁矩</a:t>
            </a:r>
          </a:p>
        </p:txBody>
      </p:sp>
      <p:grpSp>
        <p:nvGrpSpPr>
          <p:cNvPr id="9227" name="Group 11">
            <a:extLst>
              <a:ext uri="{FF2B5EF4-FFF2-40B4-BE49-F238E27FC236}">
                <a16:creationId xmlns:a16="http://schemas.microsoft.com/office/drawing/2014/main" id="{5953A3DE-DC83-4124-9A94-9557DA79B6DE}"/>
              </a:ext>
            </a:extLst>
          </p:cNvPr>
          <p:cNvGrpSpPr>
            <a:grpSpLocks/>
          </p:cNvGrpSpPr>
          <p:nvPr/>
        </p:nvGrpSpPr>
        <p:grpSpPr bwMode="auto">
          <a:xfrm>
            <a:off x="4910138" y="3148013"/>
            <a:ext cx="444500" cy="482600"/>
            <a:chOff x="3001" y="1720"/>
            <a:chExt cx="280" cy="304"/>
          </a:xfrm>
        </p:grpSpPr>
        <p:graphicFrame>
          <p:nvGraphicFramePr>
            <p:cNvPr id="6186" name="Object 12">
              <a:extLst>
                <a:ext uri="{FF2B5EF4-FFF2-40B4-BE49-F238E27FC236}">
                  <a16:creationId xmlns:a16="http://schemas.microsoft.com/office/drawing/2014/main" id="{7BE22EBF-7C86-408B-BDD8-31E836FEFE2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001" y="1720"/>
            <a:ext cx="280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08" name="Equation" r:id="rId3" imgW="444307" imgH="482391" progId="Equation.DSMT4">
                    <p:embed/>
                  </p:oleObj>
                </mc:Choice>
                <mc:Fallback>
                  <p:oleObj name="Equation" r:id="rId3" imgW="444307" imgH="482391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01" y="1720"/>
                          <a:ext cx="280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87" name="Line 13">
              <a:extLst>
                <a:ext uri="{FF2B5EF4-FFF2-40B4-BE49-F238E27FC236}">
                  <a16:creationId xmlns:a16="http://schemas.microsoft.com/office/drawing/2014/main" id="{D4A79247-433C-40AE-BD4D-293E81CA59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4" y="1774"/>
              <a:ext cx="1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9228" name="Object 15">
            <a:extLst>
              <a:ext uri="{FF2B5EF4-FFF2-40B4-BE49-F238E27FC236}">
                <a16:creationId xmlns:a16="http://schemas.microsoft.com/office/drawing/2014/main" id="{43CCAFB7-57F2-4B9E-AF5F-842C89B2F2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15075" y="2576513"/>
          <a:ext cx="1270000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9" name="Equation" r:id="rId5" imgW="1320227" imgH="431613" progId="Equation.DSMT4">
                  <p:embed/>
                </p:oleObj>
              </mc:Choice>
              <mc:Fallback>
                <p:oleObj name="Equation" r:id="rId5" imgW="1320227" imgH="431613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5075" y="2576513"/>
                        <a:ext cx="1270000" cy="420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9" name="Text Box 16">
            <a:extLst>
              <a:ext uri="{FF2B5EF4-FFF2-40B4-BE49-F238E27FC236}">
                <a16:creationId xmlns:a16="http://schemas.microsoft.com/office/drawing/2014/main" id="{5DFBF475-4066-482F-AA0B-03C6862D1B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2025" y="3917950"/>
            <a:ext cx="50498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两种运动磁效应的总和</a:t>
            </a:r>
          </a:p>
        </p:txBody>
      </p:sp>
      <p:grpSp>
        <p:nvGrpSpPr>
          <p:cNvPr id="9230" name="Group 17">
            <a:extLst>
              <a:ext uri="{FF2B5EF4-FFF2-40B4-BE49-F238E27FC236}">
                <a16:creationId xmlns:a16="http://schemas.microsoft.com/office/drawing/2014/main" id="{C0D7BB97-3B93-43CA-9FB1-94DB0957A793}"/>
              </a:ext>
            </a:extLst>
          </p:cNvPr>
          <p:cNvGrpSpPr>
            <a:grpSpLocks/>
          </p:cNvGrpSpPr>
          <p:nvPr/>
        </p:nvGrpSpPr>
        <p:grpSpPr bwMode="auto">
          <a:xfrm>
            <a:off x="4822825" y="4173538"/>
            <a:ext cx="685800" cy="166687"/>
            <a:chOff x="3888" y="3072"/>
            <a:chExt cx="624" cy="96"/>
          </a:xfrm>
        </p:grpSpPr>
        <p:sp>
          <p:nvSpPr>
            <p:cNvPr id="6184" name="Line 18">
              <a:extLst>
                <a:ext uri="{FF2B5EF4-FFF2-40B4-BE49-F238E27FC236}">
                  <a16:creationId xmlns:a16="http://schemas.microsoft.com/office/drawing/2014/main" id="{C394BC13-6A02-41F0-A089-507A38F97F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3072"/>
              <a:ext cx="62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85" name="Line 19">
              <a:extLst>
                <a:ext uri="{FF2B5EF4-FFF2-40B4-BE49-F238E27FC236}">
                  <a16:creationId xmlns:a16="http://schemas.microsoft.com/office/drawing/2014/main" id="{155EFB69-F534-4FD1-A0EE-2B2C44DAC0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3168"/>
              <a:ext cx="62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231" name="Text Box 20">
            <a:extLst>
              <a:ext uri="{FF2B5EF4-FFF2-40B4-BE49-F238E27FC236}">
                <a16:creationId xmlns:a16="http://schemas.microsoft.com/office/drawing/2014/main" id="{CE635280-F4F2-414D-BBB1-CBD7FD8EAE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7538" y="3632200"/>
            <a:ext cx="15684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等效</a:t>
            </a:r>
          </a:p>
        </p:txBody>
      </p:sp>
      <p:sp>
        <p:nvSpPr>
          <p:cNvPr id="9232" name="Text Box 21">
            <a:extLst>
              <a:ext uri="{FF2B5EF4-FFF2-40B4-BE49-F238E27FC236}">
                <a16:creationId xmlns:a16="http://schemas.microsoft.com/office/drawing/2014/main" id="{2C155195-F90D-48E7-94F0-6272E56B89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8150" y="3940175"/>
            <a:ext cx="30861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分子圆电流</a:t>
            </a:r>
          </a:p>
        </p:txBody>
      </p:sp>
      <p:graphicFrame>
        <p:nvGraphicFramePr>
          <p:cNvPr id="9233" name="Object 22">
            <a:extLst>
              <a:ext uri="{FF2B5EF4-FFF2-40B4-BE49-F238E27FC236}">
                <a16:creationId xmlns:a16="http://schemas.microsoft.com/office/drawing/2014/main" id="{3FA61D23-4A8E-4663-9D45-A587CD261F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97025" y="4878388"/>
          <a:ext cx="3638550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10" name="Equation" r:id="rId7" imgW="3213100" imgH="508000" progId="Equation.DSMT4">
                  <p:embed/>
                </p:oleObj>
              </mc:Choice>
              <mc:Fallback>
                <p:oleObj name="Equation" r:id="rId7" imgW="3213100" imgH="5080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7025" y="4878388"/>
                        <a:ext cx="3638550" cy="53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4" name="Oval 23">
            <a:extLst>
              <a:ext uri="{FF2B5EF4-FFF2-40B4-BE49-F238E27FC236}">
                <a16:creationId xmlns:a16="http://schemas.microsoft.com/office/drawing/2014/main" id="{C329D040-4F02-45A0-BDED-83E784CA64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4941888"/>
            <a:ext cx="2209800" cy="6858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66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pSp>
        <p:nvGrpSpPr>
          <p:cNvPr id="9235" name="Group 24">
            <a:extLst>
              <a:ext uri="{FF2B5EF4-FFF2-40B4-BE49-F238E27FC236}">
                <a16:creationId xmlns:a16="http://schemas.microsoft.com/office/drawing/2014/main" id="{C78CF275-92C6-4A60-926A-442DCC11FD00}"/>
              </a:ext>
            </a:extLst>
          </p:cNvPr>
          <p:cNvGrpSpPr>
            <a:grpSpLocks/>
          </p:cNvGrpSpPr>
          <p:nvPr/>
        </p:nvGrpSpPr>
        <p:grpSpPr bwMode="auto">
          <a:xfrm>
            <a:off x="6867525" y="4554538"/>
            <a:ext cx="425450" cy="692150"/>
            <a:chOff x="4800" y="1528"/>
            <a:chExt cx="268" cy="436"/>
          </a:xfrm>
        </p:grpSpPr>
        <p:graphicFrame>
          <p:nvGraphicFramePr>
            <p:cNvPr id="6182" name="Object 25">
              <a:extLst>
                <a:ext uri="{FF2B5EF4-FFF2-40B4-BE49-F238E27FC236}">
                  <a16:creationId xmlns:a16="http://schemas.microsoft.com/office/drawing/2014/main" id="{8ACAE91A-FA07-4082-BA7C-CA3E3ECB9A8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00" y="1528"/>
            <a:ext cx="168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11" name="Equation" r:id="rId9" imgW="152342" imgH="295404" progId="Equation.DSMT4">
                    <p:embed/>
                  </p:oleObj>
                </mc:Choice>
                <mc:Fallback>
                  <p:oleObj name="Equation" r:id="rId9" imgW="152342" imgH="295404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00" y="1528"/>
                          <a:ext cx="168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83" name="Line 26">
              <a:extLst>
                <a:ext uri="{FF2B5EF4-FFF2-40B4-BE49-F238E27FC236}">
                  <a16:creationId xmlns:a16="http://schemas.microsoft.com/office/drawing/2014/main" id="{6A353058-5432-4719-B045-7C8A580491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0" y="1580"/>
              <a:ext cx="0" cy="384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9236" name="Line 27">
            <a:extLst>
              <a:ext uri="{FF2B5EF4-FFF2-40B4-BE49-F238E27FC236}">
                <a16:creationId xmlns:a16="http://schemas.microsoft.com/office/drawing/2014/main" id="{E6C6BB9B-D698-4460-B088-414616A73D5C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2600" y="5627688"/>
            <a:ext cx="220663" cy="0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37" name="Text Box 29">
            <a:extLst>
              <a:ext uri="{FF2B5EF4-FFF2-40B4-BE49-F238E27FC236}">
                <a16:creationId xmlns:a16="http://schemas.microsoft.com/office/drawing/2014/main" id="{72CF7BB9-BF20-42B7-A00C-79704272E5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4075" y="5754688"/>
            <a:ext cx="51228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——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分子的  “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固有磁矩</a:t>
            </a:r>
            <a:r>
              <a:rPr kumimoji="1" lang="zh-CN" altLang="en-US" sz="2800" b="1">
                <a:latin typeface="Times New Roman" panose="02020603050405020304" pitchFamily="18" charset="0"/>
              </a:rPr>
              <a:t>”</a:t>
            </a:r>
          </a:p>
        </p:txBody>
      </p:sp>
      <p:sp>
        <p:nvSpPr>
          <p:cNvPr id="9238" name="Line 30">
            <a:extLst>
              <a:ext uri="{FF2B5EF4-FFF2-40B4-BE49-F238E27FC236}">
                <a16:creationId xmlns:a16="http://schemas.microsoft.com/office/drawing/2014/main" id="{C8387BC4-7415-4E5C-AFEE-87D12A5CBB6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59563" y="2005013"/>
            <a:ext cx="0" cy="533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239" name="Object 31">
            <a:extLst>
              <a:ext uri="{FF2B5EF4-FFF2-40B4-BE49-F238E27FC236}">
                <a16:creationId xmlns:a16="http://schemas.microsoft.com/office/drawing/2014/main" id="{10FD92AC-0C09-4A69-8E5B-9636E51486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31000" y="2078038"/>
          <a:ext cx="469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12" name="Equation" r:id="rId11" imgW="469696" imgH="431613" progId="Equation.DSMT4">
                  <p:embed/>
                </p:oleObj>
              </mc:Choice>
              <mc:Fallback>
                <p:oleObj name="Equation" r:id="rId11" imgW="469696" imgH="431613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1000" y="2078038"/>
                        <a:ext cx="4699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40" name="Text Box 33">
            <a:extLst>
              <a:ext uri="{FF2B5EF4-FFF2-40B4-BE49-F238E27FC236}">
                <a16:creationId xmlns:a16="http://schemas.microsoft.com/office/drawing/2014/main" id="{8214E2EA-42B6-4957-8700-548DAABA73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8038" y="4656138"/>
            <a:ext cx="15319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1800" b="1">
                <a:latin typeface="Times New Roman" panose="02020603050405020304" pitchFamily="18" charset="0"/>
              </a:rPr>
              <a:t>分子</a:t>
            </a:r>
          </a:p>
        </p:txBody>
      </p:sp>
      <p:grpSp>
        <p:nvGrpSpPr>
          <p:cNvPr id="9241" name="Group 34">
            <a:extLst>
              <a:ext uri="{FF2B5EF4-FFF2-40B4-BE49-F238E27FC236}">
                <a16:creationId xmlns:a16="http://schemas.microsoft.com/office/drawing/2014/main" id="{E3EFBD3A-5D00-4313-A332-866864ED7940}"/>
              </a:ext>
            </a:extLst>
          </p:cNvPr>
          <p:cNvGrpSpPr>
            <a:grpSpLocks/>
          </p:cNvGrpSpPr>
          <p:nvPr/>
        </p:nvGrpSpPr>
        <p:grpSpPr bwMode="auto">
          <a:xfrm>
            <a:off x="5626100" y="588963"/>
            <a:ext cx="2133600" cy="1619250"/>
            <a:chOff x="2544" y="141"/>
            <a:chExt cx="1344" cy="1020"/>
          </a:xfrm>
        </p:grpSpPr>
        <p:sp>
          <p:nvSpPr>
            <p:cNvPr id="6174" name="Oval 35">
              <a:extLst>
                <a:ext uri="{FF2B5EF4-FFF2-40B4-BE49-F238E27FC236}">
                  <a16:creationId xmlns:a16="http://schemas.microsoft.com/office/drawing/2014/main" id="{FFC5B921-B924-4E36-AFA6-91288C775F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656"/>
              <a:ext cx="1344" cy="432"/>
            </a:xfrm>
            <a:prstGeom prst="ellipse">
              <a:avLst/>
            </a:prstGeom>
            <a:noFill/>
            <a:ln w="38100">
              <a:solidFill>
                <a:srgbClr val="80008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6175" name="Oval 36">
              <a:extLst>
                <a:ext uri="{FF2B5EF4-FFF2-40B4-BE49-F238E27FC236}">
                  <a16:creationId xmlns:a16="http://schemas.microsoft.com/office/drawing/2014/main" id="{5B9128C7-FBB2-4565-86EA-E775CD88ED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944"/>
              <a:ext cx="144" cy="144"/>
            </a:xfrm>
            <a:prstGeom prst="ellipse">
              <a:avLst/>
            </a:prstGeom>
            <a:solidFill>
              <a:srgbClr val="3399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1" lang="zh-CN" altLang="zh-CN" sz="2800" b="1">
                <a:latin typeface="Times New Roman" panose="02020603050405020304" pitchFamily="18" charset="0"/>
              </a:endParaRPr>
            </a:p>
          </p:txBody>
        </p:sp>
        <p:sp>
          <p:nvSpPr>
            <p:cNvPr id="6176" name="Line 37">
              <a:extLst>
                <a:ext uri="{FF2B5EF4-FFF2-40B4-BE49-F238E27FC236}">
                  <a16:creationId xmlns:a16="http://schemas.microsoft.com/office/drawing/2014/main" id="{4C155DF1-8B11-470F-BA51-B7BF82E46C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92" y="908"/>
              <a:ext cx="96" cy="84"/>
            </a:xfrm>
            <a:prstGeom prst="line">
              <a:avLst/>
            </a:prstGeom>
            <a:noFill/>
            <a:ln w="38100">
              <a:solidFill>
                <a:srgbClr val="80008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77" name="Line 38">
              <a:extLst>
                <a:ext uri="{FF2B5EF4-FFF2-40B4-BE49-F238E27FC236}">
                  <a16:creationId xmlns:a16="http://schemas.microsoft.com/office/drawing/2014/main" id="{E63DE4D4-929B-41F3-94C7-8F66E6890F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06" y="272"/>
              <a:ext cx="0" cy="6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78" name="Text Box 39">
              <a:extLst>
                <a:ext uri="{FF2B5EF4-FFF2-40B4-BE49-F238E27FC236}">
                  <a16:creationId xmlns:a16="http://schemas.microsoft.com/office/drawing/2014/main" id="{0C37C15C-902D-46E8-BF3E-2ED156CCA9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4" y="141"/>
              <a:ext cx="39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</a:t>
              </a:r>
              <a:endParaRPr kumimoji="1" lang="en-US" altLang="zh-CN" sz="2800" b="1" i="1">
                <a:latin typeface="Times New Roman" panose="02020603050405020304" pitchFamily="18" charset="0"/>
              </a:endParaRPr>
            </a:p>
          </p:txBody>
        </p:sp>
        <p:sp>
          <p:nvSpPr>
            <p:cNvPr id="6179" name="Oval 40">
              <a:extLst>
                <a:ext uri="{FF2B5EF4-FFF2-40B4-BE49-F238E27FC236}">
                  <a16:creationId xmlns:a16="http://schemas.microsoft.com/office/drawing/2014/main" id="{02ECE99B-E01E-4819-8453-E344E2D19A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8" y="752"/>
              <a:ext cx="240" cy="240"/>
            </a:xfrm>
            <a:prstGeom prst="ellipse">
              <a:avLst/>
            </a:prstGeom>
            <a:solidFill>
              <a:srgbClr val="FF505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6180" name="Text Box 41">
              <a:extLst>
                <a:ext uri="{FF2B5EF4-FFF2-40B4-BE49-F238E27FC236}">
                  <a16:creationId xmlns:a16="http://schemas.microsoft.com/office/drawing/2014/main" id="{DDD9906F-1A2E-476A-A69C-64B57F1ABF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1" y="796"/>
              <a:ext cx="201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b="1">
                  <a:latin typeface="Times New Roman" panose="02020603050405020304" pitchFamily="18" charset="0"/>
                </a:rPr>
                <a:t>-</a:t>
              </a:r>
            </a:p>
          </p:txBody>
        </p:sp>
        <p:sp>
          <p:nvSpPr>
            <p:cNvPr id="6181" name="AutoShape 42">
              <a:extLst>
                <a:ext uri="{FF2B5EF4-FFF2-40B4-BE49-F238E27FC236}">
                  <a16:creationId xmlns:a16="http://schemas.microsoft.com/office/drawing/2014/main" id="{B32F00AE-7E75-4EAB-9292-1F008F6E4F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1" y="204"/>
              <a:ext cx="302" cy="281"/>
            </a:xfrm>
            <a:prstGeom prst="curvedRightArrow">
              <a:avLst>
                <a:gd name="adj1" fmla="val 14875"/>
                <a:gd name="adj2" fmla="val 34875"/>
                <a:gd name="adj3" fmla="val 35824"/>
              </a:avLst>
            </a:prstGeom>
            <a:solidFill>
              <a:srgbClr val="FF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9242" name="Text Box 43">
            <a:extLst>
              <a:ext uri="{FF2B5EF4-FFF2-40B4-BE49-F238E27FC236}">
                <a16:creationId xmlns:a16="http://schemas.microsoft.com/office/drawing/2014/main" id="{DBD86246-E4DE-473C-9164-BCDC4EA076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2550" y="2673350"/>
            <a:ext cx="6794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b="1">
                <a:latin typeface="Times New Roman" panose="02020603050405020304" pitchFamily="18" charset="0"/>
              </a:rPr>
              <a:t>轨</a:t>
            </a:r>
          </a:p>
        </p:txBody>
      </p:sp>
      <p:sp>
        <p:nvSpPr>
          <p:cNvPr id="9243" name="Text Box 44">
            <a:extLst>
              <a:ext uri="{FF2B5EF4-FFF2-40B4-BE49-F238E27FC236}">
                <a16:creationId xmlns:a16="http://schemas.microsoft.com/office/drawing/2014/main" id="{DD9B10FA-468B-4356-A503-F83B174F8E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6950" y="5059363"/>
            <a:ext cx="6794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b="1">
                <a:latin typeface="Times New Roman" panose="02020603050405020304" pitchFamily="18" charset="0"/>
              </a:rPr>
              <a:t>轨</a:t>
            </a:r>
          </a:p>
        </p:txBody>
      </p:sp>
      <p:sp>
        <p:nvSpPr>
          <p:cNvPr id="6172" name="Text Box 75">
            <a:extLst>
              <a:ext uri="{FF2B5EF4-FFF2-40B4-BE49-F238E27FC236}">
                <a16:creationId xmlns:a16="http://schemas.microsoft.com/office/drawing/2014/main" id="{723CD0B9-1609-4D7E-A120-5B8755A4A9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4100" y="6440488"/>
            <a:ext cx="4159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6173" name="灯片编号占位符 6">
            <a:extLst>
              <a:ext uri="{FF2B5EF4-FFF2-40B4-BE49-F238E27FC236}">
                <a16:creationId xmlns:a16="http://schemas.microsoft.com/office/drawing/2014/main" id="{53A37A75-EF6B-461C-AD72-BBC5A927E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7220DDE-02D3-4672-A659-10BFA0372D82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zh-CN" sz="1400"/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9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9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9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9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9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9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9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3" dur="500"/>
                                        <p:tgtEl>
                                          <p:spTgt spid="9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9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9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6" dur="500"/>
                                        <p:tgtEl>
                                          <p:spTgt spid="9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92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9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9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92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9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9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92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9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9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92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9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9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3" dur="500"/>
                                        <p:tgtEl>
                                          <p:spTgt spid="9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6" dur="500"/>
                                        <p:tgtEl>
                                          <p:spTgt spid="9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9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/>
      <p:bldP spid="9220" grpId="0"/>
      <p:bldP spid="9221" grpId="0" animBg="1"/>
      <p:bldP spid="9222" grpId="0"/>
      <p:bldP spid="9223" grpId="0"/>
      <p:bldP spid="9224" grpId="0"/>
      <p:bldP spid="9225" grpId="0"/>
      <p:bldP spid="9226" grpId="0"/>
      <p:bldP spid="9229" grpId="0"/>
      <p:bldP spid="9231" grpId="0"/>
      <p:bldP spid="9232" grpId="0"/>
      <p:bldP spid="9234" grpId="0" animBg="1"/>
      <p:bldP spid="9237" grpId="0"/>
      <p:bldP spid="9240" grpId="0"/>
      <p:bldP spid="9242" grpId="0"/>
      <p:bldP spid="924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2">
            <a:extLst>
              <a:ext uri="{FF2B5EF4-FFF2-40B4-BE49-F238E27FC236}">
                <a16:creationId xmlns:a16="http://schemas.microsoft.com/office/drawing/2014/main" id="{6E3F1DAC-02E7-4898-9BC9-044AC6BC8B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25" y="488950"/>
            <a:ext cx="472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kumimoji="1" lang="zh-CN" altLang="en-US" sz="2800" b="1">
                <a:latin typeface="Times New Roman" panose="02020603050405020304" pitchFamily="18" charset="0"/>
              </a:rPr>
              <a:t>分子的 “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附加磁矩</a:t>
            </a:r>
            <a:r>
              <a:rPr kumimoji="1" lang="zh-CN" altLang="en-US" sz="2800" b="1">
                <a:latin typeface="Times New Roman" panose="02020603050405020304" pitchFamily="18" charset="0"/>
              </a:rPr>
              <a:t>”</a:t>
            </a:r>
            <a:endParaRPr kumimoji="1" lang="zh-CN" altLang="en-US" sz="2800" b="1">
              <a:solidFill>
                <a:srgbClr val="003366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F631A596-8B8C-422F-BAB9-EB33A275CC09}"/>
              </a:ext>
            </a:extLst>
          </p:cNvPr>
          <p:cNvGrpSpPr>
            <a:grpSpLocks/>
          </p:cNvGrpSpPr>
          <p:nvPr/>
        </p:nvGrpSpPr>
        <p:grpSpPr bwMode="auto">
          <a:xfrm>
            <a:off x="5580063" y="1122363"/>
            <a:ext cx="2709862" cy="2306637"/>
            <a:chOff x="528" y="2723"/>
            <a:chExt cx="1707" cy="1453"/>
          </a:xfrm>
        </p:grpSpPr>
        <p:sp>
          <p:nvSpPr>
            <p:cNvPr id="7225" name="AutoShape 4" descr="深色木质">
              <a:extLst>
                <a:ext uri="{FF2B5EF4-FFF2-40B4-BE49-F238E27FC236}">
                  <a16:creationId xmlns:a16="http://schemas.microsoft.com/office/drawing/2014/main" id="{00B0E1E7-F774-480B-A275-5DD50DCBD2B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178065">
              <a:off x="1316" y="3680"/>
              <a:ext cx="373" cy="485"/>
            </a:xfrm>
            <a:prstGeom prst="flowChartMerge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3810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7226" name="Oval 5" descr="编织物">
              <a:extLst>
                <a:ext uri="{FF2B5EF4-FFF2-40B4-BE49-F238E27FC236}">
                  <a16:creationId xmlns:a16="http://schemas.microsoft.com/office/drawing/2014/main" id="{1D7B99BB-DB1E-4A1B-A288-17540409A88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71762">
              <a:off x="1443" y="3635"/>
              <a:ext cx="412" cy="173"/>
            </a:xfrm>
            <a:prstGeom prst="ellipse">
              <a:avLst/>
            </a:prstGeom>
            <a:blipFill dpi="0" rotWithShape="0">
              <a:blip r:embed="rId4"/>
              <a:srcRect/>
              <a:tile tx="0" ty="0" sx="100000" sy="100000" flip="none" algn="tl"/>
            </a:blipFill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7227" name="Line 6">
              <a:extLst>
                <a:ext uri="{FF2B5EF4-FFF2-40B4-BE49-F238E27FC236}">
                  <a16:creationId xmlns:a16="http://schemas.microsoft.com/office/drawing/2014/main" id="{72E04535-F76C-4376-B921-DC148C2B17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80" y="3216"/>
              <a:ext cx="456" cy="507"/>
            </a:xfrm>
            <a:prstGeom prst="line">
              <a:avLst/>
            </a:prstGeom>
            <a:noFill/>
            <a:ln w="5715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228" name="Group 7">
              <a:extLst>
                <a:ext uri="{FF2B5EF4-FFF2-40B4-BE49-F238E27FC236}">
                  <a16:creationId xmlns:a16="http://schemas.microsoft.com/office/drawing/2014/main" id="{138048D7-3510-4043-BE17-42F46643E3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06" y="3542"/>
              <a:ext cx="499" cy="235"/>
              <a:chOff x="4268" y="2126"/>
              <a:chExt cx="577" cy="327"/>
            </a:xfrm>
          </p:grpSpPr>
          <p:sp>
            <p:nvSpPr>
              <p:cNvPr id="7241" name="Arc 8">
                <a:extLst>
                  <a:ext uri="{FF2B5EF4-FFF2-40B4-BE49-F238E27FC236}">
                    <a16:creationId xmlns:a16="http://schemas.microsoft.com/office/drawing/2014/main" id="{5DC8EDB2-C651-4340-A4B0-2651F61B439A}"/>
                  </a:ext>
                </a:extLst>
              </p:cNvPr>
              <p:cNvSpPr>
                <a:spLocks/>
              </p:cNvSpPr>
              <p:nvPr/>
            </p:nvSpPr>
            <p:spPr bwMode="auto">
              <a:xfrm rot="1893941">
                <a:off x="4268" y="2126"/>
                <a:ext cx="577" cy="174"/>
              </a:xfrm>
              <a:custGeom>
                <a:avLst/>
                <a:gdLst>
                  <a:gd name="T0" fmla="*/ 0 w 21600"/>
                  <a:gd name="T1" fmla="*/ 0 h 30753"/>
                  <a:gd name="T2" fmla="*/ 0 w 21600"/>
                  <a:gd name="T3" fmla="*/ 0 h 30753"/>
                  <a:gd name="T4" fmla="*/ 0 w 21600"/>
                  <a:gd name="T5" fmla="*/ 0 h 30753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0753"/>
                  <a:gd name="T11" fmla="*/ 21600 w 21600"/>
                  <a:gd name="T12" fmla="*/ 30753 h 3075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0753" fill="none" extrusionOk="0">
                    <a:moveTo>
                      <a:pt x="17725" y="30752"/>
                    </a:moveTo>
                    <a:cubicBezTo>
                      <a:pt x="7459" y="28880"/>
                      <a:pt x="0" y="19937"/>
                      <a:pt x="0" y="9503"/>
                    </a:cubicBezTo>
                    <a:cubicBezTo>
                      <a:pt x="-1" y="6208"/>
                      <a:pt x="753" y="2958"/>
                      <a:pt x="2202" y="-1"/>
                    </a:cubicBezTo>
                  </a:path>
                  <a:path w="21600" h="30753" stroke="0" extrusionOk="0">
                    <a:moveTo>
                      <a:pt x="17725" y="30752"/>
                    </a:moveTo>
                    <a:cubicBezTo>
                      <a:pt x="7459" y="28880"/>
                      <a:pt x="0" y="19937"/>
                      <a:pt x="0" y="9503"/>
                    </a:cubicBezTo>
                    <a:cubicBezTo>
                      <a:pt x="-1" y="6208"/>
                      <a:pt x="753" y="2958"/>
                      <a:pt x="2202" y="-1"/>
                    </a:cubicBezTo>
                    <a:lnTo>
                      <a:pt x="21600" y="9503"/>
                    </a:lnTo>
                    <a:lnTo>
                      <a:pt x="17725" y="30752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42" name="AutoShape 9">
                <a:extLst>
                  <a:ext uri="{FF2B5EF4-FFF2-40B4-BE49-F238E27FC236}">
                    <a16:creationId xmlns:a16="http://schemas.microsoft.com/office/drawing/2014/main" id="{BCE05A18-9CB8-434A-8B43-2D19BC43BF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7212430">
                <a:off x="4634" y="2309"/>
                <a:ext cx="144" cy="144"/>
              </a:xfrm>
              <a:prstGeom prst="triangle">
                <a:avLst>
                  <a:gd name="adj" fmla="val 50000"/>
                </a:avLst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</p:grpSp>
        <p:sp>
          <p:nvSpPr>
            <p:cNvPr id="7229" name="Rectangle 10">
              <a:extLst>
                <a:ext uri="{FF2B5EF4-FFF2-40B4-BE49-F238E27FC236}">
                  <a16:creationId xmlns:a16="http://schemas.microsoft.com/office/drawing/2014/main" id="{9AB84582-0864-4675-B585-B28EFE986F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0" y="3639"/>
              <a:ext cx="1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000" b="1" i="1">
                  <a:latin typeface="Symbol" panose="05050102010706020507" pitchFamily="18" charset="2"/>
                </a:rPr>
                <a:t>w</a:t>
              </a:r>
              <a:endParaRPr kumimoji="1" lang="en-US" altLang="zh-CN" sz="2800" i="1">
                <a:latin typeface="Times New Roman" panose="02020603050405020304" pitchFamily="18" charset="0"/>
              </a:endParaRPr>
            </a:p>
          </p:txBody>
        </p:sp>
        <p:sp>
          <p:nvSpPr>
            <p:cNvPr id="7230" name="Line 11">
              <a:extLst>
                <a:ext uri="{FF2B5EF4-FFF2-40B4-BE49-F238E27FC236}">
                  <a16:creationId xmlns:a16="http://schemas.microsoft.com/office/drawing/2014/main" id="{991C55A1-272C-4A44-8AAE-830B88D458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94" y="4176"/>
              <a:ext cx="132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31" name="Oval 12">
              <a:extLst>
                <a:ext uri="{FF2B5EF4-FFF2-40B4-BE49-F238E27FC236}">
                  <a16:creationId xmlns:a16="http://schemas.microsoft.com/office/drawing/2014/main" id="{5147A1CA-BE82-49DD-B8C9-CF5A78A7C9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3069"/>
              <a:ext cx="1584" cy="291"/>
            </a:xfrm>
            <a:prstGeom prst="ellipse">
              <a:avLst/>
            </a:prstGeom>
            <a:solidFill>
              <a:srgbClr val="FFFF00"/>
            </a:solidFill>
            <a:ln w="38100">
              <a:solidFill>
                <a:schemeClr val="tx2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7232" name="Line 13">
              <a:extLst>
                <a:ext uri="{FF2B5EF4-FFF2-40B4-BE49-F238E27FC236}">
                  <a16:creationId xmlns:a16="http://schemas.microsoft.com/office/drawing/2014/main" id="{3A29E6A5-413D-4E45-9717-E4624C82BB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16" y="2723"/>
              <a:ext cx="0" cy="53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33" name="Line 14">
              <a:extLst>
                <a:ext uri="{FF2B5EF4-FFF2-40B4-BE49-F238E27FC236}">
                  <a16:creationId xmlns:a16="http://schemas.microsoft.com/office/drawing/2014/main" id="{D19AB25C-72D8-482F-836D-A4D312352A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6" y="3853"/>
              <a:ext cx="0" cy="28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34" name="Rectangle 15">
              <a:extLst>
                <a:ext uri="{FF2B5EF4-FFF2-40B4-BE49-F238E27FC236}">
                  <a16:creationId xmlns:a16="http://schemas.microsoft.com/office/drawing/2014/main" id="{DA1E3C64-5E42-49E8-AB80-4C8DC608B3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9" y="2736"/>
              <a:ext cx="99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>
                  <a:latin typeface="Times New Roman" panose="02020603050405020304" pitchFamily="18" charset="0"/>
                </a:rPr>
                <a:t>z</a:t>
              </a:r>
              <a:endParaRPr kumimoji="1" lang="en-US" altLang="zh-CN" sz="2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7235" name="Object 16">
              <a:extLst>
                <a:ext uri="{FF2B5EF4-FFF2-40B4-BE49-F238E27FC236}">
                  <a16:creationId xmlns:a16="http://schemas.microsoft.com/office/drawing/2014/main" id="{01A44524-1482-40C5-80B5-5C137AE6EC7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16" y="3360"/>
            <a:ext cx="200" cy="2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07" name="Equation" r:id="rId5" imgW="162059" imgH="266558" progId="Equation.3">
                    <p:embed/>
                  </p:oleObj>
                </mc:Choice>
                <mc:Fallback>
                  <p:oleObj name="Equation" r:id="rId5" imgW="162059" imgH="266558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6" y="3360"/>
                          <a:ext cx="200" cy="2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36" name="Line 17">
              <a:extLst>
                <a:ext uri="{FF2B5EF4-FFF2-40B4-BE49-F238E27FC236}">
                  <a16:creationId xmlns:a16="http://schemas.microsoft.com/office/drawing/2014/main" id="{F56FF461-2774-4B21-B686-0ED7E85D31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16" y="3240"/>
              <a:ext cx="788" cy="888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37" name="AutoShape 18">
              <a:extLst>
                <a:ext uri="{FF2B5EF4-FFF2-40B4-BE49-F238E27FC236}">
                  <a16:creationId xmlns:a16="http://schemas.microsoft.com/office/drawing/2014/main" id="{E9105C3D-B585-42C6-843D-4A21DFC9710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4687758">
              <a:off x="1823" y="3003"/>
              <a:ext cx="69" cy="208"/>
            </a:xfrm>
            <a:prstGeom prst="triangle">
              <a:avLst>
                <a:gd name="adj" fmla="val 43750"/>
              </a:avLst>
            </a:prstGeom>
            <a:solidFill>
              <a:srgbClr val="FF3300"/>
            </a:solidFill>
            <a:ln w="38100">
              <a:solidFill>
                <a:srgbClr val="FF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7238" name="Arc 19">
              <a:extLst>
                <a:ext uri="{FF2B5EF4-FFF2-40B4-BE49-F238E27FC236}">
                  <a16:creationId xmlns:a16="http://schemas.microsoft.com/office/drawing/2014/main" id="{53FC5C9D-6AC6-4089-A810-BDB302A1B3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4" y="3104"/>
              <a:ext cx="497" cy="68"/>
            </a:xfrm>
            <a:custGeom>
              <a:avLst/>
              <a:gdLst>
                <a:gd name="T0" fmla="*/ 0 w 21574"/>
                <a:gd name="T1" fmla="*/ 0 h 18940"/>
                <a:gd name="T2" fmla="*/ 0 w 21574"/>
                <a:gd name="T3" fmla="*/ 0 h 18940"/>
                <a:gd name="T4" fmla="*/ 0 w 21574"/>
                <a:gd name="T5" fmla="*/ 0 h 18940"/>
                <a:gd name="T6" fmla="*/ 0 60000 65536"/>
                <a:gd name="T7" fmla="*/ 0 60000 65536"/>
                <a:gd name="T8" fmla="*/ 0 60000 65536"/>
                <a:gd name="T9" fmla="*/ 0 w 21574"/>
                <a:gd name="T10" fmla="*/ 0 h 18940"/>
                <a:gd name="T11" fmla="*/ 21574 w 21574"/>
                <a:gd name="T12" fmla="*/ 18940 h 189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574" h="18940" fill="none" extrusionOk="0">
                  <a:moveTo>
                    <a:pt x="10384" y="-1"/>
                  </a:moveTo>
                  <a:cubicBezTo>
                    <a:pt x="16968" y="3609"/>
                    <a:pt x="21205" y="10380"/>
                    <a:pt x="21574" y="17880"/>
                  </a:cubicBezTo>
                </a:path>
                <a:path w="21574" h="18940" stroke="0" extrusionOk="0">
                  <a:moveTo>
                    <a:pt x="10384" y="-1"/>
                  </a:moveTo>
                  <a:cubicBezTo>
                    <a:pt x="16968" y="3609"/>
                    <a:pt x="21205" y="10380"/>
                    <a:pt x="21574" y="17880"/>
                  </a:cubicBezTo>
                  <a:lnTo>
                    <a:pt x="0" y="18940"/>
                  </a:lnTo>
                  <a:lnTo>
                    <a:pt x="10384" y="-1"/>
                  </a:lnTo>
                  <a:close/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39" name="Rectangle 20">
              <a:extLst>
                <a:ext uri="{FF2B5EF4-FFF2-40B4-BE49-F238E27FC236}">
                  <a16:creationId xmlns:a16="http://schemas.microsoft.com/office/drawing/2014/main" id="{C951106B-F341-4CAA-AE78-7280924747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8" y="2784"/>
              <a:ext cx="43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3000" b="1" i="1">
                  <a:latin typeface="Symbol" panose="05050102010706020507" pitchFamily="18" charset="2"/>
                </a:rPr>
                <a:t>W</a:t>
              </a:r>
              <a:endParaRPr kumimoji="1" lang="en-US" altLang="zh-CN" sz="2800" i="1">
                <a:latin typeface="Times New Roman" panose="02020603050405020304" pitchFamily="18" charset="0"/>
              </a:endParaRPr>
            </a:p>
          </p:txBody>
        </p:sp>
        <p:sp>
          <p:nvSpPr>
            <p:cNvPr id="7240" name="Line 21">
              <a:extLst>
                <a:ext uri="{FF2B5EF4-FFF2-40B4-BE49-F238E27FC236}">
                  <a16:creationId xmlns:a16="http://schemas.microsoft.com/office/drawing/2014/main" id="{ADDA6836-2767-4D76-9160-9CFCADC20F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6" y="3311"/>
              <a:ext cx="0" cy="86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9958" name="Text Box 22">
            <a:extLst>
              <a:ext uri="{FF2B5EF4-FFF2-40B4-BE49-F238E27FC236}">
                <a16:creationId xmlns:a16="http://schemas.microsoft.com/office/drawing/2014/main" id="{B7F2DBD8-4D42-40BD-B533-EDC8CBBE09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8525" y="1219200"/>
            <a:ext cx="1814513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陀螺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进动</a:t>
            </a:r>
          </a:p>
        </p:txBody>
      </p:sp>
      <p:grpSp>
        <p:nvGrpSpPr>
          <p:cNvPr id="4" name="Group 23">
            <a:extLst>
              <a:ext uri="{FF2B5EF4-FFF2-40B4-BE49-F238E27FC236}">
                <a16:creationId xmlns:a16="http://schemas.microsoft.com/office/drawing/2014/main" id="{96596791-6CF3-4231-9A2F-8DD70270BC8D}"/>
              </a:ext>
            </a:extLst>
          </p:cNvPr>
          <p:cNvGrpSpPr>
            <a:grpSpLocks/>
          </p:cNvGrpSpPr>
          <p:nvPr/>
        </p:nvGrpSpPr>
        <p:grpSpPr bwMode="auto">
          <a:xfrm>
            <a:off x="1763713" y="1651000"/>
            <a:ext cx="1819275" cy="533400"/>
            <a:chOff x="2790" y="2928"/>
            <a:chExt cx="1146" cy="336"/>
          </a:xfrm>
        </p:grpSpPr>
        <p:sp>
          <p:nvSpPr>
            <p:cNvPr id="7223" name="Oval 24">
              <a:extLst>
                <a:ext uri="{FF2B5EF4-FFF2-40B4-BE49-F238E27FC236}">
                  <a16:creationId xmlns:a16="http://schemas.microsoft.com/office/drawing/2014/main" id="{F573BC7F-6375-4E2A-B7F3-FD27A14AF9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0" y="2928"/>
              <a:ext cx="1146" cy="335"/>
            </a:xfrm>
            <a:prstGeom prst="ellipse">
              <a:avLst/>
            </a:prstGeom>
            <a:solidFill>
              <a:srgbClr val="00FFFF"/>
            </a:solidFill>
            <a:ln w="38100">
              <a:solidFill>
                <a:schemeClr val="tx2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7224" name="Line 25">
              <a:extLst>
                <a:ext uri="{FF2B5EF4-FFF2-40B4-BE49-F238E27FC236}">
                  <a16:creationId xmlns:a16="http://schemas.microsoft.com/office/drawing/2014/main" id="{B7525CC1-F179-4EB1-9B26-3A64AAAD0F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70" y="3264"/>
              <a:ext cx="282" cy="0"/>
            </a:xfrm>
            <a:prstGeom prst="line">
              <a:avLst/>
            </a:prstGeom>
            <a:noFill/>
            <a:ln w="57150">
              <a:solidFill>
                <a:srgbClr val="FF0066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5" name="Group 26">
            <a:extLst>
              <a:ext uri="{FF2B5EF4-FFF2-40B4-BE49-F238E27FC236}">
                <a16:creationId xmlns:a16="http://schemas.microsoft.com/office/drawing/2014/main" id="{9388F0F5-5AFE-42D1-B589-9EEA27A7BF31}"/>
              </a:ext>
            </a:extLst>
          </p:cNvPr>
          <p:cNvGrpSpPr>
            <a:grpSpLocks/>
          </p:cNvGrpSpPr>
          <p:nvPr/>
        </p:nvGrpSpPr>
        <p:grpSpPr bwMode="auto">
          <a:xfrm>
            <a:off x="1763713" y="1346200"/>
            <a:ext cx="1819275" cy="2374900"/>
            <a:chOff x="2496" y="2160"/>
            <a:chExt cx="1296" cy="1786"/>
          </a:xfrm>
        </p:grpSpPr>
        <p:sp>
          <p:nvSpPr>
            <p:cNvPr id="7220" name="Line 27">
              <a:extLst>
                <a:ext uri="{FF2B5EF4-FFF2-40B4-BE49-F238E27FC236}">
                  <a16:creationId xmlns:a16="http://schemas.microsoft.com/office/drawing/2014/main" id="{5F792565-5BFA-4E30-88C0-20CDAEAFA1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2160"/>
              <a:ext cx="0" cy="168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21" name="Line 28">
              <a:extLst>
                <a:ext uri="{FF2B5EF4-FFF2-40B4-BE49-F238E27FC236}">
                  <a16:creationId xmlns:a16="http://schemas.microsoft.com/office/drawing/2014/main" id="{DB477B1E-E03B-4557-A250-BB7CC05F22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2208"/>
              <a:ext cx="0" cy="163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7222" name="Object 29">
              <a:extLst>
                <a:ext uri="{FF2B5EF4-FFF2-40B4-BE49-F238E27FC236}">
                  <a16:creationId xmlns:a16="http://schemas.microsoft.com/office/drawing/2014/main" id="{2278C026-7FA3-4925-A9D3-D04A6431076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05" y="3596"/>
            <a:ext cx="287" cy="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08" name="Equation" r:id="rId7" imgW="295315" imgH="380897" progId="Equation.DSMT4">
                    <p:embed/>
                  </p:oleObj>
                </mc:Choice>
                <mc:Fallback>
                  <p:oleObj name="Equation" r:id="rId7" imgW="295315" imgH="380897" progId="Equation.DSMT4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5" y="3596"/>
                          <a:ext cx="287" cy="3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73">
            <a:extLst>
              <a:ext uri="{FF2B5EF4-FFF2-40B4-BE49-F238E27FC236}">
                <a16:creationId xmlns:a16="http://schemas.microsoft.com/office/drawing/2014/main" id="{999E717E-58CA-48ED-B6E8-659A3C693E16}"/>
              </a:ext>
            </a:extLst>
          </p:cNvPr>
          <p:cNvGrpSpPr>
            <a:grpSpLocks/>
          </p:cNvGrpSpPr>
          <p:nvPr/>
        </p:nvGrpSpPr>
        <p:grpSpPr bwMode="auto">
          <a:xfrm>
            <a:off x="2224088" y="2047875"/>
            <a:ext cx="1317625" cy="1173163"/>
            <a:chOff x="4930" y="2327"/>
            <a:chExt cx="830" cy="739"/>
          </a:xfrm>
        </p:grpSpPr>
        <p:sp>
          <p:nvSpPr>
            <p:cNvPr id="7215" name="Line 31">
              <a:extLst>
                <a:ext uri="{FF2B5EF4-FFF2-40B4-BE49-F238E27FC236}">
                  <a16:creationId xmlns:a16="http://schemas.microsoft.com/office/drawing/2014/main" id="{0707273F-B020-4C11-9D54-2939100701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49" y="2848"/>
              <a:ext cx="240" cy="21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16" name="Oval 32">
              <a:extLst>
                <a:ext uri="{FF2B5EF4-FFF2-40B4-BE49-F238E27FC236}">
                  <a16:creationId xmlns:a16="http://schemas.microsoft.com/office/drawing/2014/main" id="{4B9B0509-DE19-49CE-BF75-1357E0B602B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498657">
              <a:off x="4930" y="2690"/>
              <a:ext cx="561" cy="197"/>
            </a:xfrm>
            <a:prstGeom prst="ellipse">
              <a:avLst/>
            </a:prstGeom>
            <a:solidFill>
              <a:srgbClr val="FFCCCC"/>
            </a:solidFill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7217" name="Line 33">
              <a:extLst>
                <a:ext uri="{FF2B5EF4-FFF2-40B4-BE49-F238E27FC236}">
                  <a16:creationId xmlns:a16="http://schemas.microsoft.com/office/drawing/2014/main" id="{5CACE56C-3D4D-4FA2-A744-31C787E8B1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32" y="2327"/>
              <a:ext cx="528" cy="482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18" name="Line 34">
              <a:extLst>
                <a:ext uri="{FF2B5EF4-FFF2-40B4-BE49-F238E27FC236}">
                  <a16:creationId xmlns:a16="http://schemas.microsoft.com/office/drawing/2014/main" id="{1AEAB554-D32B-4DCD-A83F-EE348A82A68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940091">
              <a:off x="5162" y="2907"/>
              <a:ext cx="146" cy="5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7219" name="Object 35">
              <a:extLst>
                <a:ext uri="{FF2B5EF4-FFF2-40B4-BE49-F238E27FC236}">
                  <a16:creationId xmlns:a16="http://schemas.microsoft.com/office/drawing/2014/main" id="{39FE27F9-9FBE-42E4-82A6-EBEE497837A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91" y="2573"/>
            <a:ext cx="159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09" name="Equation" r:id="rId9" imgW="162059" imgH="266558" progId="Equation.3">
                    <p:embed/>
                  </p:oleObj>
                </mc:Choice>
                <mc:Fallback>
                  <p:oleObj name="Equation" r:id="rId9" imgW="162059" imgH="266558" progId="Equation.3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91" y="2573"/>
                          <a:ext cx="159" cy="1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9972" name="Object 36">
            <a:extLst>
              <a:ext uri="{FF2B5EF4-FFF2-40B4-BE49-F238E27FC236}">
                <a16:creationId xmlns:a16="http://schemas.microsoft.com/office/drawing/2014/main" id="{9ACB732E-420B-4E6B-8283-BCCCB7719C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73275" y="3424238"/>
          <a:ext cx="395288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10" name="Equation" r:id="rId11" imgW="352573" imgH="314171" progId="Equation.DSMT4">
                  <p:embed/>
                </p:oleObj>
              </mc:Choice>
              <mc:Fallback>
                <p:oleObj name="Equation" r:id="rId11" imgW="352573" imgH="314171" progId="Equation.DSMT4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3275" y="3424238"/>
                        <a:ext cx="395288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37">
            <a:extLst>
              <a:ext uri="{FF2B5EF4-FFF2-40B4-BE49-F238E27FC236}">
                <a16:creationId xmlns:a16="http://schemas.microsoft.com/office/drawing/2014/main" id="{406935F3-86EB-44D1-8362-AF89A65840F2}"/>
              </a:ext>
            </a:extLst>
          </p:cNvPr>
          <p:cNvGrpSpPr>
            <a:grpSpLocks/>
          </p:cNvGrpSpPr>
          <p:nvPr/>
        </p:nvGrpSpPr>
        <p:grpSpPr bwMode="auto">
          <a:xfrm>
            <a:off x="2668588" y="1246188"/>
            <a:ext cx="685800" cy="709612"/>
            <a:chOff x="3360" y="2721"/>
            <a:chExt cx="432" cy="447"/>
          </a:xfrm>
        </p:grpSpPr>
        <p:sp>
          <p:nvSpPr>
            <p:cNvPr id="7213" name="Line 38">
              <a:extLst>
                <a:ext uri="{FF2B5EF4-FFF2-40B4-BE49-F238E27FC236}">
                  <a16:creationId xmlns:a16="http://schemas.microsoft.com/office/drawing/2014/main" id="{02B07C43-2192-4404-9327-EB6EF481BC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60" y="2832"/>
              <a:ext cx="0" cy="336"/>
            </a:xfrm>
            <a:prstGeom prst="line">
              <a:avLst/>
            </a:prstGeom>
            <a:noFill/>
            <a:ln w="57150">
              <a:solidFill>
                <a:srgbClr val="66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7214" name="Object 39">
              <a:extLst>
                <a:ext uri="{FF2B5EF4-FFF2-40B4-BE49-F238E27FC236}">
                  <a16:creationId xmlns:a16="http://schemas.microsoft.com/office/drawing/2014/main" id="{8A007025-5BDD-47B4-85FF-C1D5FE756D7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08" y="2721"/>
            <a:ext cx="384" cy="2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11" name="Equation" r:id="rId13" imgW="543088" imgH="314171" progId="Equation.DSMT4">
                    <p:embed/>
                  </p:oleObj>
                </mc:Choice>
                <mc:Fallback>
                  <p:oleObj name="Equation" r:id="rId13" imgW="543088" imgH="314171" progId="Equation.DSMT4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8" y="2721"/>
                          <a:ext cx="384" cy="2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41">
            <a:extLst>
              <a:ext uri="{FF2B5EF4-FFF2-40B4-BE49-F238E27FC236}">
                <a16:creationId xmlns:a16="http://schemas.microsoft.com/office/drawing/2014/main" id="{86349238-7654-4F9A-A2DF-AAF9FA903803}"/>
              </a:ext>
            </a:extLst>
          </p:cNvPr>
          <p:cNvGrpSpPr>
            <a:grpSpLocks/>
          </p:cNvGrpSpPr>
          <p:nvPr/>
        </p:nvGrpSpPr>
        <p:grpSpPr bwMode="auto">
          <a:xfrm>
            <a:off x="1123950" y="3992563"/>
            <a:ext cx="1752600" cy="2314575"/>
            <a:chOff x="708" y="2515"/>
            <a:chExt cx="1104" cy="1458"/>
          </a:xfrm>
        </p:grpSpPr>
        <p:sp>
          <p:nvSpPr>
            <p:cNvPr id="7200" name="Line 42">
              <a:extLst>
                <a:ext uri="{FF2B5EF4-FFF2-40B4-BE49-F238E27FC236}">
                  <a16:creationId xmlns:a16="http://schemas.microsoft.com/office/drawing/2014/main" id="{B5B6A90E-2EAF-419A-AEA8-81A2FA9486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9" y="3073"/>
              <a:ext cx="450" cy="424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01" name="Line 43">
              <a:extLst>
                <a:ext uri="{FF2B5EF4-FFF2-40B4-BE49-F238E27FC236}">
                  <a16:creationId xmlns:a16="http://schemas.microsoft.com/office/drawing/2014/main" id="{FB4366D2-3D8A-43E6-B76A-04E5907062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8" y="2525"/>
              <a:ext cx="0" cy="131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02" name="Oval 44">
              <a:extLst>
                <a:ext uri="{FF2B5EF4-FFF2-40B4-BE49-F238E27FC236}">
                  <a16:creationId xmlns:a16="http://schemas.microsoft.com/office/drawing/2014/main" id="{F7561A84-EC8A-44AF-8701-047F882FD5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8" y="3391"/>
              <a:ext cx="1104" cy="318"/>
            </a:xfrm>
            <a:prstGeom prst="ellipse">
              <a:avLst/>
            </a:prstGeom>
            <a:solidFill>
              <a:srgbClr val="00FFFF"/>
            </a:solidFill>
            <a:ln w="38100">
              <a:solidFill>
                <a:schemeClr val="tx2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7203" name="Line 45">
              <a:extLst>
                <a:ext uri="{FF2B5EF4-FFF2-40B4-BE49-F238E27FC236}">
                  <a16:creationId xmlns:a16="http://schemas.microsoft.com/office/drawing/2014/main" id="{30844168-665F-4AE6-9D9D-BDAD3DF36F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12" y="2525"/>
              <a:ext cx="0" cy="131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04" name="Line 46">
              <a:extLst>
                <a:ext uri="{FF2B5EF4-FFF2-40B4-BE49-F238E27FC236}">
                  <a16:creationId xmlns:a16="http://schemas.microsoft.com/office/drawing/2014/main" id="{5FE158FB-7C7F-4015-A8F1-AE613C01F5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76" y="3696"/>
              <a:ext cx="286" cy="13"/>
            </a:xfrm>
            <a:prstGeom prst="line">
              <a:avLst/>
            </a:prstGeom>
            <a:noFill/>
            <a:ln w="57150">
              <a:solidFill>
                <a:srgbClr val="FF0066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7205" name="Object 47">
              <a:extLst>
                <a:ext uri="{FF2B5EF4-FFF2-40B4-BE49-F238E27FC236}">
                  <a16:creationId xmlns:a16="http://schemas.microsoft.com/office/drawing/2014/main" id="{35A5FD6E-0C1E-411E-89D5-81BBE9017B8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34" y="3673"/>
            <a:ext cx="252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12" name="Equation" r:id="rId15" imgW="295315" imgH="380897" progId="Equation.DSMT4">
                    <p:embed/>
                  </p:oleObj>
                </mc:Choice>
                <mc:Fallback>
                  <p:oleObj name="Equation" r:id="rId15" imgW="295315" imgH="380897" progId="Equation.DSMT4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4" y="3673"/>
                          <a:ext cx="252" cy="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06" name="Oval 48">
              <a:extLst>
                <a:ext uri="{FF2B5EF4-FFF2-40B4-BE49-F238E27FC236}">
                  <a16:creationId xmlns:a16="http://schemas.microsoft.com/office/drawing/2014/main" id="{F2FE31BE-099F-464E-BDCB-CF557790F21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095500">
              <a:off x="1020" y="2883"/>
              <a:ext cx="517" cy="245"/>
            </a:xfrm>
            <a:prstGeom prst="ellipse">
              <a:avLst/>
            </a:prstGeom>
            <a:solidFill>
              <a:srgbClr val="FFCCCC"/>
            </a:solidFill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7207" name="Line 49">
              <a:extLst>
                <a:ext uri="{FF2B5EF4-FFF2-40B4-BE49-F238E27FC236}">
                  <a16:creationId xmlns:a16="http://schemas.microsoft.com/office/drawing/2014/main" id="{3FAC456B-C3ED-46AE-B1A6-C7503B4B9B9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9511362">
              <a:off x="1251" y="3129"/>
              <a:ext cx="61" cy="9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7208" name="Object 50">
              <a:extLst>
                <a:ext uri="{FF2B5EF4-FFF2-40B4-BE49-F238E27FC236}">
                  <a16:creationId xmlns:a16="http://schemas.microsoft.com/office/drawing/2014/main" id="{7098F12F-9E5C-4D14-B994-ACD6611AA2F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90" y="3099"/>
            <a:ext cx="150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13" name="Equation" r:id="rId17" imgW="162059" imgH="266558" progId="Equation.3">
                    <p:embed/>
                  </p:oleObj>
                </mc:Choice>
                <mc:Fallback>
                  <p:oleObj name="Equation" r:id="rId17" imgW="162059" imgH="266558" progId="Equation.3">
                    <p:embed/>
                    <p:pic>
                      <p:nvPicPr>
                        <p:cNvPr id="0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0" y="3099"/>
                          <a:ext cx="150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09" name="Object 51">
              <a:extLst>
                <a:ext uri="{FF2B5EF4-FFF2-40B4-BE49-F238E27FC236}">
                  <a16:creationId xmlns:a16="http://schemas.microsoft.com/office/drawing/2014/main" id="{4519A6F8-31D8-47AF-AC04-F15D1475A83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93" y="2515"/>
            <a:ext cx="264" cy="2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14" name="Equation" r:id="rId19" imgW="352573" imgH="314171" progId="Equation.DSMT4">
                    <p:embed/>
                  </p:oleObj>
                </mc:Choice>
                <mc:Fallback>
                  <p:oleObj name="Equation" r:id="rId19" imgW="352573" imgH="314171" progId="Equation.DSMT4">
                    <p:embed/>
                    <p:pic>
                      <p:nvPicPr>
                        <p:cNvPr id="0" name="Object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3" y="2515"/>
                          <a:ext cx="264" cy="2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10" name="Line 52">
              <a:extLst>
                <a:ext uri="{FF2B5EF4-FFF2-40B4-BE49-F238E27FC236}">
                  <a16:creationId xmlns:a16="http://schemas.microsoft.com/office/drawing/2014/main" id="{2FF714B8-0A04-4D5A-A600-814F176762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80" y="2622"/>
              <a:ext cx="409" cy="37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11" name="Line 53">
              <a:extLst>
                <a:ext uri="{FF2B5EF4-FFF2-40B4-BE49-F238E27FC236}">
                  <a16:creationId xmlns:a16="http://schemas.microsoft.com/office/drawing/2014/main" id="{7BF11E42-A360-45E6-9D46-AF407FCBD7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36" y="3227"/>
              <a:ext cx="4" cy="354"/>
            </a:xfrm>
            <a:prstGeom prst="line">
              <a:avLst/>
            </a:prstGeom>
            <a:noFill/>
            <a:ln w="57150">
              <a:solidFill>
                <a:srgbClr val="66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7212" name="Object 54">
              <a:extLst>
                <a:ext uri="{FF2B5EF4-FFF2-40B4-BE49-F238E27FC236}">
                  <a16:creationId xmlns:a16="http://schemas.microsoft.com/office/drawing/2014/main" id="{48FEED40-1DBB-4AD9-B25F-7882030978A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75" y="3238"/>
            <a:ext cx="352" cy="2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15" name="Equation" r:id="rId21" imgW="543088" imgH="314171" progId="Equation.DSMT4">
                    <p:embed/>
                  </p:oleObj>
                </mc:Choice>
                <mc:Fallback>
                  <p:oleObj name="Equation" r:id="rId21" imgW="543088" imgH="314171" progId="Equation.DSMT4">
                    <p:embed/>
                    <p:pic>
                      <p:nvPicPr>
                        <p:cNvPr id="0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75" y="3238"/>
                          <a:ext cx="352" cy="2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9991" name="Text Box 55">
            <a:extLst>
              <a:ext uri="{FF2B5EF4-FFF2-40B4-BE49-F238E27FC236}">
                <a16:creationId xmlns:a16="http://schemas.microsoft.com/office/drawing/2014/main" id="{8790EF97-3977-48AE-8611-1EA567AD1D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9838" y="3679825"/>
            <a:ext cx="36306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</a:rPr>
              <a:t>——</a:t>
            </a:r>
            <a:r>
              <a:rPr kumimoji="1" lang="zh-CN" altLang="en-US" sz="2800" b="1">
                <a:latin typeface="Times New Roman" panose="02020603050405020304" pitchFamily="18" charset="0"/>
              </a:rPr>
              <a:t>电子的进动</a:t>
            </a:r>
          </a:p>
        </p:txBody>
      </p:sp>
      <p:graphicFrame>
        <p:nvGraphicFramePr>
          <p:cNvPr id="39992" name="Object 56">
            <a:extLst>
              <a:ext uri="{FF2B5EF4-FFF2-40B4-BE49-F238E27FC236}">
                <a16:creationId xmlns:a16="http://schemas.microsoft.com/office/drawing/2014/main" id="{07A213A0-9904-443F-8A46-1DEEC39A5B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51625" y="3754438"/>
          <a:ext cx="61753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16" name="Equation" r:id="rId23" imgW="580913" imgH="314171" progId="Equation.DSMT4">
                  <p:embed/>
                </p:oleObj>
              </mc:Choice>
              <mc:Fallback>
                <p:oleObj name="Equation" r:id="rId23" imgW="580913" imgH="314171" progId="Equation.DSMT4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1625" y="3754438"/>
                        <a:ext cx="617538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93" name="Object 57">
            <a:extLst>
              <a:ext uri="{FF2B5EF4-FFF2-40B4-BE49-F238E27FC236}">
                <a16:creationId xmlns:a16="http://schemas.microsoft.com/office/drawing/2014/main" id="{5BF287D4-1936-4E1C-816B-9612731FCA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29475" y="3738563"/>
          <a:ext cx="690563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17" name="Equation" r:id="rId25" imgW="647541" imgH="380897" progId="Equation.DSMT4">
                  <p:embed/>
                </p:oleObj>
              </mc:Choice>
              <mc:Fallback>
                <p:oleObj name="Equation" r:id="rId25" imgW="647541" imgH="380897" progId="Equation.DSMT4">
                  <p:embed/>
                  <p:pic>
                    <p:nvPicPr>
                      <p:cNvPr id="0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9475" y="3738563"/>
                        <a:ext cx="690563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96" name="Line 60">
            <a:extLst>
              <a:ext uri="{FF2B5EF4-FFF2-40B4-BE49-F238E27FC236}">
                <a16:creationId xmlns:a16="http://schemas.microsoft.com/office/drawing/2014/main" id="{4EA5D69A-E30C-4E4B-B1BC-06A91244CA1B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2388" y="3967163"/>
            <a:ext cx="287337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9" name="Group 61">
            <a:extLst>
              <a:ext uri="{FF2B5EF4-FFF2-40B4-BE49-F238E27FC236}">
                <a16:creationId xmlns:a16="http://schemas.microsoft.com/office/drawing/2014/main" id="{1F9CF89F-C922-4BED-A9EB-8B2017CA40C0}"/>
              </a:ext>
            </a:extLst>
          </p:cNvPr>
          <p:cNvGrpSpPr>
            <a:grpSpLocks/>
          </p:cNvGrpSpPr>
          <p:nvPr/>
        </p:nvGrpSpPr>
        <p:grpSpPr bwMode="auto">
          <a:xfrm>
            <a:off x="6127750" y="390525"/>
            <a:ext cx="2173288" cy="693738"/>
            <a:chOff x="2828" y="90"/>
            <a:chExt cx="1369" cy="437"/>
          </a:xfrm>
        </p:grpSpPr>
        <p:graphicFrame>
          <p:nvGraphicFramePr>
            <p:cNvPr id="7198" name="Object 62">
              <a:extLst>
                <a:ext uri="{FF2B5EF4-FFF2-40B4-BE49-F238E27FC236}">
                  <a16:creationId xmlns:a16="http://schemas.microsoft.com/office/drawing/2014/main" id="{02DA975B-4467-42B8-B5EF-F91A17087E5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98" y="164"/>
            <a:ext cx="999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18" name="公式" r:id="rId27" imgW="1666741" imgH="352399" progId="Equation.3">
                    <p:embed/>
                  </p:oleObj>
                </mc:Choice>
                <mc:Fallback>
                  <p:oleObj name="公式" r:id="rId27" imgW="1666741" imgH="352399" progId="Equation.3">
                    <p:embed/>
                    <p:pic>
                      <p:nvPicPr>
                        <p:cNvPr id="0" name="Object 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98" y="164"/>
                          <a:ext cx="999" cy="296"/>
                        </a:xfrm>
                        <a:prstGeom prst="rect">
                          <a:avLst/>
                        </a:prstGeom>
                        <a:noFill/>
                        <a:ln w="38100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99" name="Object 63">
              <a:extLst>
                <a:ext uri="{FF2B5EF4-FFF2-40B4-BE49-F238E27FC236}">
                  <a16:creationId xmlns:a16="http://schemas.microsoft.com/office/drawing/2014/main" id="{7C125EF8-2F09-4306-912E-8BAD5349766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28" y="90"/>
            <a:ext cx="370" cy="4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19" name="剪辑" r:id="rId29" imgW="3171771" imgH="2924149" progId="MS_ClipArt_Gallery.2">
                    <p:embed/>
                  </p:oleObj>
                </mc:Choice>
                <mc:Fallback>
                  <p:oleObj name="剪辑" r:id="rId29" imgW="3171771" imgH="2924149" progId="MS_ClipArt_Gallery.2">
                    <p:embed/>
                    <p:pic>
                      <p:nvPicPr>
                        <p:cNvPr id="0" name="Object 6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28" y="90"/>
                          <a:ext cx="370" cy="4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0000" name="Object 64">
            <a:extLst>
              <a:ext uri="{FF2B5EF4-FFF2-40B4-BE49-F238E27FC236}">
                <a16:creationId xmlns:a16="http://schemas.microsoft.com/office/drawing/2014/main" id="{1315B34D-140E-4E6D-978E-D710E486A832}"/>
              </a:ext>
            </a:extLst>
          </p:cNvPr>
          <p:cNvGraphicFramePr>
            <a:graphicFrameLocks noGrp="1" noChangeAspect="1"/>
          </p:cNvGraphicFramePr>
          <p:nvPr>
            <p:ph/>
          </p:nvPr>
        </p:nvGraphicFramePr>
        <p:xfrm>
          <a:off x="4075113" y="4714875"/>
          <a:ext cx="2692400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0" name="Equation" r:id="rId31" imgW="2438400" imgH="685800" progId="Equation.DSMT4">
                  <p:embed/>
                </p:oleObj>
              </mc:Choice>
              <mc:Fallback>
                <p:oleObj name="Equation" r:id="rId31" imgW="2438400" imgH="685800" progId="Equation.DSMT4">
                  <p:embed/>
                  <p:pic>
                    <p:nvPicPr>
                      <p:cNvPr id="0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5113" y="4714875"/>
                        <a:ext cx="2692400" cy="757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001" name="Text Box 65">
            <a:extLst>
              <a:ext uri="{FF2B5EF4-FFF2-40B4-BE49-F238E27FC236}">
                <a16:creationId xmlns:a16="http://schemas.microsoft.com/office/drawing/2014/main" id="{25AE8A43-D500-439E-B380-455600C2CB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7188" y="5465763"/>
            <a:ext cx="33115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——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附加磁矩</a:t>
            </a:r>
          </a:p>
        </p:txBody>
      </p:sp>
      <p:grpSp>
        <p:nvGrpSpPr>
          <p:cNvPr id="10" name="Group 66">
            <a:extLst>
              <a:ext uri="{FF2B5EF4-FFF2-40B4-BE49-F238E27FC236}">
                <a16:creationId xmlns:a16="http://schemas.microsoft.com/office/drawing/2014/main" id="{E4D6D8C1-412E-48FA-BA75-16B0A92C1E64}"/>
              </a:ext>
            </a:extLst>
          </p:cNvPr>
          <p:cNvGrpSpPr>
            <a:grpSpLocks/>
          </p:cNvGrpSpPr>
          <p:nvPr/>
        </p:nvGrpSpPr>
        <p:grpSpPr bwMode="auto">
          <a:xfrm>
            <a:off x="2330450" y="2649538"/>
            <a:ext cx="361950" cy="304800"/>
            <a:chOff x="2498" y="2015"/>
            <a:chExt cx="228" cy="192"/>
          </a:xfrm>
        </p:grpSpPr>
        <p:sp>
          <p:nvSpPr>
            <p:cNvPr id="7196" name="Oval 67">
              <a:extLst>
                <a:ext uri="{FF2B5EF4-FFF2-40B4-BE49-F238E27FC236}">
                  <a16:creationId xmlns:a16="http://schemas.microsoft.com/office/drawing/2014/main" id="{0C9E840F-368A-451E-AD59-C8956D2C38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3" y="2066"/>
              <a:ext cx="94" cy="9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7197" name="Text Box 68">
              <a:extLst>
                <a:ext uri="{FF2B5EF4-FFF2-40B4-BE49-F238E27FC236}">
                  <a16:creationId xmlns:a16="http://schemas.microsoft.com/office/drawing/2014/main" id="{9B285C59-B0A0-46A9-896D-4FC063B77A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8" y="2015"/>
              <a:ext cx="2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－</a:t>
              </a:r>
            </a:p>
          </p:txBody>
        </p:sp>
      </p:grpSp>
      <p:grpSp>
        <p:nvGrpSpPr>
          <p:cNvPr id="11" name="Group 69">
            <a:extLst>
              <a:ext uri="{FF2B5EF4-FFF2-40B4-BE49-F238E27FC236}">
                <a16:creationId xmlns:a16="http://schemas.microsoft.com/office/drawing/2014/main" id="{6A7BB9BB-681F-4300-81AE-F33CBDA731D6}"/>
              </a:ext>
            </a:extLst>
          </p:cNvPr>
          <p:cNvGrpSpPr>
            <a:grpSpLocks/>
          </p:cNvGrpSpPr>
          <p:nvPr/>
        </p:nvGrpSpPr>
        <p:grpSpPr bwMode="auto">
          <a:xfrm>
            <a:off x="2074863" y="4921250"/>
            <a:ext cx="361950" cy="304800"/>
            <a:chOff x="2498" y="2015"/>
            <a:chExt cx="228" cy="192"/>
          </a:xfrm>
        </p:grpSpPr>
        <p:sp>
          <p:nvSpPr>
            <p:cNvPr id="7194" name="Oval 70">
              <a:extLst>
                <a:ext uri="{FF2B5EF4-FFF2-40B4-BE49-F238E27FC236}">
                  <a16:creationId xmlns:a16="http://schemas.microsoft.com/office/drawing/2014/main" id="{2693E4D6-EC6D-476D-AA01-DC28E36234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3" y="2066"/>
              <a:ext cx="94" cy="9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7195" name="Text Box 71">
              <a:extLst>
                <a:ext uri="{FF2B5EF4-FFF2-40B4-BE49-F238E27FC236}">
                  <a16:creationId xmlns:a16="http://schemas.microsoft.com/office/drawing/2014/main" id="{2436CF02-8DB3-44AE-8542-20F0FDD0FA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8" y="2015"/>
              <a:ext cx="2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－</a:t>
              </a:r>
            </a:p>
          </p:txBody>
        </p:sp>
      </p:grpSp>
      <p:sp>
        <p:nvSpPr>
          <p:cNvPr id="40008" name="Line 72">
            <a:extLst>
              <a:ext uri="{FF2B5EF4-FFF2-40B4-BE49-F238E27FC236}">
                <a16:creationId xmlns:a16="http://schemas.microsoft.com/office/drawing/2014/main" id="{D79F8FD3-FB68-42C3-9057-66B6CA6EF60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47863" y="2941638"/>
            <a:ext cx="615950" cy="5619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189" name="Text Box 75">
            <a:extLst>
              <a:ext uri="{FF2B5EF4-FFF2-40B4-BE49-F238E27FC236}">
                <a16:creationId xmlns:a16="http://schemas.microsoft.com/office/drawing/2014/main" id="{748030CF-1F8F-4C6F-91BA-C8ED0F7354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4100" y="6440488"/>
            <a:ext cx="4159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1FB314D0-3462-4B5E-AD51-1AA7FD49EF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67275" y="2211388"/>
          <a:ext cx="1322388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1" name="Equation" r:id="rId33" imgW="545863" imgH="418918" progId="Equation.DSMT4">
                  <p:embed/>
                </p:oleObj>
              </mc:Choice>
              <mc:Fallback>
                <p:oleObj name="Equation" r:id="rId33" imgW="545863" imgH="418918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7275" y="2211388"/>
                        <a:ext cx="1322388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7E91B19F-F5A6-42B5-9D34-E11B447B57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40288" y="2978150"/>
          <a:ext cx="1039812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2" name="Equation" r:id="rId35" imgW="482181" imgH="215713" progId="Equation.DSMT4">
                  <p:embed/>
                </p:oleObj>
              </mc:Choice>
              <mc:Fallback>
                <p:oleObj name="Equation" r:id="rId35" imgW="482181" imgH="215713" progId="Equation.DSMT4">
                  <p:embed/>
                  <p:pic>
                    <p:nvPicPr>
                      <p:cNvPr id="0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0288" y="2978150"/>
                        <a:ext cx="1039812" cy="46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" name="Text Box 65">
            <a:extLst>
              <a:ext uri="{FF2B5EF4-FFF2-40B4-BE49-F238E27FC236}">
                <a16:creationId xmlns:a16="http://schemas.microsoft.com/office/drawing/2014/main" id="{8F67321A-747A-4DC7-A344-B60BA7345A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3325" y="5905500"/>
            <a:ext cx="4983163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附加磁矩的方向始终与外磁场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方向相反</a:t>
            </a:r>
          </a:p>
        </p:txBody>
      </p:sp>
      <p:sp>
        <p:nvSpPr>
          <p:cNvPr id="7193" name="灯片编号占位符 12">
            <a:extLst>
              <a:ext uri="{FF2B5EF4-FFF2-40B4-BE49-F238E27FC236}">
                <a16:creationId xmlns:a16="http://schemas.microsoft.com/office/drawing/2014/main" id="{9E6711B4-6EA1-4D0E-A83F-272F9EAEA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E516B42-9BF5-461C-9E30-5E0F55048303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zh-CN" sz="1400"/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99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99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99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99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99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99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99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99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40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39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99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99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99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99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99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99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99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99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99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99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399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399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0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0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400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400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400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400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8" grpId="0" autoUpdateAnimBg="0"/>
      <p:bldP spid="39958" grpId="0" autoUpdateAnimBg="0"/>
      <p:bldP spid="39991" grpId="0" autoUpdateAnimBg="0"/>
      <p:bldP spid="40001" grpId="0" autoUpdateAnimBg="0"/>
      <p:bldP spid="73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40" name="AutoShape 180">
            <a:extLst>
              <a:ext uri="{FF2B5EF4-FFF2-40B4-BE49-F238E27FC236}">
                <a16:creationId xmlns:a16="http://schemas.microsoft.com/office/drawing/2014/main" id="{9100C151-32D0-4CEC-BBC3-829516EF402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032500" y="1497013"/>
            <a:ext cx="685800" cy="1828800"/>
          </a:xfrm>
          <a:prstGeom prst="can">
            <a:avLst>
              <a:gd name="adj" fmla="val 34815"/>
            </a:avLst>
          </a:prstGeom>
          <a:gradFill rotWithShape="1">
            <a:gsLst>
              <a:gs pos="0">
                <a:srgbClr val="184718"/>
              </a:gs>
              <a:gs pos="50000">
                <a:srgbClr val="339933"/>
              </a:gs>
              <a:gs pos="100000">
                <a:srgbClr val="184718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41111" name="AutoShape 151">
            <a:extLst>
              <a:ext uri="{FF2B5EF4-FFF2-40B4-BE49-F238E27FC236}">
                <a16:creationId xmlns:a16="http://schemas.microsoft.com/office/drawing/2014/main" id="{12ABBDDA-0F1A-46DD-A40D-5010286D7EB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485900" y="1409700"/>
            <a:ext cx="685800" cy="1828800"/>
          </a:xfrm>
          <a:prstGeom prst="can">
            <a:avLst>
              <a:gd name="adj" fmla="val 34815"/>
            </a:avLst>
          </a:prstGeom>
          <a:gradFill rotWithShape="1">
            <a:gsLst>
              <a:gs pos="0">
                <a:srgbClr val="184718"/>
              </a:gs>
              <a:gs pos="50000">
                <a:srgbClr val="339933"/>
              </a:gs>
              <a:gs pos="100000">
                <a:srgbClr val="184718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40962" name="Text Box 2">
            <a:extLst>
              <a:ext uri="{FF2B5EF4-FFF2-40B4-BE49-F238E27FC236}">
                <a16:creationId xmlns:a16="http://schemas.microsoft.com/office/drawing/2014/main" id="{900EED93-E43D-44C3-B2F6-21284E9DD2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675" y="388938"/>
            <a:ext cx="70040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>
                <a:latin typeface="Times New Roman" panose="02020603050405020304" pitchFamily="18" charset="0"/>
              </a:rPr>
              <a:t>3</a:t>
            </a:r>
            <a:r>
              <a:rPr kumimoji="1" lang="zh-CN" altLang="en-US" sz="2800" b="1">
                <a:latin typeface="Times New Roman" panose="02020603050405020304" pitchFamily="18" charset="0"/>
              </a:rPr>
              <a:t>）顺磁、抗磁特性的微观解释</a:t>
            </a:r>
          </a:p>
        </p:txBody>
      </p:sp>
      <p:sp>
        <p:nvSpPr>
          <p:cNvPr id="40963" name="Text Box 3">
            <a:extLst>
              <a:ext uri="{FF2B5EF4-FFF2-40B4-BE49-F238E27FC236}">
                <a16:creationId xmlns:a16="http://schemas.microsoft.com/office/drawing/2014/main" id="{3C8FEA27-5443-4BDF-8A59-09946B252B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563" y="960438"/>
            <a:ext cx="30702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</a:rPr>
              <a:t>1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º</a:t>
            </a:r>
            <a:r>
              <a:rPr kumimoji="1" lang="en-US" altLang="zh-CN" sz="2800" b="1"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宋体" panose="02010600030101010101" pitchFamily="2" charset="-122"/>
              </a:rPr>
              <a:t>顺磁性</a:t>
            </a:r>
          </a:p>
        </p:txBody>
      </p:sp>
      <p:graphicFrame>
        <p:nvGraphicFramePr>
          <p:cNvPr id="40965" name="Object 5">
            <a:extLst>
              <a:ext uri="{FF2B5EF4-FFF2-40B4-BE49-F238E27FC236}">
                <a16:creationId xmlns:a16="http://schemas.microsoft.com/office/drawing/2014/main" id="{47E49600-6B94-4DC6-9FC8-A471663E6F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70000" y="1485900"/>
          <a:ext cx="9652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31" name="Equation" r:id="rId3" imgW="964781" imgH="495085" progId="Equation.DSMT4">
                  <p:embed/>
                </p:oleObj>
              </mc:Choice>
              <mc:Fallback>
                <p:oleObj name="Equation" r:id="rId3" imgW="964781" imgH="495085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0000" y="1485900"/>
                        <a:ext cx="9652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6" name="Object 6">
            <a:extLst>
              <a:ext uri="{FF2B5EF4-FFF2-40B4-BE49-F238E27FC236}">
                <a16:creationId xmlns:a16="http://schemas.microsoft.com/office/drawing/2014/main" id="{03591640-BA39-4DE0-B4F4-16824C7D78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9638" y="2708275"/>
          <a:ext cx="17780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32" name="Equation" r:id="rId5" imgW="1777229" imgH="482391" progId="Equation.DSMT4">
                  <p:embed/>
                </p:oleObj>
              </mc:Choice>
              <mc:Fallback>
                <p:oleObj name="Equation" r:id="rId5" imgW="1777229" imgH="482391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9638" y="2708275"/>
                        <a:ext cx="17780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7" name="Rectangle 7">
            <a:extLst>
              <a:ext uri="{FF2B5EF4-FFF2-40B4-BE49-F238E27FC236}">
                <a16:creationId xmlns:a16="http://schemas.microsoft.com/office/drawing/2014/main" id="{23956836-165A-4816-9C67-764FC87A8C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2079625"/>
            <a:ext cx="1600200" cy="609600"/>
          </a:xfrm>
          <a:prstGeom prst="rect">
            <a:avLst/>
          </a:prstGeom>
          <a:solidFill>
            <a:srgbClr val="004B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pSp>
        <p:nvGrpSpPr>
          <p:cNvPr id="2" name="Group 9">
            <a:extLst>
              <a:ext uri="{FF2B5EF4-FFF2-40B4-BE49-F238E27FC236}">
                <a16:creationId xmlns:a16="http://schemas.microsoft.com/office/drawing/2014/main" id="{0AB016DA-39C9-4C58-840E-D70AC1C48D79}"/>
              </a:ext>
            </a:extLst>
          </p:cNvPr>
          <p:cNvGrpSpPr>
            <a:grpSpLocks/>
          </p:cNvGrpSpPr>
          <p:nvPr/>
        </p:nvGrpSpPr>
        <p:grpSpPr bwMode="auto">
          <a:xfrm>
            <a:off x="2971800" y="1477963"/>
            <a:ext cx="2057400" cy="525462"/>
            <a:chOff x="3072" y="212"/>
            <a:chExt cx="1296" cy="331"/>
          </a:xfrm>
        </p:grpSpPr>
        <p:sp>
          <p:nvSpPr>
            <p:cNvPr id="12457" name="Line 10">
              <a:extLst>
                <a:ext uri="{FF2B5EF4-FFF2-40B4-BE49-F238E27FC236}">
                  <a16:creationId xmlns:a16="http://schemas.microsoft.com/office/drawing/2014/main" id="{2546F5C5-6C1B-4945-990C-A3AEB64C38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543"/>
              <a:ext cx="1296" cy="0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2458" name="Object 11">
              <a:extLst>
                <a:ext uri="{FF2B5EF4-FFF2-40B4-BE49-F238E27FC236}">
                  <a16:creationId xmlns:a16="http://schemas.microsoft.com/office/drawing/2014/main" id="{FA75C252-E648-4D9F-B6C0-7EE7C1D7DA7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64" y="212"/>
            <a:ext cx="255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33" name="Equation" r:id="rId7" imgW="406048" imgH="494870" progId="Equation.DSMT4">
                    <p:embed/>
                  </p:oleObj>
                </mc:Choice>
                <mc:Fallback>
                  <p:oleObj name="Equation" r:id="rId7" imgW="406048" imgH="494870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4" y="212"/>
                          <a:ext cx="255" cy="3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0972" name="Object 12">
            <a:extLst>
              <a:ext uri="{FF2B5EF4-FFF2-40B4-BE49-F238E27FC236}">
                <a16:creationId xmlns:a16="http://schemas.microsoft.com/office/drawing/2014/main" id="{D0A8FE64-40FF-418A-8268-D4F7E155E3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89275" y="2724150"/>
          <a:ext cx="1870075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34" name="Equation" r:id="rId9" imgW="2019300" imgH="533400" progId="Equation.DSMT4">
                  <p:embed/>
                </p:oleObj>
              </mc:Choice>
              <mc:Fallback>
                <p:oleObj name="Equation" r:id="rId9" imgW="2019300" imgH="5334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9275" y="2724150"/>
                        <a:ext cx="1870075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3">
            <a:extLst>
              <a:ext uri="{FF2B5EF4-FFF2-40B4-BE49-F238E27FC236}">
                <a16:creationId xmlns:a16="http://schemas.microsoft.com/office/drawing/2014/main" id="{3BB147ED-2842-4B03-82C0-5C0741C99CEC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2003425"/>
            <a:ext cx="1417638" cy="628650"/>
            <a:chOff x="628" y="1008"/>
            <a:chExt cx="768" cy="384"/>
          </a:xfrm>
        </p:grpSpPr>
        <p:grpSp>
          <p:nvGrpSpPr>
            <p:cNvPr id="12430" name="Group 14">
              <a:extLst>
                <a:ext uri="{FF2B5EF4-FFF2-40B4-BE49-F238E27FC236}">
                  <a16:creationId xmlns:a16="http://schemas.microsoft.com/office/drawing/2014/main" id="{C9939B48-152D-4F5B-95C5-C88FA33B9B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8" y="1008"/>
              <a:ext cx="144" cy="148"/>
              <a:chOff x="717" y="1826"/>
              <a:chExt cx="194" cy="196"/>
            </a:xfrm>
          </p:grpSpPr>
          <p:sp>
            <p:nvSpPr>
              <p:cNvPr id="12455" name="Oval 15">
                <a:extLst>
                  <a:ext uri="{FF2B5EF4-FFF2-40B4-BE49-F238E27FC236}">
                    <a16:creationId xmlns:a16="http://schemas.microsoft.com/office/drawing/2014/main" id="{8A15DC3F-C70D-46A9-8DE9-04EB3C1C11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288722">
                <a:off x="717" y="1974"/>
                <a:ext cx="194" cy="48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2456" name="Line 16">
                <a:extLst>
                  <a:ext uri="{FF2B5EF4-FFF2-40B4-BE49-F238E27FC236}">
                    <a16:creationId xmlns:a16="http://schemas.microsoft.com/office/drawing/2014/main" id="{69E07C84-A607-4F0F-8B63-75F1071B01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288722" flipV="1">
                <a:off x="841" y="1826"/>
                <a:ext cx="20" cy="175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2431" name="Group 17">
              <a:extLst>
                <a:ext uri="{FF2B5EF4-FFF2-40B4-BE49-F238E27FC236}">
                  <a16:creationId xmlns:a16="http://schemas.microsoft.com/office/drawing/2014/main" id="{3772AC3D-9A71-424D-846F-D8AD19B0B095}"/>
                </a:ext>
              </a:extLst>
            </p:cNvPr>
            <p:cNvGrpSpPr>
              <a:grpSpLocks/>
            </p:cNvGrpSpPr>
            <p:nvPr/>
          </p:nvGrpSpPr>
          <p:grpSpPr bwMode="auto">
            <a:xfrm rot="5403686">
              <a:off x="653" y="1174"/>
              <a:ext cx="97" cy="148"/>
              <a:chOff x="717" y="1826"/>
              <a:chExt cx="194" cy="196"/>
            </a:xfrm>
          </p:grpSpPr>
          <p:sp>
            <p:nvSpPr>
              <p:cNvPr id="12453" name="Oval 18">
                <a:extLst>
                  <a:ext uri="{FF2B5EF4-FFF2-40B4-BE49-F238E27FC236}">
                    <a16:creationId xmlns:a16="http://schemas.microsoft.com/office/drawing/2014/main" id="{195BA326-393B-4575-9A75-C021536EB3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288722">
                <a:off x="717" y="1974"/>
                <a:ext cx="194" cy="48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2454" name="Line 19">
                <a:extLst>
                  <a:ext uri="{FF2B5EF4-FFF2-40B4-BE49-F238E27FC236}">
                    <a16:creationId xmlns:a16="http://schemas.microsoft.com/office/drawing/2014/main" id="{304727F5-7796-4160-83FE-86BA50F86B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288722" flipV="1">
                <a:off x="841" y="1826"/>
                <a:ext cx="20" cy="175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2432" name="Group 20">
              <a:extLst>
                <a:ext uri="{FF2B5EF4-FFF2-40B4-BE49-F238E27FC236}">
                  <a16:creationId xmlns:a16="http://schemas.microsoft.com/office/drawing/2014/main" id="{52FA155C-D11F-4BA3-8BC7-4D204790356D}"/>
                </a:ext>
              </a:extLst>
            </p:cNvPr>
            <p:cNvGrpSpPr>
              <a:grpSpLocks/>
            </p:cNvGrpSpPr>
            <p:nvPr/>
          </p:nvGrpSpPr>
          <p:grpSpPr bwMode="auto">
            <a:xfrm rot="5403686">
              <a:off x="841" y="1031"/>
              <a:ext cx="97" cy="148"/>
              <a:chOff x="717" y="1826"/>
              <a:chExt cx="194" cy="196"/>
            </a:xfrm>
          </p:grpSpPr>
          <p:sp>
            <p:nvSpPr>
              <p:cNvPr id="12451" name="Oval 21">
                <a:extLst>
                  <a:ext uri="{FF2B5EF4-FFF2-40B4-BE49-F238E27FC236}">
                    <a16:creationId xmlns:a16="http://schemas.microsoft.com/office/drawing/2014/main" id="{07C65C76-80E9-455E-8F3B-89DEC64AFD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288722">
                <a:off x="717" y="1974"/>
                <a:ext cx="194" cy="48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2452" name="Line 22">
                <a:extLst>
                  <a:ext uri="{FF2B5EF4-FFF2-40B4-BE49-F238E27FC236}">
                    <a16:creationId xmlns:a16="http://schemas.microsoft.com/office/drawing/2014/main" id="{65B99E27-F5A4-478B-A045-DC05C2CB45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288722" flipV="1">
                <a:off x="841" y="1826"/>
                <a:ext cx="20" cy="175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2433" name="Group 23">
              <a:extLst>
                <a:ext uri="{FF2B5EF4-FFF2-40B4-BE49-F238E27FC236}">
                  <a16:creationId xmlns:a16="http://schemas.microsoft.com/office/drawing/2014/main" id="{D13A3C0E-2551-4252-A15B-29901FFA1DC6}"/>
                </a:ext>
              </a:extLst>
            </p:cNvPr>
            <p:cNvGrpSpPr>
              <a:grpSpLocks/>
            </p:cNvGrpSpPr>
            <p:nvPr/>
          </p:nvGrpSpPr>
          <p:grpSpPr bwMode="auto">
            <a:xfrm rot="-6954240">
              <a:off x="749" y="1270"/>
              <a:ext cx="97" cy="148"/>
              <a:chOff x="717" y="1826"/>
              <a:chExt cx="194" cy="196"/>
            </a:xfrm>
          </p:grpSpPr>
          <p:sp>
            <p:nvSpPr>
              <p:cNvPr id="12449" name="Oval 24">
                <a:extLst>
                  <a:ext uri="{FF2B5EF4-FFF2-40B4-BE49-F238E27FC236}">
                    <a16:creationId xmlns:a16="http://schemas.microsoft.com/office/drawing/2014/main" id="{DFD916F8-9E9A-4E9A-A318-20D02FEF34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288722">
                <a:off x="717" y="1974"/>
                <a:ext cx="194" cy="48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2450" name="Line 25">
                <a:extLst>
                  <a:ext uri="{FF2B5EF4-FFF2-40B4-BE49-F238E27FC236}">
                    <a16:creationId xmlns:a16="http://schemas.microsoft.com/office/drawing/2014/main" id="{59004128-478F-46AE-9A5A-412FDD9236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288722" flipV="1">
                <a:off x="841" y="1826"/>
                <a:ext cx="20" cy="175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2434" name="Group 26">
              <a:extLst>
                <a:ext uri="{FF2B5EF4-FFF2-40B4-BE49-F238E27FC236}">
                  <a16:creationId xmlns:a16="http://schemas.microsoft.com/office/drawing/2014/main" id="{36C4AFFE-22DE-4AA7-A85C-61BFA1043704}"/>
                </a:ext>
              </a:extLst>
            </p:cNvPr>
            <p:cNvGrpSpPr>
              <a:grpSpLocks/>
            </p:cNvGrpSpPr>
            <p:nvPr/>
          </p:nvGrpSpPr>
          <p:grpSpPr bwMode="auto">
            <a:xfrm rot="5299120">
              <a:off x="937" y="1174"/>
              <a:ext cx="97" cy="148"/>
              <a:chOff x="717" y="1826"/>
              <a:chExt cx="194" cy="196"/>
            </a:xfrm>
          </p:grpSpPr>
          <p:sp>
            <p:nvSpPr>
              <p:cNvPr id="12447" name="Oval 27">
                <a:extLst>
                  <a:ext uri="{FF2B5EF4-FFF2-40B4-BE49-F238E27FC236}">
                    <a16:creationId xmlns:a16="http://schemas.microsoft.com/office/drawing/2014/main" id="{D6AF4973-FD76-4540-998C-488AD1AA6C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288722">
                <a:off x="717" y="1974"/>
                <a:ext cx="194" cy="48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2448" name="Line 28">
                <a:extLst>
                  <a:ext uri="{FF2B5EF4-FFF2-40B4-BE49-F238E27FC236}">
                    <a16:creationId xmlns:a16="http://schemas.microsoft.com/office/drawing/2014/main" id="{DEF63425-6231-4C76-A39A-13E3E77CF8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288722" flipV="1">
                <a:off x="841" y="1826"/>
                <a:ext cx="20" cy="175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2435" name="Group 29">
              <a:extLst>
                <a:ext uri="{FF2B5EF4-FFF2-40B4-BE49-F238E27FC236}">
                  <a16:creationId xmlns:a16="http://schemas.microsoft.com/office/drawing/2014/main" id="{4B21C7A8-F4D1-4C8C-A5A5-27FD340F6BDB}"/>
                </a:ext>
              </a:extLst>
            </p:cNvPr>
            <p:cNvGrpSpPr>
              <a:grpSpLocks/>
            </p:cNvGrpSpPr>
            <p:nvPr/>
          </p:nvGrpSpPr>
          <p:grpSpPr bwMode="auto">
            <a:xfrm rot="-6954240">
              <a:off x="985" y="1079"/>
              <a:ext cx="97" cy="148"/>
              <a:chOff x="717" y="1826"/>
              <a:chExt cx="194" cy="196"/>
            </a:xfrm>
          </p:grpSpPr>
          <p:sp>
            <p:nvSpPr>
              <p:cNvPr id="12445" name="Oval 30">
                <a:extLst>
                  <a:ext uri="{FF2B5EF4-FFF2-40B4-BE49-F238E27FC236}">
                    <a16:creationId xmlns:a16="http://schemas.microsoft.com/office/drawing/2014/main" id="{EB20398B-EFFB-40DB-BA99-790B0E048C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288722">
                <a:off x="717" y="1974"/>
                <a:ext cx="194" cy="48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2446" name="Line 31">
                <a:extLst>
                  <a:ext uri="{FF2B5EF4-FFF2-40B4-BE49-F238E27FC236}">
                    <a16:creationId xmlns:a16="http://schemas.microsoft.com/office/drawing/2014/main" id="{6CA75567-278E-4572-9848-E6EA1B641E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288722" flipV="1">
                <a:off x="841" y="1826"/>
                <a:ext cx="20" cy="175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2436" name="Group 32">
              <a:extLst>
                <a:ext uri="{FF2B5EF4-FFF2-40B4-BE49-F238E27FC236}">
                  <a16:creationId xmlns:a16="http://schemas.microsoft.com/office/drawing/2014/main" id="{1751C5CD-0DBC-4692-8573-144A9FB4F4EA}"/>
                </a:ext>
              </a:extLst>
            </p:cNvPr>
            <p:cNvGrpSpPr>
              <a:grpSpLocks/>
            </p:cNvGrpSpPr>
            <p:nvPr/>
          </p:nvGrpSpPr>
          <p:grpSpPr bwMode="auto">
            <a:xfrm rot="-6954240">
              <a:off x="1273" y="1223"/>
              <a:ext cx="97" cy="148"/>
              <a:chOff x="717" y="1826"/>
              <a:chExt cx="194" cy="196"/>
            </a:xfrm>
          </p:grpSpPr>
          <p:sp>
            <p:nvSpPr>
              <p:cNvPr id="12443" name="Oval 33">
                <a:extLst>
                  <a:ext uri="{FF2B5EF4-FFF2-40B4-BE49-F238E27FC236}">
                    <a16:creationId xmlns:a16="http://schemas.microsoft.com/office/drawing/2014/main" id="{B3C11CE5-16C4-4949-8B0D-138E43B3A9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288722">
                <a:off x="717" y="1974"/>
                <a:ext cx="194" cy="48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2444" name="Line 34">
                <a:extLst>
                  <a:ext uri="{FF2B5EF4-FFF2-40B4-BE49-F238E27FC236}">
                    <a16:creationId xmlns:a16="http://schemas.microsoft.com/office/drawing/2014/main" id="{96E1B5DB-2E49-459F-9611-75373A18D8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288722" flipV="1">
                <a:off x="841" y="1826"/>
                <a:ext cx="20" cy="175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2437" name="Group 35">
              <a:extLst>
                <a:ext uri="{FF2B5EF4-FFF2-40B4-BE49-F238E27FC236}">
                  <a16:creationId xmlns:a16="http://schemas.microsoft.com/office/drawing/2014/main" id="{B2005ADC-1591-4FC8-AF0B-10DCA9F3F8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60" y="1196"/>
              <a:ext cx="144" cy="148"/>
              <a:chOff x="717" y="1826"/>
              <a:chExt cx="194" cy="196"/>
            </a:xfrm>
          </p:grpSpPr>
          <p:sp>
            <p:nvSpPr>
              <p:cNvPr id="12441" name="Oval 36">
                <a:extLst>
                  <a:ext uri="{FF2B5EF4-FFF2-40B4-BE49-F238E27FC236}">
                    <a16:creationId xmlns:a16="http://schemas.microsoft.com/office/drawing/2014/main" id="{7445536D-C309-4304-88FC-877098CCAF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288722">
                <a:off x="717" y="1974"/>
                <a:ext cx="194" cy="48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2442" name="Line 37">
                <a:extLst>
                  <a:ext uri="{FF2B5EF4-FFF2-40B4-BE49-F238E27FC236}">
                    <a16:creationId xmlns:a16="http://schemas.microsoft.com/office/drawing/2014/main" id="{A523B552-8C66-4082-93F4-956941D794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288722" flipV="1">
                <a:off x="841" y="1826"/>
                <a:ext cx="20" cy="175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2438" name="Group 38">
              <a:extLst>
                <a:ext uri="{FF2B5EF4-FFF2-40B4-BE49-F238E27FC236}">
                  <a16:creationId xmlns:a16="http://schemas.microsoft.com/office/drawing/2014/main" id="{85C32E98-3903-47B2-8F3D-9E27A204EB8C}"/>
                </a:ext>
              </a:extLst>
            </p:cNvPr>
            <p:cNvGrpSpPr>
              <a:grpSpLocks/>
            </p:cNvGrpSpPr>
            <p:nvPr/>
          </p:nvGrpSpPr>
          <p:grpSpPr bwMode="auto">
            <a:xfrm rot="5403686">
              <a:off x="1177" y="1031"/>
              <a:ext cx="97" cy="148"/>
              <a:chOff x="717" y="1826"/>
              <a:chExt cx="194" cy="196"/>
            </a:xfrm>
          </p:grpSpPr>
          <p:sp>
            <p:nvSpPr>
              <p:cNvPr id="12439" name="Oval 39">
                <a:extLst>
                  <a:ext uri="{FF2B5EF4-FFF2-40B4-BE49-F238E27FC236}">
                    <a16:creationId xmlns:a16="http://schemas.microsoft.com/office/drawing/2014/main" id="{63FF679B-CCF9-4ECE-83AB-13398DDC09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288722">
                <a:off x="717" y="1974"/>
                <a:ext cx="194" cy="48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2440" name="Line 40">
                <a:extLst>
                  <a:ext uri="{FF2B5EF4-FFF2-40B4-BE49-F238E27FC236}">
                    <a16:creationId xmlns:a16="http://schemas.microsoft.com/office/drawing/2014/main" id="{B874FA98-90D0-47E2-A974-3F4750B841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288722" flipV="1">
                <a:off x="841" y="1826"/>
                <a:ext cx="20" cy="175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13" name="Group 209">
            <a:extLst>
              <a:ext uri="{FF2B5EF4-FFF2-40B4-BE49-F238E27FC236}">
                <a16:creationId xmlns:a16="http://schemas.microsoft.com/office/drawing/2014/main" id="{8821FFE4-ECC9-42A6-B858-044BE8927A8E}"/>
              </a:ext>
            </a:extLst>
          </p:cNvPr>
          <p:cNvGrpSpPr>
            <a:grpSpLocks/>
          </p:cNvGrpSpPr>
          <p:nvPr/>
        </p:nvGrpSpPr>
        <p:grpSpPr bwMode="auto">
          <a:xfrm>
            <a:off x="3498850" y="2182813"/>
            <a:ext cx="457200" cy="323850"/>
            <a:chOff x="2204" y="1375"/>
            <a:chExt cx="288" cy="204"/>
          </a:xfrm>
        </p:grpSpPr>
        <p:sp>
          <p:nvSpPr>
            <p:cNvPr id="12428" name="Oval 42">
              <a:extLst>
                <a:ext uri="{FF2B5EF4-FFF2-40B4-BE49-F238E27FC236}">
                  <a16:creationId xmlns:a16="http://schemas.microsoft.com/office/drawing/2014/main" id="{7512037C-D955-4FA5-A148-C87D6F8B148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3029">
              <a:off x="2204" y="1487"/>
              <a:ext cx="288" cy="92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2429" name="Line 43">
              <a:extLst>
                <a:ext uri="{FF2B5EF4-FFF2-40B4-BE49-F238E27FC236}">
                  <a16:creationId xmlns:a16="http://schemas.microsoft.com/office/drawing/2014/main" id="{FA1ED4DD-CF0F-4719-BF19-D311522F82D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3029" flipV="1">
              <a:off x="2362" y="1375"/>
              <a:ext cx="9" cy="172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4" name="Group 44">
            <a:extLst>
              <a:ext uri="{FF2B5EF4-FFF2-40B4-BE49-F238E27FC236}">
                <a16:creationId xmlns:a16="http://schemas.microsoft.com/office/drawing/2014/main" id="{D969B96E-7F2D-4969-8656-7FBEB3A018D7}"/>
              </a:ext>
            </a:extLst>
          </p:cNvPr>
          <p:cNvGrpSpPr>
            <a:grpSpLocks/>
          </p:cNvGrpSpPr>
          <p:nvPr/>
        </p:nvGrpSpPr>
        <p:grpSpPr bwMode="auto">
          <a:xfrm>
            <a:off x="5768975" y="2144713"/>
            <a:ext cx="1235075" cy="482600"/>
            <a:chOff x="3518" y="1040"/>
            <a:chExt cx="778" cy="304"/>
          </a:xfrm>
        </p:grpSpPr>
        <p:grpSp>
          <p:nvGrpSpPr>
            <p:cNvPr id="12410" name="Group 45">
              <a:extLst>
                <a:ext uri="{FF2B5EF4-FFF2-40B4-BE49-F238E27FC236}">
                  <a16:creationId xmlns:a16="http://schemas.microsoft.com/office/drawing/2014/main" id="{434F7573-5EA9-4A2C-BC0F-5130F2CAA000}"/>
                </a:ext>
              </a:extLst>
            </p:cNvPr>
            <p:cNvGrpSpPr>
              <a:grpSpLocks/>
            </p:cNvGrpSpPr>
            <p:nvPr/>
          </p:nvGrpSpPr>
          <p:grpSpPr bwMode="auto">
            <a:xfrm rot="2970333">
              <a:off x="3560" y="1008"/>
              <a:ext cx="126" cy="190"/>
              <a:chOff x="3452" y="672"/>
              <a:chExt cx="240" cy="212"/>
            </a:xfrm>
          </p:grpSpPr>
          <p:sp>
            <p:nvSpPr>
              <p:cNvPr id="12426" name="Oval 46">
                <a:extLst>
                  <a:ext uri="{FF2B5EF4-FFF2-40B4-BE49-F238E27FC236}">
                    <a16:creationId xmlns:a16="http://schemas.microsoft.com/office/drawing/2014/main" id="{E761CCF8-406E-48C7-94E7-089C53E905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288722">
                <a:off x="3452" y="792"/>
                <a:ext cx="240" cy="92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2427" name="Line 47">
                <a:extLst>
                  <a:ext uri="{FF2B5EF4-FFF2-40B4-BE49-F238E27FC236}">
                    <a16:creationId xmlns:a16="http://schemas.microsoft.com/office/drawing/2014/main" id="{7F53A752-D13F-4EF9-AF52-C172F46012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288722" flipV="1">
                <a:off x="3600" y="672"/>
                <a:ext cx="40" cy="175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2411" name="Group 48">
              <a:extLst>
                <a:ext uri="{FF2B5EF4-FFF2-40B4-BE49-F238E27FC236}">
                  <a16:creationId xmlns:a16="http://schemas.microsoft.com/office/drawing/2014/main" id="{892134FF-5327-45FB-8472-D1AB1093BDC5}"/>
                </a:ext>
              </a:extLst>
            </p:cNvPr>
            <p:cNvGrpSpPr>
              <a:grpSpLocks/>
            </p:cNvGrpSpPr>
            <p:nvPr/>
          </p:nvGrpSpPr>
          <p:grpSpPr bwMode="auto">
            <a:xfrm rot="5868898">
              <a:off x="3542" y="1176"/>
              <a:ext cx="144" cy="192"/>
              <a:chOff x="3452" y="672"/>
              <a:chExt cx="240" cy="212"/>
            </a:xfrm>
          </p:grpSpPr>
          <p:sp>
            <p:nvSpPr>
              <p:cNvPr id="12424" name="Oval 49">
                <a:extLst>
                  <a:ext uri="{FF2B5EF4-FFF2-40B4-BE49-F238E27FC236}">
                    <a16:creationId xmlns:a16="http://schemas.microsoft.com/office/drawing/2014/main" id="{2932C6D3-775C-4954-BD8E-64C72A4A78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288722">
                <a:off x="3452" y="792"/>
                <a:ext cx="240" cy="92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2425" name="Line 50">
                <a:extLst>
                  <a:ext uri="{FF2B5EF4-FFF2-40B4-BE49-F238E27FC236}">
                    <a16:creationId xmlns:a16="http://schemas.microsoft.com/office/drawing/2014/main" id="{8CFF881E-6C64-4002-9550-08DFE55207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288722" flipV="1">
                <a:off x="3600" y="672"/>
                <a:ext cx="40" cy="175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2412" name="Group 51">
              <a:extLst>
                <a:ext uri="{FF2B5EF4-FFF2-40B4-BE49-F238E27FC236}">
                  <a16:creationId xmlns:a16="http://schemas.microsoft.com/office/drawing/2014/main" id="{8ADFFB27-A8CD-4ADB-B3EB-63F03F02EE01}"/>
                </a:ext>
              </a:extLst>
            </p:cNvPr>
            <p:cNvGrpSpPr>
              <a:grpSpLocks/>
            </p:cNvGrpSpPr>
            <p:nvPr/>
          </p:nvGrpSpPr>
          <p:grpSpPr bwMode="auto">
            <a:xfrm rot="2565710">
              <a:off x="3786" y="1154"/>
              <a:ext cx="126" cy="190"/>
              <a:chOff x="3452" y="672"/>
              <a:chExt cx="240" cy="212"/>
            </a:xfrm>
          </p:grpSpPr>
          <p:sp>
            <p:nvSpPr>
              <p:cNvPr id="12422" name="Oval 52">
                <a:extLst>
                  <a:ext uri="{FF2B5EF4-FFF2-40B4-BE49-F238E27FC236}">
                    <a16:creationId xmlns:a16="http://schemas.microsoft.com/office/drawing/2014/main" id="{28276804-FBEC-4CD3-8725-A7F458D0A4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288722">
                <a:off x="3452" y="792"/>
                <a:ext cx="240" cy="92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2423" name="Line 53">
                <a:extLst>
                  <a:ext uri="{FF2B5EF4-FFF2-40B4-BE49-F238E27FC236}">
                    <a16:creationId xmlns:a16="http://schemas.microsoft.com/office/drawing/2014/main" id="{F7421699-EAF1-44DB-88E2-B81BA4A52E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288722" flipV="1">
                <a:off x="3600" y="672"/>
                <a:ext cx="40" cy="175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2413" name="Group 54">
              <a:extLst>
                <a:ext uri="{FF2B5EF4-FFF2-40B4-BE49-F238E27FC236}">
                  <a16:creationId xmlns:a16="http://schemas.microsoft.com/office/drawing/2014/main" id="{D381FE49-4755-45AB-B370-12A31BFA0585}"/>
                </a:ext>
              </a:extLst>
            </p:cNvPr>
            <p:cNvGrpSpPr>
              <a:grpSpLocks/>
            </p:cNvGrpSpPr>
            <p:nvPr/>
          </p:nvGrpSpPr>
          <p:grpSpPr bwMode="auto">
            <a:xfrm rot="4893287">
              <a:off x="3792" y="1032"/>
              <a:ext cx="144" cy="192"/>
              <a:chOff x="3452" y="672"/>
              <a:chExt cx="240" cy="212"/>
            </a:xfrm>
          </p:grpSpPr>
          <p:sp>
            <p:nvSpPr>
              <p:cNvPr id="12420" name="Oval 55">
                <a:extLst>
                  <a:ext uri="{FF2B5EF4-FFF2-40B4-BE49-F238E27FC236}">
                    <a16:creationId xmlns:a16="http://schemas.microsoft.com/office/drawing/2014/main" id="{3C269F5F-4FEA-4AD8-B643-6760C994BF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288722">
                <a:off x="3452" y="792"/>
                <a:ext cx="240" cy="92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2421" name="Line 56">
                <a:extLst>
                  <a:ext uri="{FF2B5EF4-FFF2-40B4-BE49-F238E27FC236}">
                    <a16:creationId xmlns:a16="http://schemas.microsoft.com/office/drawing/2014/main" id="{3ED2B93A-6F21-477C-A528-DDC77F2357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288722" flipV="1">
                <a:off x="3600" y="672"/>
                <a:ext cx="40" cy="175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2414" name="Group 57">
              <a:extLst>
                <a:ext uri="{FF2B5EF4-FFF2-40B4-BE49-F238E27FC236}">
                  <a16:creationId xmlns:a16="http://schemas.microsoft.com/office/drawing/2014/main" id="{474C01E8-1205-4CC9-A42D-72F6C785C4E0}"/>
                </a:ext>
              </a:extLst>
            </p:cNvPr>
            <p:cNvGrpSpPr>
              <a:grpSpLocks/>
            </p:cNvGrpSpPr>
            <p:nvPr/>
          </p:nvGrpSpPr>
          <p:grpSpPr bwMode="auto">
            <a:xfrm rot="2970333">
              <a:off x="4042" y="1024"/>
              <a:ext cx="126" cy="190"/>
              <a:chOff x="3452" y="672"/>
              <a:chExt cx="240" cy="212"/>
            </a:xfrm>
          </p:grpSpPr>
          <p:sp>
            <p:nvSpPr>
              <p:cNvPr id="12418" name="Oval 58">
                <a:extLst>
                  <a:ext uri="{FF2B5EF4-FFF2-40B4-BE49-F238E27FC236}">
                    <a16:creationId xmlns:a16="http://schemas.microsoft.com/office/drawing/2014/main" id="{292C45AA-4A4B-44F5-AC8D-F741C34956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288722">
                <a:off x="3452" y="792"/>
                <a:ext cx="240" cy="92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2419" name="Line 59">
                <a:extLst>
                  <a:ext uri="{FF2B5EF4-FFF2-40B4-BE49-F238E27FC236}">
                    <a16:creationId xmlns:a16="http://schemas.microsoft.com/office/drawing/2014/main" id="{0D3BAAEF-186F-4EA4-A61C-EE0C6FAD03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288722" flipV="1">
                <a:off x="3600" y="672"/>
                <a:ext cx="40" cy="175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2415" name="Group 60">
              <a:extLst>
                <a:ext uri="{FF2B5EF4-FFF2-40B4-BE49-F238E27FC236}">
                  <a16:creationId xmlns:a16="http://schemas.microsoft.com/office/drawing/2014/main" id="{ECFD9057-049D-49E0-8E12-F261552BF41D}"/>
                </a:ext>
              </a:extLst>
            </p:cNvPr>
            <p:cNvGrpSpPr>
              <a:grpSpLocks/>
            </p:cNvGrpSpPr>
            <p:nvPr/>
          </p:nvGrpSpPr>
          <p:grpSpPr bwMode="auto">
            <a:xfrm rot="5868898">
              <a:off x="4128" y="1176"/>
              <a:ext cx="144" cy="192"/>
              <a:chOff x="3452" y="672"/>
              <a:chExt cx="240" cy="212"/>
            </a:xfrm>
          </p:grpSpPr>
          <p:sp>
            <p:nvSpPr>
              <p:cNvPr id="12416" name="Oval 61">
                <a:extLst>
                  <a:ext uri="{FF2B5EF4-FFF2-40B4-BE49-F238E27FC236}">
                    <a16:creationId xmlns:a16="http://schemas.microsoft.com/office/drawing/2014/main" id="{8F73B76C-A0A5-496C-8D90-2BBA52BB1A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288722">
                <a:off x="3452" y="792"/>
                <a:ext cx="240" cy="92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2417" name="Line 62">
                <a:extLst>
                  <a:ext uri="{FF2B5EF4-FFF2-40B4-BE49-F238E27FC236}">
                    <a16:creationId xmlns:a16="http://schemas.microsoft.com/office/drawing/2014/main" id="{F2C65BE2-A792-472A-AA2D-03BF3A6B50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288722" flipV="1">
                <a:off x="3600" y="672"/>
                <a:ext cx="40" cy="175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41023" name="Object 63">
            <a:extLst>
              <a:ext uri="{FF2B5EF4-FFF2-40B4-BE49-F238E27FC236}">
                <a16:creationId xmlns:a16="http://schemas.microsoft.com/office/drawing/2014/main" id="{5C173997-5301-4A0B-BDB8-159C18472B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29125" y="3533775"/>
          <a:ext cx="395288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35" name="Equation" r:id="rId11" imgW="295315" imgH="238061" progId="Equation.3">
                  <p:embed/>
                </p:oleObj>
              </mc:Choice>
              <mc:Fallback>
                <p:oleObj name="Equation" r:id="rId11" imgW="295315" imgH="238061" progId="Equation.3">
                  <p:embed/>
                  <p:pic>
                    <p:nvPicPr>
                      <p:cNvPr id="0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9125" y="3533775"/>
                        <a:ext cx="395288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24" name="Oval 64">
            <a:extLst>
              <a:ext uri="{FF2B5EF4-FFF2-40B4-BE49-F238E27FC236}">
                <a16:creationId xmlns:a16="http://schemas.microsoft.com/office/drawing/2014/main" id="{B4F9CD9B-960D-4900-A8F4-C476E52C3C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3176588"/>
            <a:ext cx="1181100" cy="1181100"/>
          </a:xfrm>
          <a:prstGeom prst="ellipse">
            <a:avLst/>
          </a:prstGeom>
          <a:noFill/>
          <a:ln w="41275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41025" name="Oval 65">
            <a:extLst>
              <a:ext uri="{FF2B5EF4-FFF2-40B4-BE49-F238E27FC236}">
                <a16:creationId xmlns:a16="http://schemas.microsoft.com/office/drawing/2014/main" id="{CE71B919-121C-430B-A1BC-E4442BE31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3176588"/>
            <a:ext cx="1181100" cy="1181100"/>
          </a:xfrm>
          <a:prstGeom prst="ellipse">
            <a:avLst/>
          </a:prstGeom>
          <a:noFill/>
          <a:ln w="41275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pSp>
        <p:nvGrpSpPr>
          <p:cNvPr id="21" name="Group 66">
            <a:extLst>
              <a:ext uri="{FF2B5EF4-FFF2-40B4-BE49-F238E27FC236}">
                <a16:creationId xmlns:a16="http://schemas.microsoft.com/office/drawing/2014/main" id="{6EAE2A19-A157-4866-B780-F798A229CE4D}"/>
              </a:ext>
            </a:extLst>
          </p:cNvPr>
          <p:cNvGrpSpPr>
            <a:grpSpLocks/>
          </p:cNvGrpSpPr>
          <p:nvPr/>
        </p:nvGrpSpPr>
        <p:grpSpPr bwMode="auto">
          <a:xfrm>
            <a:off x="5943600" y="3481388"/>
            <a:ext cx="304800" cy="304800"/>
            <a:chOff x="1584" y="2400"/>
            <a:chExt cx="192" cy="192"/>
          </a:xfrm>
        </p:grpSpPr>
        <p:sp>
          <p:nvSpPr>
            <p:cNvPr id="12408" name="Oval 67">
              <a:extLst>
                <a:ext uri="{FF2B5EF4-FFF2-40B4-BE49-F238E27FC236}">
                  <a16:creationId xmlns:a16="http://schemas.microsoft.com/office/drawing/2014/main" id="{C749B880-5A85-431C-A800-0AD2A53137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400"/>
              <a:ext cx="192" cy="192"/>
            </a:xfrm>
            <a:prstGeom prst="ellips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2409" name="Line 68">
              <a:extLst>
                <a:ext uri="{FF2B5EF4-FFF2-40B4-BE49-F238E27FC236}">
                  <a16:creationId xmlns:a16="http://schemas.microsoft.com/office/drawing/2014/main" id="{C6016BFC-F849-4912-8C1B-78C54251DA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2448"/>
              <a:ext cx="0" cy="96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2" name="Group 69">
            <a:extLst>
              <a:ext uri="{FF2B5EF4-FFF2-40B4-BE49-F238E27FC236}">
                <a16:creationId xmlns:a16="http://schemas.microsoft.com/office/drawing/2014/main" id="{CBD80D7A-71D0-41CD-9E8D-4693C6B6EDA3}"/>
              </a:ext>
            </a:extLst>
          </p:cNvPr>
          <p:cNvGrpSpPr>
            <a:grpSpLocks/>
          </p:cNvGrpSpPr>
          <p:nvPr/>
        </p:nvGrpSpPr>
        <p:grpSpPr bwMode="auto">
          <a:xfrm>
            <a:off x="5943600" y="3786188"/>
            <a:ext cx="304800" cy="304800"/>
            <a:chOff x="1584" y="2400"/>
            <a:chExt cx="192" cy="192"/>
          </a:xfrm>
        </p:grpSpPr>
        <p:sp>
          <p:nvSpPr>
            <p:cNvPr id="12406" name="Oval 70">
              <a:extLst>
                <a:ext uri="{FF2B5EF4-FFF2-40B4-BE49-F238E27FC236}">
                  <a16:creationId xmlns:a16="http://schemas.microsoft.com/office/drawing/2014/main" id="{6774F788-367C-4104-95E1-38636E0BE3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400"/>
              <a:ext cx="192" cy="192"/>
            </a:xfrm>
            <a:prstGeom prst="ellips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2407" name="Line 71">
              <a:extLst>
                <a:ext uri="{FF2B5EF4-FFF2-40B4-BE49-F238E27FC236}">
                  <a16:creationId xmlns:a16="http://schemas.microsoft.com/office/drawing/2014/main" id="{4A3AC824-2B74-424D-9D42-BB9033E549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2448"/>
              <a:ext cx="0" cy="96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3" name="Group 72">
            <a:extLst>
              <a:ext uri="{FF2B5EF4-FFF2-40B4-BE49-F238E27FC236}">
                <a16:creationId xmlns:a16="http://schemas.microsoft.com/office/drawing/2014/main" id="{D78D55C9-314C-4643-A6AF-C39F239A61AC}"/>
              </a:ext>
            </a:extLst>
          </p:cNvPr>
          <p:cNvGrpSpPr>
            <a:grpSpLocks/>
          </p:cNvGrpSpPr>
          <p:nvPr/>
        </p:nvGrpSpPr>
        <p:grpSpPr bwMode="auto">
          <a:xfrm>
            <a:off x="6172200" y="4014788"/>
            <a:ext cx="304800" cy="304800"/>
            <a:chOff x="1584" y="2400"/>
            <a:chExt cx="192" cy="192"/>
          </a:xfrm>
        </p:grpSpPr>
        <p:sp>
          <p:nvSpPr>
            <p:cNvPr id="12404" name="Oval 73">
              <a:extLst>
                <a:ext uri="{FF2B5EF4-FFF2-40B4-BE49-F238E27FC236}">
                  <a16:creationId xmlns:a16="http://schemas.microsoft.com/office/drawing/2014/main" id="{3DE2F560-7190-423A-9EE6-E9C0473D83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400"/>
              <a:ext cx="192" cy="192"/>
            </a:xfrm>
            <a:prstGeom prst="ellips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2405" name="Line 74">
              <a:extLst>
                <a:ext uri="{FF2B5EF4-FFF2-40B4-BE49-F238E27FC236}">
                  <a16:creationId xmlns:a16="http://schemas.microsoft.com/office/drawing/2014/main" id="{E9500FFF-AF09-41C3-9E9B-5B01A426FA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2448"/>
              <a:ext cx="0" cy="96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4" name="Group 75">
            <a:extLst>
              <a:ext uri="{FF2B5EF4-FFF2-40B4-BE49-F238E27FC236}">
                <a16:creationId xmlns:a16="http://schemas.microsoft.com/office/drawing/2014/main" id="{733F82DA-F384-4E7E-94AB-018672945E91}"/>
              </a:ext>
            </a:extLst>
          </p:cNvPr>
          <p:cNvGrpSpPr>
            <a:grpSpLocks/>
          </p:cNvGrpSpPr>
          <p:nvPr/>
        </p:nvGrpSpPr>
        <p:grpSpPr bwMode="auto">
          <a:xfrm>
            <a:off x="6477000" y="4014788"/>
            <a:ext cx="304800" cy="304800"/>
            <a:chOff x="1584" y="2400"/>
            <a:chExt cx="192" cy="192"/>
          </a:xfrm>
        </p:grpSpPr>
        <p:sp>
          <p:nvSpPr>
            <p:cNvPr id="12402" name="Oval 76">
              <a:extLst>
                <a:ext uri="{FF2B5EF4-FFF2-40B4-BE49-F238E27FC236}">
                  <a16:creationId xmlns:a16="http://schemas.microsoft.com/office/drawing/2014/main" id="{751A6928-25BB-4DC2-97CC-333BA26C80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400"/>
              <a:ext cx="192" cy="192"/>
            </a:xfrm>
            <a:prstGeom prst="ellips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2403" name="Line 77">
              <a:extLst>
                <a:ext uri="{FF2B5EF4-FFF2-40B4-BE49-F238E27FC236}">
                  <a16:creationId xmlns:a16="http://schemas.microsoft.com/office/drawing/2014/main" id="{65B30599-A269-48B9-9211-B0A2F33F93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2448"/>
              <a:ext cx="0" cy="96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5" name="Group 78">
            <a:extLst>
              <a:ext uri="{FF2B5EF4-FFF2-40B4-BE49-F238E27FC236}">
                <a16:creationId xmlns:a16="http://schemas.microsoft.com/office/drawing/2014/main" id="{5A0F0934-B82C-4499-8F55-C01C779F4B1E}"/>
              </a:ext>
            </a:extLst>
          </p:cNvPr>
          <p:cNvGrpSpPr>
            <a:grpSpLocks/>
          </p:cNvGrpSpPr>
          <p:nvPr/>
        </p:nvGrpSpPr>
        <p:grpSpPr bwMode="auto">
          <a:xfrm>
            <a:off x="6705600" y="3786188"/>
            <a:ext cx="304800" cy="304800"/>
            <a:chOff x="1584" y="2400"/>
            <a:chExt cx="192" cy="192"/>
          </a:xfrm>
        </p:grpSpPr>
        <p:sp>
          <p:nvSpPr>
            <p:cNvPr id="12400" name="Oval 79">
              <a:extLst>
                <a:ext uri="{FF2B5EF4-FFF2-40B4-BE49-F238E27FC236}">
                  <a16:creationId xmlns:a16="http://schemas.microsoft.com/office/drawing/2014/main" id="{DAF0A54C-A832-4C86-8AB4-C02F4A4A10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400"/>
              <a:ext cx="192" cy="192"/>
            </a:xfrm>
            <a:prstGeom prst="ellips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2401" name="Line 80">
              <a:extLst>
                <a:ext uri="{FF2B5EF4-FFF2-40B4-BE49-F238E27FC236}">
                  <a16:creationId xmlns:a16="http://schemas.microsoft.com/office/drawing/2014/main" id="{2A959061-521A-4B58-95D0-E475031197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2448"/>
              <a:ext cx="0" cy="96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6" name="Group 81">
            <a:extLst>
              <a:ext uri="{FF2B5EF4-FFF2-40B4-BE49-F238E27FC236}">
                <a16:creationId xmlns:a16="http://schemas.microsoft.com/office/drawing/2014/main" id="{CDF6D788-DB7A-4E90-81AA-962156C4083F}"/>
              </a:ext>
            </a:extLst>
          </p:cNvPr>
          <p:cNvGrpSpPr>
            <a:grpSpLocks/>
          </p:cNvGrpSpPr>
          <p:nvPr/>
        </p:nvGrpSpPr>
        <p:grpSpPr bwMode="auto">
          <a:xfrm>
            <a:off x="6705600" y="3481388"/>
            <a:ext cx="304800" cy="304800"/>
            <a:chOff x="1584" y="2400"/>
            <a:chExt cx="192" cy="192"/>
          </a:xfrm>
        </p:grpSpPr>
        <p:sp>
          <p:nvSpPr>
            <p:cNvPr id="12398" name="Oval 82">
              <a:extLst>
                <a:ext uri="{FF2B5EF4-FFF2-40B4-BE49-F238E27FC236}">
                  <a16:creationId xmlns:a16="http://schemas.microsoft.com/office/drawing/2014/main" id="{FCA5CF1C-3F3F-40DD-BE39-ECB3CC8CE6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400"/>
              <a:ext cx="192" cy="192"/>
            </a:xfrm>
            <a:prstGeom prst="ellips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2399" name="Line 83">
              <a:extLst>
                <a:ext uri="{FF2B5EF4-FFF2-40B4-BE49-F238E27FC236}">
                  <a16:creationId xmlns:a16="http://schemas.microsoft.com/office/drawing/2014/main" id="{ACC331B6-9FD9-4559-BC1D-B137B45767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2448"/>
              <a:ext cx="0" cy="96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7" name="Group 84">
            <a:extLst>
              <a:ext uri="{FF2B5EF4-FFF2-40B4-BE49-F238E27FC236}">
                <a16:creationId xmlns:a16="http://schemas.microsoft.com/office/drawing/2014/main" id="{90784F77-2169-4681-BBD8-D2BA3CF69CFE}"/>
              </a:ext>
            </a:extLst>
          </p:cNvPr>
          <p:cNvGrpSpPr>
            <a:grpSpLocks/>
          </p:cNvGrpSpPr>
          <p:nvPr/>
        </p:nvGrpSpPr>
        <p:grpSpPr bwMode="auto">
          <a:xfrm>
            <a:off x="6499225" y="3232150"/>
            <a:ext cx="304800" cy="304800"/>
            <a:chOff x="1584" y="2400"/>
            <a:chExt cx="192" cy="192"/>
          </a:xfrm>
        </p:grpSpPr>
        <p:sp>
          <p:nvSpPr>
            <p:cNvPr id="12396" name="Oval 85">
              <a:extLst>
                <a:ext uri="{FF2B5EF4-FFF2-40B4-BE49-F238E27FC236}">
                  <a16:creationId xmlns:a16="http://schemas.microsoft.com/office/drawing/2014/main" id="{DE48C4E0-4323-4D13-A873-1EB95D9A83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400"/>
              <a:ext cx="192" cy="192"/>
            </a:xfrm>
            <a:prstGeom prst="ellips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2397" name="Line 86">
              <a:extLst>
                <a:ext uri="{FF2B5EF4-FFF2-40B4-BE49-F238E27FC236}">
                  <a16:creationId xmlns:a16="http://schemas.microsoft.com/office/drawing/2014/main" id="{D5B8EA83-1803-4A24-869C-589286A122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2448"/>
              <a:ext cx="0" cy="96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8" name="Group 87">
            <a:extLst>
              <a:ext uri="{FF2B5EF4-FFF2-40B4-BE49-F238E27FC236}">
                <a16:creationId xmlns:a16="http://schemas.microsoft.com/office/drawing/2014/main" id="{D886800E-3C92-4D97-AC62-42F6427019EC}"/>
              </a:ext>
            </a:extLst>
          </p:cNvPr>
          <p:cNvGrpSpPr>
            <a:grpSpLocks/>
          </p:cNvGrpSpPr>
          <p:nvPr/>
        </p:nvGrpSpPr>
        <p:grpSpPr bwMode="auto">
          <a:xfrm>
            <a:off x="6156325" y="3213100"/>
            <a:ext cx="304800" cy="304800"/>
            <a:chOff x="1584" y="2400"/>
            <a:chExt cx="192" cy="192"/>
          </a:xfrm>
        </p:grpSpPr>
        <p:sp>
          <p:nvSpPr>
            <p:cNvPr id="12394" name="Oval 88">
              <a:extLst>
                <a:ext uri="{FF2B5EF4-FFF2-40B4-BE49-F238E27FC236}">
                  <a16:creationId xmlns:a16="http://schemas.microsoft.com/office/drawing/2014/main" id="{4030AFC9-2A20-459F-9737-7788BF5B3A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400"/>
              <a:ext cx="192" cy="192"/>
            </a:xfrm>
            <a:prstGeom prst="ellips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2395" name="Line 89">
              <a:extLst>
                <a:ext uri="{FF2B5EF4-FFF2-40B4-BE49-F238E27FC236}">
                  <a16:creationId xmlns:a16="http://schemas.microsoft.com/office/drawing/2014/main" id="{61D2E839-E531-4F44-8BAF-E2D85A58EF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2448"/>
              <a:ext cx="0" cy="96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 type="none" w="med" len="lg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9" name="Group 90">
            <a:extLst>
              <a:ext uri="{FF2B5EF4-FFF2-40B4-BE49-F238E27FC236}">
                <a16:creationId xmlns:a16="http://schemas.microsoft.com/office/drawing/2014/main" id="{20B516D8-810B-4A05-87EB-5F8200E9F619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3500438"/>
            <a:ext cx="304800" cy="304800"/>
            <a:chOff x="1584" y="2400"/>
            <a:chExt cx="192" cy="192"/>
          </a:xfrm>
        </p:grpSpPr>
        <p:sp>
          <p:nvSpPr>
            <p:cNvPr id="12392" name="Oval 91">
              <a:extLst>
                <a:ext uri="{FF2B5EF4-FFF2-40B4-BE49-F238E27FC236}">
                  <a16:creationId xmlns:a16="http://schemas.microsoft.com/office/drawing/2014/main" id="{B2A9BF83-FFD8-445F-B944-8A329ABDC8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400"/>
              <a:ext cx="192" cy="192"/>
            </a:xfrm>
            <a:prstGeom prst="ellips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2393" name="Line 92">
              <a:extLst>
                <a:ext uri="{FF2B5EF4-FFF2-40B4-BE49-F238E27FC236}">
                  <a16:creationId xmlns:a16="http://schemas.microsoft.com/office/drawing/2014/main" id="{3D5A793E-8BB3-4DDA-951D-8E2EF9CC00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2448"/>
              <a:ext cx="0" cy="96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0" name="Group 93">
            <a:extLst>
              <a:ext uri="{FF2B5EF4-FFF2-40B4-BE49-F238E27FC236}">
                <a16:creationId xmlns:a16="http://schemas.microsoft.com/office/drawing/2014/main" id="{8A59FE27-B49D-4CCB-875D-C26F14710D43}"/>
              </a:ext>
            </a:extLst>
          </p:cNvPr>
          <p:cNvGrpSpPr>
            <a:grpSpLocks/>
          </p:cNvGrpSpPr>
          <p:nvPr/>
        </p:nvGrpSpPr>
        <p:grpSpPr bwMode="auto">
          <a:xfrm>
            <a:off x="6400800" y="3786188"/>
            <a:ext cx="304800" cy="304800"/>
            <a:chOff x="1584" y="2400"/>
            <a:chExt cx="192" cy="192"/>
          </a:xfrm>
        </p:grpSpPr>
        <p:sp>
          <p:nvSpPr>
            <p:cNvPr id="12390" name="Oval 94">
              <a:extLst>
                <a:ext uri="{FF2B5EF4-FFF2-40B4-BE49-F238E27FC236}">
                  <a16:creationId xmlns:a16="http://schemas.microsoft.com/office/drawing/2014/main" id="{76D60E21-4C5B-4212-85F0-C18B30C7AE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400"/>
              <a:ext cx="192" cy="192"/>
            </a:xfrm>
            <a:prstGeom prst="ellips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2391" name="Line 95">
              <a:extLst>
                <a:ext uri="{FF2B5EF4-FFF2-40B4-BE49-F238E27FC236}">
                  <a16:creationId xmlns:a16="http://schemas.microsoft.com/office/drawing/2014/main" id="{1BDEC0A1-049A-4A13-BD79-82274EDAAE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2448"/>
              <a:ext cx="0" cy="96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1" name="Group 96">
            <a:extLst>
              <a:ext uri="{FF2B5EF4-FFF2-40B4-BE49-F238E27FC236}">
                <a16:creationId xmlns:a16="http://schemas.microsoft.com/office/drawing/2014/main" id="{9B22403B-BD6D-40C0-A7C7-E3AEF62B9083}"/>
              </a:ext>
            </a:extLst>
          </p:cNvPr>
          <p:cNvGrpSpPr>
            <a:grpSpLocks/>
          </p:cNvGrpSpPr>
          <p:nvPr/>
        </p:nvGrpSpPr>
        <p:grpSpPr bwMode="auto">
          <a:xfrm>
            <a:off x="7385050" y="3252788"/>
            <a:ext cx="1039813" cy="1009650"/>
            <a:chOff x="4649" y="2049"/>
            <a:chExt cx="655" cy="636"/>
          </a:xfrm>
        </p:grpSpPr>
        <p:sp>
          <p:nvSpPr>
            <p:cNvPr id="12387" name="Oval 97">
              <a:extLst>
                <a:ext uri="{FF2B5EF4-FFF2-40B4-BE49-F238E27FC236}">
                  <a16:creationId xmlns:a16="http://schemas.microsoft.com/office/drawing/2014/main" id="{DE3A592A-BF58-4498-AF32-9977299652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9" y="2049"/>
              <a:ext cx="655" cy="636"/>
            </a:xfrm>
            <a:prstGeom prst="ellipse">
              <a:avLst/>
            </a:prstGeom>
            <a:noFill/>
            <a:ln w="412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graphicFrame>
          <p:nvGraphicFramePr>
            <p:cNvPr id="12388" name="Object 98">
              <a:extLst>
                <a:ext uri="{FF2B5EF4-FFF2-40B4-BE49-F238E27FC236}">
                  <a16:creationId xmlns:a16="http://schemas.microsoft.com/office/drawing/2014/main" id="{4B3D4254-998D-46D9-8B7F-9AD607337D0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34" y="2220"/>
            <a:ext cx="263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36" name="Equation" r:id="rId13" imgW="238056" imgH="266558" progId="Equation.3">
                    <p:embed/>
                  </p:oleObj>
                </mc:Choice>
                <mc:Fallback>
                  <p:oleObj name="Equation" r:id="rId13" imgW="238056" imgH="266558" progId="Equation.3">
                    <p:embed/>
                    <p:pic>
                      <p:nvPicPr>
                        <p:cNvPr id="0" name="Object 9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34" y="2220"/>
                          <a:ext cx="263" cy="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339966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89" name="Line 99">
              <a:extLst>
                <a:ext uri="{FF2B5EF4-FFF2-40B4-BE49-F238E27FC236}">
                  <a16:creationId xmlns:a16="http://schemas.microsoft.com/office/drawing/2014/main" id="{0BFC78B0-B04C-4A54-9B0C-EC61256F8B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9" y="2334"/>
              <a:ext cx="0" cy="144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1060" name="AutoShape 100">
            <a:extLst>
              <a:ext uri="{FF2B5EF4-FFF2-40B4-BE49-F238E27FC236}">
                <a16:creationId xmlns:a16="http://schemas.microsoft.com/office/drawing/2014/main" id="{BA4EE697-F40D-4BC1-BB88-A41B883F162D}"/>
              </a:ext>
            </a:extLst>
          </p:cNvPr>
          <p:cNvSpPr>
            <a:spLocks noChangeArrowheads="1"/>
          </p:cNvSpPr>
          <p:nvPr/>
        </p:nvSpPr>
        <p:spPr bwMode="auto">
          <a:xfrm rot="5377698">
            <a:off x="2304257" y="2599531"/>
            <a:ext cx="933450" cy="2449513"/>
          </a:xfrm>
          <a:prstGeom prst="can">
            <a:avLst>
              <a:gd name="adj" fmla="val 23459"/>
            </a:avLst>
          </a:prstGeom>
          <a:gradFill rotWithShape="1">
            <a:gsLst>
              <a:gs pos="0">
                <a:srgbClr val="184718"/>
              </a:gs>
              <a:gs pos="50000">
                <a:srgbClr val="339933"/>
              </a:gs>
              <a:gs pos="100000">
                <a:srgbClr val="184718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pSp>
        <p:nvGrpSpPr>
          <p:cNvPr id="14336" name="Group 101">
            <a:extLst>
              <a:ext uri="{FF2B5EF4-FFF2-40B4-BE49-F238E27FC236}">
                <a16:creationId xmlns:a16="http://schemas.microsoft.com/office/drawing/2014/main" id="{34F5382B-0C0D-423F-B8F7-00EB80D8784F}"/>
              </a:ext>
            </a:extLst>
          </p:cNvPr>
          <p:cNvGrpSpPr>
            <a:grpSpLocks/>
          </p:cNvGrpSpPr>
          <p:nvPr/>
        </p:nvGrpSpPr>
        <p:grpSpPr bwMode="auto">
          <a:xfrm>
            <a:off x="5556250" y="1439863"/>
            <a:ext cx="1676400" cy="544512"/>
            <a:chOff x="3360" y="713"/>
            <a:chExt cx="1056" cy="343"/>
          </a:xfrm>
        </p:grpSpPr>
        <p:sp>
          <p:nvSpPr>
            <p:cNvPr id="12385" name="Line 102">
              <a:extLst>
                <a:ext uri="{FF2B5EF4-FFF2-40B4-BE49-F238E27FC236}">
                  <a16:creationId xmlns:a16="http://schemas.microsoft.com/office/drawing/2014/main" id="{2BA8FD35-2F94-4CEC-8976-A0D38E2229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60" y="1043"/>
              <a:ext cx="1056" cy="13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2386" name="Object 103">
              <a:extLst>
                <a:ext uri="{FF2B5EF4-FFF2-40B4-BE49-F238E27FC236}">
                  <a16:creationId xmlns:a16="http://schemas.microsoft.com/office/drawing/2014/main" id="{C46896A9-ACB8-4789-A6B8-FD952517EB3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16" y="713"/>
            <a:ext cx="256" cy="3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37" name="Equation" r:id="rId15" imgW="406048" imgH="494870" progId="Equation.DSMT4">
                    <p:embed/>
                  </p:oleObj>
                </mc:Choice>
                <mc:Fallback>
                  <p:oleObj name="Equation" r:id="rId15" imgW="406048" imgH="494870" progId="Equation.DSMT4">
                    <p:embed/>
                    <p:pic>
                      <p:nvPicPr>
                        <p:cNvPr id="0" name="Object 10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16" y="713"/>
                          <a:ext cx="256" cy="3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337" name="Group 104">
            <a:extLst>
              <a:ext uri="{FF2B5EF4-FFF2-40B4-BE49-F238E27FC236}">
                <a16:creationId xmlns:a16="http://schemas.microsoft.com/office/drawing/2014/main" id="{E6AE0213-3E36-4621-8A3C-D94A5742DAEB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1589088" y="3789363"/>
            <a:ext cx="2767012" cy="71437"/>
            <a:chOff x="3408" y="1776"/>
            <a:chExt cx="1488" cy="0"/>
          </a:xfrm>
        </p:grpSpPr>
        <p:sp>
          <p:nvSpPr>
            <p:cNvPr id="12383" name="Line 105">
              <a:extLst>
                <a:ext uri="{FF2B5EF4-FFF2-40B4-BE49-F238E27FC236}">
                  <a16:creationId xmlns:a16="http://schemas.microsoft.com/office/drawing/2014/main" id="{72F5AD4B-AA42-4B47-8D18-D04AD01163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1776"/>
              <a:ext cx="1272" cy="0"/>
            </a:xfrm>
            <a:prstGeom prst="line">
              <a:avLst/>
            </a:prstGeom>
            <a:noFill/>
            <a:ln w="38100">
              <a:solidFill>
                <a:srgbClr val="00FF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84" name="Freeform 106">
              <a:extLst>
                <a:ext uri="{FF2B5EF4-FFF2-40B4-BE49-F238E27FC236}">
                  <a16:creationId xmlns:a16="http://schemas.microsoft.com/office/drawing/2014/main" id="{8C615E78-8201-45D5-83A0-7BBD8BF8B2FE}"/>
                </a:ext>
              </a:extLst>
            </p:cNvPr>
            <p:cNvSpPr>
              <a:spLocks/>
            </p:cNvSpPr>
            <p:nvPr/>
          </p:nvSpPr>
          <p:spPr bwMode="auto">
            <a:xfrm rot="5321072">
              <a:off x="4750" y="1630"/>
              <a:ext cx="0" cy="292"/>
            </a:xfrm>
            <a:custGeom>
              <a:avLst/>
              <a:gdLst>
                <a:gd name="T0" fmla="*/ 0 w 1"/>
                <a:gd name="T1" fmla="*/ 2 h 376"/>
                <a:gd name="T2" fmla="*/ 0 w 1"/>
                <a:gd name="T3" fmla="*/ 0 h 376"/>
                <a:gd name="T4" fmla="*/ 0 60000 65536"/>
                <a:gd name="T5" fmla="*/ 0 60000 65536"/>
                <a:gd name="T6" fmla="*/ 0 w 1"/>
                <a:gd name="T7" fmla="*/ 0 h 376"/>
                <a:gd name="T8" fmla="*/ 0 w 1"/>
                <a:gd name="T9" fmla="*/ 376 h 37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376">
                  <a:moveTo>
                    <a:pt x="0" y="376"/>
                  </a:moveTo>
                  <a:lnTo>
                    <a:pt x="0" y="0"/>
                  </a:lnTo>
                </a:path>
              </a:pathLst>
            </a:custGeom>
            <a:noFill/>
            <a:ln w="41275">
              <a:solidFill>
                <a:srgbClr val="0099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1067" name="AutoShape 107">
            <a:extLst>
              <a:ext uri="{FF2B5EF4-FFF2-40B4-BE49-F238E27FC236}">
                <a16:creationId xmlns:a16="http://schemas.microsoft.com/office/drawing/2014/main" id="{907DBBDD-1107-4372-A6AF-AEA819C516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3888" y="692150"/>
            <a:ext cx="654050" cy="2133600"/>
          </a:xfrm>
          <a:prstGeom prst="wedgeRectCallout">
            <a:avLst>
              <a:gd name="adj1" fmla="val -79370"/>
              <a:gd name="adj2" fmla="val 68676"/>
            </a:avLst>
          </a:prstGeom>
          <a:solidFill>
            <a:srgbClr val="FFFF00"/>
          </a:solidFill>
          <a:ln w="28575">
            <a:solidFill>
              <a:schemeClr val="accent2"/>
            </a:solidFill>
            <a:miter lim="800000"/>
            <a:headEnd/>
            <a:tailEnd/>
          </a:ln>
        </p:spPr>
        <p:txBody>
          <a:bodyPr vert="eaVert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006E"/>
                </a:solidFill>
                <a:latin typeface="Times New Roman" panose="02020603050405020304" pitchFamily="18" charset="0"/>
              </a:rPr>
              <a:t>磁化面电流</a:t>
            </a:r>
          </a:p>
        </p:txBody>
      </p:sp>
      <p:sp>
        <p:nvSpPr>
          <p:cNvPr id="41068" name="Text Box 108">
            <a:extLst>
              <a:ext uri="{FF2B5EF4-FFF2-40B4-BE49-F238E27FC236}">
                <a16:creationId xmlns:a16="http://schemas.microsoft.com/office/drawing/2014/main" id="{310A6347-563D-4864-AE83-ABA6C6B960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5225" y="5602288"/>
            <a:ext cx="71739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FF0000"/>
                </a:solidFill>
              </a:rPr>
              <a:t>②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B</a:t>
            </a:r>
            <a:r>
              <a:rPr kumimoji="1" lang="en-US" altLang="zh-CN" sz="2800" b="1" baseline="-25000">
                <a:latin typeface="Times New Roman" panose="02020603050405020304" pitchFamily="18" charset="0"/>
              </a:rPr>
              <a:t>0</a:t>
            </a:r>
            <a:r>
              <a:rPr kumimoji="1"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</a:t>
            </a:r>
            <a:r>
              <a:rPr kumimoji="1"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强，</a:t>
            </a:r>
            <a:r>
              <a:rPr kumimoji="1" lang="zh-CN" altLang="en-US" sz="2800" b="1">
                <a:latin typeface="Times New Roman" panose="02020603050405020304" pitchFamily="18" charset="0"/>
              </a:rPr>
              <a:t>温度越低（热运动缓慢）</a:t>
            </a:r>
          </a:p>
        </p:txBody>
      </p:sp>
      <p:graphicFrame>
        <p:nvGraphicFramePr>
          <p:cNvPr id="41069" name="Object 109">
            <a:extLst>
              <a:ext uri="{FF2B5EF4-FFF2-40B4-BE49-F238E27FC236}">
                <a16:creationId xmlns:a16="http://schemas.microsoft.com/office/drawing/2014/main" id="{CAE34EB8-D852-4965-B432-46CD32AF67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92238" y="6129338"/>
          <a:ext cx="768350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38" name="Equation" r:id="rId17" imgW="761669" imgH="469696" progId="Equation.DSMT4">
                  <p:embed/>
                </p:oleObj>
              </mc:Choice>
              <mc:Fallback>
                <p:oleObj name="Equation" r:id="rId17" imgW="761669" imgH="469696" progId="Equation.DSMT4">
                  <p:embed/>
                  <p:pic>
                    <p:nvPicPr>
                      <p:cNvPr id="0" name="Object 1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2238" y="6129338"/>
                        <a:ext cx="768350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70" name="Text Box 110">
            <a:extLst>
              <a:ext uri="{FF2B5EF4-FFF2-40B4-BE49-F238E27FC236}">
                <a16:creationId xmlns:a16="http://schemas.microsoft.com/office/drawing/2014/main" id="{1F26C435-94AF-41C8-A729-15F768FF2F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6161088"/>
            <a:ext cx="7086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</a:rPr>
              <a:t>排列越整齐，磁化面电流越大，磁化越厉害</a:t>
            </a:r>
          </a:p>
        </p:txBody>
      </p:sp>
      <p:grpSp>
        <p:nvGrpSpPr>
          <p:cNvPr id="14338" name="Group 111">
            <a:extLst>
              <a:ext uri="{FF2B5EF4-FFF2-40B4-BE49-F238E27FC236}">
                <a16:creationId xmlns:a16="http://schemas.microsoft.com/office/drawing/2014/main" id="{8224809C-54F0-4B4D-959C-EE6797269FF4}"/>
              </a:ext>
            </a:extLst>
          </p:cNvPr>
          <p:cNvGrpSpPr>
            <a:grpSpLocks/>
          </p:cNvGrpSpPr>
          <p:nvPr/>
        </p:nvGrpSpPr>
        <p:grpSpPr bwMode="auto">
          <a:xfrm>
            <a:off x="4643438" y="3454400"/>
            <a:ext cx="827087" cy="550863"/>
            <a:chOff x="5088" y="1689"/>
            <a:chExt cx="516" cy="335"/>
          </a:xfrm>
        </p:grpSpPr>
        <p:sp>
          <p:nvSpPr>
            <p:cNvPr id="12381" name="Text Box 112">
              <a:extLst>
                <a:ext uri="{FF2B5EF4-FFF2-40B4-BE49-F238E27FC236}">
                  <a16:creationId xmlns:a16="http://schemas.microsoft.com/office/drawing/2014/main" id="{ACB060C8-BD81-4C9E-8B3E-CE3F86E543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8" y="1689"/>
              <a:ext cx="338" cy="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>
                  <a:latin typeface="Times New Roman" panose="02020603050405020304" pitchFamily="18" charset="0"/>
                </a:rPr>
                <a:t>∥</a:t>
              </a:r>
            </a:p>
          </p:txBody>
        </p:sp>
        <p:graphicFrame>
          <p:nvGraphicFramePr>
            <p:cNvPr id="12382" name="Object 113">
              <a:extLst>
                <a:ext uri="{FF2B5EF4-FFF2-40B4-BE49-F238E27FC236}">
                  <a16:creationId xmlns:a16="http://schemas.microsoft.com/office/drawing/2014/main" id="{0B3ACCD8-1447-4E8B-B9DE-8CAAABB1F14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348" y="1712"/>
            <a:ext cx="256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39" name="Equation" r:id="rId19" imgW="406048" imgH="494870" progId="Equation.DSMT4">
                    <p:embed/>
                  </p:oleObj>
                </mc:Choice>
                <mc:Fallback>
                  <p:oleObj name="Equation" r:id="rId19" imgW="406048" imgH="494870" progId="Equation.DSMT4">
                    <p:embed/>
                    <p:pic>
                      <p:nvPicPr>
                        <p:cNvPr id="0" name="Object 1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48" y="1712"/>
                          <a:ext cx="256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339" name="Group 114">
            <a:extLst>
              <a:ext uri="{FF2B5EF4-FFF2-40B4-BE49-F238E27FC236}">
                <a16:creationId xmlns:a16="http://schemas.microsoft.com/office/drawing/2014/main" id="{045616EC-3C88-4D9E-96F3-38687FEAE595}"/>
              </a:ext>
            </a:extLst>
          </p:cNvPr>
          <p:cNvGrpSpPr>
            <a:grpSpLocks/>
          </p:cNvGrpSpPr>
          <p:nvPr/>
        </p:nvGrpSpPr>
        <p:grpSpPr bwMode="auto">
          <a:xfrm>
            <a:off x="2805113" y="949325"/>
            <a:ext cx="1949450" cy="523875"/>
            <a:chOff x="1879" y="605"/>
            <a:chExt cx="1228" cy="330"/>
          </a:xfrm>
        </p:grpSpPr>
        <p:graphicFrame>
          <p:nvGraphicFramePr>
            <p:cNvPr id="12378" name="Object 115">
              <a:extLst>
                <a:ext uri="{FF2B5EF4-FFF2-40B4-BE49-F238E27FC236}">
                  <a16:creationId xmlns:a16="http://schemas.microsoft.com/office/drawing/2014/main" id="{5808A193-41AD-4D31-821C-6D0922CCC9F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79" y="639"/>
            <a:ext cx="480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40" name="Equation" r:id="rId21" imgW="761669" imgH="469696" progId="Equation.DSMT4">
                    <p:embed/>
                  </p:oleObj>
                </mc:Choice>
                <mc:Fallback>
                  <p:oleObj name="Equation" r:id="rId21" imgW="761669" imgH="469696" progId="Equation.DSMT4">
                    <p:embed/>
                    <p:pic>
                      <p:nvPicPr>
                        <p:cNvPr id="0" name="Object 1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9" y="639"/>
                          <a:ext cx="480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79" name="Line 116">
              <a:extLst>
                <a:ext uri="{FF2B5EF4-FFF2-40B4-BE49-F238E27FC236}">
                  <a16:creationId xmlns:a16="http://schemas.microsoft.com/office/drawing/2014/main" id="{FF3F6B03-1618-473C-9A9D-FDFF22F8FC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7" y="686"/>
              <a:ext cx="104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 type="arrow" w="sm" len="med"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80" name="Text Box 117">
              <a:extLst>
                <a:ext uri="{FF2B5EF4-FFF2-40B4-BE49-F238E27FC236}">
                  <a16:creationId xmlns:a16="http://schemas.microsoft.com/office/drawing/2014/main" id="{ADA0C5B0-A01D-4BED-B6B1-1A42EE5ED8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9" y="605"/>
              <a:ext cx="76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>
                  <a:latin typeface="Times New Roman" panose="02020603050405020304" pitchFamily="18" charset="0"/>
                </a:rPr>
                <a:t>≠ 0</a:t>
              </a:r>
            </a:p>
          </p:txBody>
        </p:sp>
      </p:grpSp>
      <p:graphicFrame>
        <p:nvGraphicFramePr>
          <p:cNvPr id="41083" name="Object 123">
            <a:extLst>
              <a:ext uri="{FF2B5EF4-FFF2-40B4-BE49-F238E27FC236}">
                <a16:creationId xmlns:a16="http://schemas.microsoft.com/office/drawing/2014/main" id="{C46A3E9D-2132-41C2-B090-CA1B6D0F45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90938" y="4471988"/>
          <a:ext cx="2008187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41" name="Equation" r:id="rId23" imgW="2028684" imgH="352399" progId="Equation.DSMT4">
                  <p:embed/>
                </p:oleObj>
              </mc:Choice>
              <mc:Fallback>
                <p:oleObj name="Equation" r:id="rId23" imgW="2028684" imgH="352399" progId="Equation.DSMT4">
                  <p:embed/>
                  <p:pic>
                    <p:nvPicPr>
                      <p:cNvPr id="0" name="Object 1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0938" y="4471988"/>
                        <a:ext cx="2008187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84" name="Text Box 124">
            <a:extLst>
              <a:ext uri="{FF2B5EF4-FFF2-40B4-BE49-F238E27FC236}">
                <a16:creationId xmlns:a16="http://schemas.microsoft.com/office/drawing/2014/main" id="{19EAEA07-A00C-4DC9-9971-050BB023E3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4465638"/>
            <a:ext cx="4775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注：</a:t>
            </a:r>
            <a:r>
              <a:rPr kumimoji="1" lang="zh-CN" altLang="en-US" sz="2800" b="1">
                <a:solidFill>
                  <a:srgbClr val="FF0000"/>
                </a:solidFill>
              </a:rPr>
              <a:t>①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在有外场时，</a:t>
            </a:r>
          </a:p>
        </p:txBody>
      </p:sp>
      <p:grpSp>
        <p:nvGrpSpPr>
          <p:cNvPr id="14340" name="Group 125">
            <a:extLst>
              <a:ext uri="{FF2B5EF4-FFF2-40B4-BE49-F238E27FC236}">
                <a16:creationId xmlns:a16="http://schemas.microsoft.com/office/drawing/2014/main" id="{41D1A3EC-8BC5-4923-BDBC-B400AD79FCCC}"/>
              </a:ext>
            </a:extLst>
          </p:cNvPr>
          <p:cNvGrpSpPr>
            <a:grpSpLocks/>
          </p:cNvGrpSpPr>
          <p:nvPr/>
        </p:nvGrpSpPr>
        <p:grpSpPr bwMode="auto">
          <a:xfrm>
            <a:off x="1358900" y="4986338"/>
            <a:ext cx="7299325" cy="525462"/>
            <a:chOff x="856" y="3141"/>
            <a:chExt cx="4598" cy="331"/>
          </a:xfrm>
        </p:grpSpPr>
        <p:sp>
          <p:nvSpPr>
            <p:cNvPr id="12376" name="Text Box 126">
              <a:extLst>
                <a:ext uri="{FF2B5EF4-FFF2-40B4-BE49-F238E27FC236}">
                  <a16:creationId xmlns:a16="http://schemas.microsoft.com/office/drawing/2014/main" id="{35435C10-6E8F-4B22-9D1A-2A5C50F651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6" y="3141"/>
              <a:ext cx="459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latin typeface="Times New Roman" panose="02020603050405020304" pitchFamily="18" charset="0"/>
                  <a:ea typeface="黑体" panose="02010609060101010101" pitchFamily="49" charset="-122"/>
                </a:rPr>
                <a:t>固有磁矩</a:t>
              </a:r>
              <a:r>
                <a:rPr kumimoji="1" lang="zh-CN" altLang="en-US" sz="2800" b="1">
                  <a:latin typeface="Times New Roman" panose="02020603050405020304" pitchFamily="18" charset="0"/>
                </a:rPr>
                <a:t>       </a:t>
              </a:r>
              <a:r>
                <a:rPr kumimoji="1" lang="zh-CN" altLang="en-US" sz="2400" b="1">
                  <a:latin typeface="Times New Roman" panose="02020603050405020304" pitchFamily="18" charset="0"/>
                  <a:ea typeface="黑体" panose="02010609060101010101" pitchFamily="49" charset="-122"/>
                </a:rPr>
                <a:t>是顺磁质产生磁效应的主要原因</a:t>
              </a:r>
            </a:p>
          </p:txBody>
        </p:sp>
        <p:graphicFrame>
          <p:nvGraphicFramePr>
            <p:cNvPr id="12377" name="Object 127">
              <a:extLst>
                <a:ext uri="{FF2B5EF4-FFF2-40B4-BE49-F238E27FC236}">
                  <a16:creationId xmlns:a16="http://schemas.microsoft.com/office/drawing/2014/main" id="{E8C459D5-B0B2-4829-A3C8-A9E30C5D85D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69" y="3168"/>
            <a:ext cx="431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42" name="Equation" r:id="rId25" imgW="619085" imgH="371514" progId="Equation.DSMT4">
                    <p:embed/>
                  </p:oleObj>
                </mc:Choice>
                <mc:Fallback>
                  <p:oleObj name="Equation" r:id="rId25" imgW="619085" imgH="371514" progId="Equation.DSMT4">
                    <p:embed/>
                    <p:pic>
                      <p:nvPicPr>
                        <p:cNvPr id="0" name="Object 1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69" y="3168"/>
                          <a:ext cx="431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341" name="Group 129">
            <a:extLst>
              <a:ext uri="{FF2B5EF4-FFF2-40B4-BE49-F238E27FC236}">
                <a16:creationId xmlns:a16="http://schemas.microsoft.com/office/drawing/2014/main" id="{5CDFA174-66E2-48BA-A2B6-1BDA13986B33}"/>
              </a:ext>
            </a:extLst>
          </p:cNvPr>
          <p:cNvGrpSpPr>
            <a:grpSpLocks/>
          </p:cNvGrpSpPr>
          <p:nvPr/>
        </p:nvGrpSpPr>
        <p:grpSpPr bwMode="auto">
          <a:xfrm>
            <a:off x="1692275" y="3284538"/>
            <a:ext cx="2736850" cy="1008062"/>
            <a:chOff x="248" y="2061"/>
            <a:chExt cx="1969" cy="731"/>
          </a:xfrm>
        </p:grpSpPr>
        <p:sp>
          <p:nvSpPr>
            <p:cNvPr id="12368" name="Arc 130">
              <a:extLst>
                <a:ext uri="{FF2B5EF4-FFF2-40B4-BE49-F238E27FC236}">
                  <a16:creationId xmlns:a16="http://schemas.microsoft.com/office/drawing/2014/main" id="{A8DCC4A9-E473-4668-833E-0DC3C32C393A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401" y="2072"/>
              <a:ext cx="624" cy="720"/>
            </a:xfrm>
            <a:custGeom>
              <a:avLst/>
              <a:gdLst>
                <a:gd name="T0" fmla="*/ 0 w 21600"/>
                <a:gd name="T1" fmla="*/ 0 h 25303"/>
                <a:gd name="T2" fmla="*/ 0 w 21600"/>
                <a:gd name="T3" fmla="*/ 0 h 25303"/>
                <a:gd name="T4" fmla="*/ 0 w 21600"/>
                <a:gd name="T5" fmla="*/ 0 h 25303"/>
                <a:gd name="T6" fmla="*/ 0 60000 65536"/>
                <a:gd name="T7" fmla="*/ 0 60000 65536"/>
                <a:gd name="T8" fmla="*/ 0 60000 65536"/>
                <a:gd name="T9" fmla="*/ 0 w 21600"/>
                <a:gd name="T10" fmla="*/ 0 h 25303"/>
                <a:gd name="T11" fmla="*/ 21600 w 21600"/>
                <a:gd name="T12" fmla="*/ 25303 h 2530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5303" fill="none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</a:path>
                <a:path w="21600" h="25303" stroke="0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  <a:lnTo>
                    <a:pt x="21600" y="12332"/>
                  </a:lnTo>
                  <a:lnTo>
                    <a:pt x="4328" y="25302"/>
                  </a:lnTo>
                  <a:close/>
                </a:path>
              </a:pathLst>
            </a:custGeom>
            <a:noFill/>
            <a:ln w="38100">
              <a:solidFill>
                <a:srgbClr val="FFFF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69" name="Arc 131">
              <a:extLst>
                <a:ext uri="{FF2B5EF4-FFF2-40B4-BE49-F238E27FC236}">
                  <a16:creationId xmlns:a16="http://schemas.microsoft.com/office/drawing/2014/main" id="{718154D8-79E4-44F0-B1DA-A582952E28DA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593" y="2072"/>
              <a:ext cx="624" cy="720"/>
            </a:xfrm>
            <a:custGeom>
              <a:avLst/>
              <a:gdLst>
                <a:gd name="T0" fmla="*/ 0 w 21600"/>
                <a:gd name="T1" fmla="*/ 0 h 25303"/>
                <a:gd name="T2" fmla="*/ 0 w 21600"/>
                <a:gd name="T3" fmla="*/ 0 h 25303"/>
                <a:gd name="T4" fmla="*/ 0 w 21600"/>
                <a:gd name="T5" fmla="*/ 0 h 25303"/>
                <a:gd name="T6" fmla="*/ 0 60000 65536"/>
                <a:gd name="T7" fmla="*/ 0 60000 65536"/>
                <a:gd name="T8" fmla="*/ 0 60000 65536"/>
                <a:gd name="T9" fmla="*/ 0 w 21600"/>
                <a:gd name="T10" fmla="*/ 0 h 25303"/>
                <a:gd name="T11" fmla="*/ 21600 w 21600"/>
                <a:gd name="T12" fmla="*/ 25303 h 2530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5303" fill="none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</a:path>
                <a:path w="21600" h="25303" stroke="0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  <a:lnTo>
                    <a:pt x="21600" y="12332"/>
                  </a:lnTo>
                  <a:lnTo>
                    <a:pt x="4328" y="25302"/>
                  </a:lnTo>
                  <a:close/>
                </a:path>
              </a:pathLst>
            </a:custGeom>
            <a:noFill/>
            <a:ln w="38100">
              <a:solidFill>
                <a:srgbClr val="FFFF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70" name="Arc 132">
              <a:extLst>
                <a:ext uri="{FF2B5EF4-FFF2-40B4-BE49-F238E27FC236}">
                  <a16:creationId xmlns:a16="http://schemas.microsoft.com/office/drawing/2014/main" id="{C8254C2D-65C8-4600-8118-4FF1277CB026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48" y="2061"/>
              <a:ext cx="624" cy="720"/>
            </a:xfrm>
            <a:custGeom>
              <a:avLst/>
              <a:gdLst>
                <a:gd name="T0" fmla="*/ 0 w 21600"/>
                <a:gd name="T1" fmla="*/ 0 h 25303"/>
                <a:gd name="T2" fmla="*/ 0 w 21600"/>
                <a:gd name="T3" fmla="*/ 0 h 25303"/>
                <a:gd name="T4" fmla="*/ 0 w 21600"/>
                <a:gd name="T5" fmla="*/ 0 h 25303"/>
                <a:gd name="T6" fmla="*/ 0 60000 65536"/>
                <a:gd name="T7" fmla="*/ 0 60000 65536"/>
                <a:gd name="T8" fmla="*/ 0 60000 65536"/>
                <a:gd name="T9" fmla="*/ 0 w 21600"/>
                <a:gd name="T10" fmla="*/ 0 h 25303"/>
                <a:gd name="T11" fmla="*/ 21600 w 21600"/>
                <a:gd name="T12" fmla="*/ 25303 h 2530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5303" fill="none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</a:path>
                <a:path w="21600" h="25303" stroke="0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  <a:lnTo>
                    <a:pt x="21600" y="12332"/>
                  </a:lnTo>
                  <a:lnTo>
                    <a:pt x="4328" y="25302"/>
                  </a:lnTo>
                  <a:close/>
                </a:path>
              </a:pathLst>
            </a:custGeom>
            <a:noFill/>
            <a:ln w="38100">
              <a:solidFill>
                <a:srgbClr val="FFFF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71" name="Arc 133">
              <a:extLst>
                <a:ext uri="{FF2B5EF4-FFF2-40B4-BE49-F238E27FC236}">
                  <a16:creationId xmlns:a16="http://schemas.microsoft.com/office/drawing/2014/main" id="{A2AD6E38-D72F-4D03-8F9C-182F5267CDDD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38" y="2072"/>
              <a:ext cx="624" cy="720"/>
            </a:xfrm>
            <a:custGeom>
              <a:avLst/>
              <a:gdLst>
                <a:gd name="T0" fmla="*/ 0 w 21600"/>
                <a:gd name="T1" fmla="*/ 0 h 25303"/>
                <a:gd name="T2" fmla="*/ 0 w 21600"/>
                <a:gd name="T3" fmla="*/ 0 h 25303"/>
                <a:gd name="T4" fmla="*/ 0 w 21600"/>
                <a:gd name="T5" fmla="*/ 0 h 25303"/>
                <a:gd name="T6" fmla="*/ 0 60000 65536"/>
                <a:gd name="T7" fmla="*/ 0 60000 65536"/>
                <a:gd name="T8" fmla="*/ 0 60000 65536"/>
                <a:gd name="T9" fmla="*/ 0 w 21600"/>
                <a:gd name="T10" fmla="*/ 0 h 25303"/>
                <a:gd name="T11" fmla="*/ 21600 w 21600"/>
                <a:gd name="T12" fmla="*/ 25303 h 2530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5303" fill="none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</a:path>
                <a:path w="21600" h="25303" stroke="0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  <a:lnTo>
                    <a:pt x="21600" y="12332"/>
                  </a:lnTo>
                  <a:lnTo>
                    <a:pt x="4328" y="25302"/>
                  </a:lnTo>
                  <a:close/>
                </a:path>
              </a:pathLst>
            </a:custGeom>
            <a:noFill/>
            <a:ln w="38100">
              <a:solidFill>
                <a:srgbClr val="FFFF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72" name="Arc 134">
              <a:extLst>
                <a:ext uri="{FF2B5EF4-FFF2-40B4-BE49-F238E27FC236}">
                  <a16:creationId xmlns:a16="http://schemas.microsoft.com/office/drawing/2014/main" id="{3C6081C0-28D0-44D1-9E4F-880C93F49D89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30" y="2072"/>
              <a:ext cx="624" cy="720"/>
            </a:xfrm>
            <a:custGeom>
              <a:avLst/>
              <a:gdLst>
                <a:gd name="T0" fmla="*/ 0 w 21600"/>
                <a:gd name="T1" fmla="*/ 0 h 25303"/>
                <a:gd name="T2" fmla="*/ 0 w 21600"/>
                <a:gd name="T3" fmla="*/ 0 h 25303"/>
                <a:gd name="T4" fmla="*/ 0 w 21600"/>
                <a:gd name="T5" fmla="*/ 0 h 25303"/>
                <a:gd name="T6" fmla="*/ 0 60000 65536"/>
                <a:gd name="T7" fmla="*/ 0 60000 65536"/>
                <a:gd name="T8" fmla="*/ 0 60000 65536"/>
                <a:gd name="T9" fmla="*/ 0 w 21600"/>
                <a:gd name="T10" fmla="*/ 0 h 25303"/>
                <a:gd name="T11" fmla="*/ 21600 w 21600"/>
                <a:gd name="T12" fmla="*/ 25303 h 2530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5303" fill="none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</a:path>
                <a:path w="21600" h="25303" stroke="0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  <a:lnTo>
                    <a:pt x="21600" y="12332"/>
                  </a:lnTo>
                  <a:lnTo>
                    <a:pt x="4328" y="25302"/>
                  </a:lnTo>
                  <a:close/>
                </a:path>
              </a:pathLst>
            </a:custGeom>
            <a:noFill/>
            <a:ln w="38100">
              <a:solidFill>
                <a:srgbClr val="FFFF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73" name="Arc 135">
              <a:extLst>
                <a:ext uri="{FF2B5EF4-FFF2-40B4-BE49-F238E27FC236}">
                  <a16:creationId xmlns:a16="http://schemas.microsoft.com/office/drawing/2014/main" id="{4A981ABE-A2ED-408D-A701-2A192E47F270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823" y="2072"/>
              <a:ext cx="624" cy="720"/>
            </a:xfrm>
            <a:custGeom>
              <a:avLst/>
              <a:gdLst>
                <a:gd name="T0" fmla="*/ 0 w 21600"/>
                <a:gd name="T1" fmla="*/ 0 h 25303"/>
                <a:gd name="T2" fmla="*/ 0 w 21600"/>
                <a:gd name="T3" fmla="*/ 0 h 25303"/>
                <a:gd name="T4" fmla="*/ 0 w 21600"/>
                <a:gd name="T5" fmla="*/ 0 h 25303"/>
                <a:gd name="T6" fmla="*/ 0 60000 65536"/>
                <a:gd name="T7" fmla="*/ 0 60000 65536"/>
                <a:gd name="T8" fmla="*/ 0 60000 65536"/>
                <a:gd name="T9" fmla="*/ 0 w 21600"/>
                <a:gd name="T10" fmla="*/ 0 h 25303"/>
                <a:gd name="T11" fmla="*/ 21600 w 21600"/>
                <a:gd name="T12" fmla="*/ 25303 h 2530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5303" fill="none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</a:path>
                <a:path w="21600" h="25303" stroke="0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  <a:lnTo>
                    <a:pt x="21600" y="12332"/>
                  </a:lnTo>
                  <a:lnTo>
                    <a:pt x="4328" y="25302"/>
                  </a:lnTo>
                  <a:close/>
                </a:path>
              </a:pathLst>
            </a:custGeom>
            <a:noFill/>
            <a:ln w="38100">
              <a:solidFill>
                <a:srgbClr val="FFFF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74" name="Arc 136">
              <a:extLst>
                <a:ext uri="{FF2B5EF4-FFF2-40B4-BE49-F238E27FC236}">
                  <a16:creationId xmlns:a16="http://schemas.microsoft.com/office/drawing/2014/main" id="{63401CD5-5F3A-4FBC-A6A7-301FC862DA1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015" y="2072"/>
              <a:ext cx="624" cy="720"/>
            </a:xfrm>
            <a:custGeom>
              <a:avLst/>
              <a:gdLst>
                <a:gd name="T0" fmla="*/ 0 w 21600"/>
                <a:gd name="T1" fmla="*/ 0 h 25303"/>
                <a:gd name="T2" fmla="*/ 0 w 21600"/>
                <a:gd name="T3" fmla="*/ 0 h 25303"/>
                <a:gd name="T4" fmla="*/ 0 w 21600"/>
                <a:gd name="T5" fmla="*/ 0 h 25303"/>
                <a:gd name="T6" fmla="*/ 0 60000 65536"/>
                <a:gd name="T7" fmla="*/ 0 60000 65536"/>
                <a:gd name="T8" fmla="*/ 0 60000 65536"/>
                <a:gd name="T9" fmla="*/ 0 w 21600"/>
                <a:gd name="T10" fmla="*/ 0 h 25303"/>
                <a:gd name="T11" fmla="*/ 21600 w 21600"/>
                <a:gd name="T12" fmla="*/ 25303 h 2530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5303" fill="none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</a:path>
                <a:path w="21600" h="25303" stroke="0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  <a:lnTo>
                    <a:pt x="21600" y="12332"/>
                  </a:lnTo>
                  <a:lnTo>
                    <a:pt x="4328" y="25302"/>
                  </a:lnTo>
                  <a:close/>
                </a:path>
              </a:pathLst>
            </a:custGeom>
            <a:noFill/>
            <a:ln w="38100">
              <a:solidFill>
                <a:srgbClr val="FFFF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75" name="Arc 137">
              <a:extLst>
                <a:ext uri="{FF2B5EF4-FFF2-40B4-BE49-F238E27FC236}">
                  <a16:creationId xmlns:a16="http://schemas.microsoft.com/office/drawing/2014/main" id="{CB89BBAE-C0E6-471E-B1B0-32F940F1C5C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207" y="2072"/>
              <a:ext cx="624" cy="720"/>
            </a:xfrm>
            <a:custGeom>
              <a:avLst/>
              <a:gdLst>
                <a:gd name="T0" fmla="*/ 0 w 21600"/>
                <a:gd name="T1" fmla="*/ 0 h 25303"/>
                <a:gd name="T2" fmla="*/ 0 w 21600"/>
                <a:gd name="T3" fmla="*/ 0 h 25303"/>
                <a:gd name="T4" fmla="*/ 0 w 21600"/>
                <a:gd name="T5" fmla="*/ 0 h 25303"/>
                <a:gd name="T6" fmla="*/ 0 60000 65536"/>
                <a:gd name="T7" fmla="*/ 0 60000 65536"/>
                <a:gd name="T8" fmla="*/ 0 60000 65536"/>
                <a:gd name="T9" fmla="*/ 0 w 21600"/>
                <a:gd name="T10" fmla="*/ 0 h 25303"/>
                <a:gd name="T11" fmla="*/ 21600 w 21600"/>
                <a:gd name="T12" fmla="*/ 25303 h 2530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5303" fill="none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</a:path>
                <a:path w="21600" h="25303" stroke="0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  <a:lnTo>
                    <a:pt x="21600" y="12332"/>
                  </a:lnTo>
                  <a:lnTo>
                    <a:pt x="4328" y="25302"/>
                  </a:lnTo>
                  <a:close/>
                </a:path>
              </a:pathLst>
            </a:custGeom>
            <a:noFill/>
            <a:ln w="38100">
              <a:solidFill>
                <a:srgbClr val="FFFF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41098" name="Object 138">
            <a:extLst>
              <a:ext uri="{FF2B5EF4-FFF2-40B4-BE49-F238E27FC236}">
                <a16:creationId xmlns:a16="http://schemas.microsoft.com/office/drawing/2014/main" id="{72D04124-0CAB-4EA7-9031-5EEE82EC54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19338" y="3611563"/>
          <a:ext cx="381000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43" name="Equation" r:id="rId27" imgW="181145" imgH="200179" progId="Equation.3">
                  <p:embed/>
                </p:oleObj>
              </mc:Choice>
              <mc:Fallback>
                <p:oleObj name="Equation" r:id="rId27" imgW="181145" imgH="200179" progId="Equation.3">
                  <p:embed/>
                  <p:pic>
                    <p:nvPicPr>
                      <p:cNvPr id="0" name="Object 1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9338" y="3611563"/>
                        <a:ext cx="381000" cy="366712"/>
                      </a:xfrm>
                      <a:prstGeom prst="rect">
                        <a:avLst/>
                      </a:prstGeom>
                      <a:solidFill>
                        <a:srgbClr val="339933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342" name="Group 139">
            <a:extLst>
              <a:ext uri="{FF2B5EF4-FFF2-40B4-BE49-F238E27FC236}">
                <a16:creationId xmlns:a16="http://schemas.microsoft.com/office/drawing/2014/main" id="{9C212A57-B3F9-40F7-AC53-8156ADDEAB94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3292475"/>
            <a:ext cx="3457575" cy="1182688"/>
            <a:chOff x="2789" y="164"/>
            <a:chExt cx="2178" cy="745"/>
          </a:xfrm>
        </p:grpSpPr>
        <p:sp>
          <p:nvSpPr>
            <p:cNvPr id="12365" name="Line 140">
              <a:extLst>
                <a:ext uri="{FF2B5EF4-FFF2-40B4-BE49-F238E27FC236}">
                  <a16:creationId xmlns:a16="http://schemas.microsoft.com/office/drawing/2014/main" id="{817F58B4-6001-4122-8F16-04FC7ABC30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9" y="164"/>
              <a:ext cx="1824" cy="0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366" name="Line 141">
              <a:extLst>
                <a:ext uri="{FF2B5EF4-FFF2-40B4-BE49-F238E27FC236}">
                  <a16:creationId xmlns:a16="http://schemas.microsoft.com/office/drawing/2014/main" id="{012387B8-083F-4C1D-93D7-C2CF2E2374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5" y="845"/>
              <a:ext cx="1814" cy="0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12367" name="Object 142">
              <a:extLst>
                <a:ext uri="{FF2B5EF4-FFF2-40B4-BE49-F238E27FC236}">
                  <a16:creationId xmlns:a16="http://schemas.microsoft.com/office/drawing/2014/main" id="{4D35CDEF-265B-45CF-9D79-E1586592DD9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48" y="618"/>
            <a:ext cx="319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44" name="Equation" r:id="rId29" imgW="314401" imgH="371514" progId="Equation.3">
                    <p:embed/>
                  </p:oleObj>
                </mc:Choice>
                <mc:Fallback>
                  <p:oleObj name="Equation" r:id="rId29" imgW="314401" imgH="371514" progId="Equation.3">
                    <p:embed/>
                    <p:pic>
                      <p:nvPicPr>
                        <p:cNvPr id="0" name="Object 1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48" y="618"/>
                          <a:ext cx="319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343" name="Group 143">
            <a:extLst>
              <a:ext uri="{FF2B5EF4-FFF2-40B4-BE49-F238E27FC236}">
                <a16:creationId xmlns:a16="http://schemas.microsoft.com/office/drawing/2014/main" id="{5520427E-B81E-4FB5-BB9F-DCCA27EABE44}"/>
              </a:ext>
            </a:extLst>
          </p:cNvPr>
          <p:cNvGrpSpPr>
            <a:grpSpLocks/>
          </p:cNvGrpSpPr>
          <p:nvPr/>
        </p:nvGrpSpPr>
        <p:grpSpPr bwMode="auto">
          <a:xfrm>
            <a:off x="6156325" y="546100"/>
            <a:ext cx="1912938" cy="795338"/>
            <a:chOff x="3671" y="253"/>
            <a:chExt cx="1205" cy="501"/>
          </a:xfrm>
        </p:grpSpPr>
        <p:sp>
          <p:nvSpPr>
            <p:cNvPr id="12358" name="Rectangle 144" descr="蓝色面巾纸">
              <a:extLst>
                <a:ext uri="{FF2B5EF4-FFF2-40B4-BE49-F238E27FC236}">
                  <a16:creationId xmlns:a16="http://schemas.microsoft.com/office/drawing/2014/main" id="{9B3D4C97-D189-4132-A154-1EA0A9734E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" y="323"/>
              <a:ext cx="768" cy="363"/>
            </a:xfrm>
            <a:prstGeom prst="rect">
              <a:avLst/>
            </a:prstGeom>
            <a:blipFill dpi="0" rotWithShape="1">
              <a:blip r:embed="rId31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2359" name="Line 145">
              <a:extLst>
                <a:ext uri="{FF2B5EF4-FFF2-40B4-BE49-F238E27FC236}">
                  <a16:creationId xmlns:a16="http://schemas.microsoft.com/office/drawing/2014/main" id="{565E2930-87AE-46CC-9AEA-F022EE629A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72" y="550"/>
              <a:ext cx="383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12360" name="Object 146">
              <a:extLst>
                <a:ext uri="{FF2B5EF4-FFF2-40B4-BE49-F238E27FC236}">
                  <a16:creationId xmlns:a16="http://schemas.microsoft.com/office/drawing/2014/main" id="{CACE11A8-9EDC-4055-AF9F-771F2769FFF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37" y="323"/>
            <a:ext cx="285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45" name="公式" r:id="rId32" imgW="342603" imgH="317225" progId="Equation.3">
                    <p:embed/>
                  </p:oleObj>
                </mc:Choice>
                <mc:Fallback>
                  <p:oleObj name="公式" r:id="rId32" imgW="342603" imgH="317225" progId="Equation.3">
                    <p:embed/>
                    <p:pic>
                      <p:nvPicPr>
                        <p:cNvPr id="0" name="Object 1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7" y="323"/>
                          <a:ext cx="285" cy="2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2361" name="Group 147">
              <a:extLst>
                <a:ext uri="{FF2B5EF4-FFF2-40B4-BE49-F238E27FC236}">
                  <a16:creationId xmlns:a16="http://schemas.microsoft.com/office/drawing/2014/main" id="{43A13433-3FEB-47CE-8017-D7D23AF4BB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71" y="253"/>
              <a:ext cx="1205" cy="501"/>
              <a:chOff x="518" y="1092"/>
              <a:chExt cx="1205" cy="524"/>
            </a:xfrm>
          </p:grpSpPr>
          <p:sp>
            <p:nvSpPr>
              <p:cNvPr id="12362" name="Line 148">
                <a:extLst>
                  <a:ext uri="{FF2B5EF4-FFF2-40B4-BE49-F238E27FC236}">
                    <a16:creationId xmlns:a16="http://schemas.microsoft.com/office/drawing/2014/main" id="{0120EDE1-52AD-43DA-8C73-93607028E0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8" y="1092"/>
                <a:ext cx="1088" cy="0"/>
              </a:xfrm>
              <a:prstGeom prst="line">
                <a:avLst/>
              </a:prstGeom>
              <a:noFill/>
              <a:ln w="28575">
                <a:solidFill>
                  <a:srgbClr val="0033CC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2363" name="Line 149">
                <a:extLst>
                  <a:ext uri="{FF2B5EF4-FFF2-40B4-BE49-F238E27FC236}">
                    <a16:creationId xmlns:a16="http://schemas.microsoft.com/office/drawing/2014/main" id="{0A0482A1-1965-447F-BCFF-491B666A79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8" y="1616"/>
                <a:ext cx="1132" cy="0"/>
              </a:xfrm>
              <a:prstGeom prst="line">
                <a:avLst/>
              </a:prstGeom>
              <a:noFill/>
              <a:ln w="28575">
                <a:solidFill>
                  <a:srgbClr val="0033CC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graphicFrame>
            <p:nvGraphicFramePr>
              <p:cNvPr id="12364" name="Object 150">
                <a:extLst>
                  <a:ext uri="{FF2B5EF4-FFF2-40B4-BE49-F238E27FC236}">
                    <a16:creationId xmlns:a16="http://schemas.microsoft.com/office/drawing/2014/main" id="{13C3C898-9FAC-4F3C-99A4-3F5B1B2EBBF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467" y="1108"/>
              <a:ext cx="256" cy="3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546" name="Equation" r:id="rId34" imgW="406048" imgH="494870" progId="Equation.DSMT4">
                      <p:embed/>
                    </p:oleObj>
                  </mc:Choice>
                  <mc:Fallback>
                    <p:oleObj name="Equation" r:id="rId34" imgW="406048" imgH="494870" progId="Equation.DSMT4">
                      <p:embed/>
                      <p:pic>
                        <p:nvPicPr>
                          <p:cNvPr id="0" name="Object 15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67" y="1108"/>
                            <a:ext cx="256" cy="3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41141" name="AutoShape 181">
            <a:extLst>
              <a:ext uri="{FF2B5EF4-FFF2-40B4-BE49-F238E27FC236}">
                <a16:creationId xmlns:a16="http://schemas.microsoft.com/office/drawing/2014/main" id="{DD7E0354-2314-44F2-8015-32F557C17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23863"/>
            <a:ext cx="2914650" cy="1495425"/>
          </a:xfrm>
          <a:prstGeom prst="cloudCallout">
            <a:avLst>
              <a:gd name="adj1" fmla="val -49130"/>
              <a:gd name="adj2" fmla="val 82588"/>
            </a:avLst>
          </a:prstGeom>
          <a:solidFill>
            <a:schemeClr val="bg1"/>
          </a:solidFill>
          <a:ln w="19050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/>
          </a:p>
        </p:txBody>
      </p:sp>
      <p:grpSp>
        <p:nvGrpSpPr>
          <p:cNvPr id="14356" name="Group 182">
            <a:extLst>
              <a:ext uri="{FF2B5EF4-FFF2-40B4-BE49-F238E27FC236}">
                <a16:creationId xmlns:a16="http://schemas.microsoft.com/office/drawing/2014/main" id="{E1496B81-1113-43F8-9B41-102E207DC394}"/>
              </a:ext>
            </a:extLst>
          </p:cNvPr>
          <p:cNvGrpSpPr>
            <a:grpSpLocks/>
          </p:cNvGrpSpPr>
          <p:nvPr/>
        </p:nvGrpSpPr>
        <p:grpSpPr bwMode="auto">
          <a:xfrm>
            <a:off x="5329238" y="554038"/>
            <a:ext cx="1585912" cy="1150937"/>
            <a:chOff x="576" y="715"/>
            <a:chExt cx="999" cy="725"/>
          </a:xfrm>
        </p:grpSpPr>
        <p:sp>
          <p:nvSpPr>
            <p:cNvPr id="12340" name="Line 183">
              <a:extLst>
                <a:ext uri="{FF2B5EF4-FFF2-40B4-BE49-F238E27FC236}">
                  <a16:creationId xmlns:a16="http://schemas.microsoft.com/office/drawing/2014/main" id="{1AA07E52-E963-4F71-8FA6-ADD774955A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877"/>
              <a:ext cx="62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41" name="Line 184">
              <a:extLst>
                <a:ext uri="{FF2B5EF4-FFF2-40B4-BE49-F238E27FC236}">
                  <a16:creationId xmlns:a16="http://schemas.microsoft.com/office/drawing/2014/main" id="{C2FD1C0B-906B-4B25-8CFE-CBC8F177B8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1117"/>
              <a:ext cx="62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42" name="Line 185">
              <a:extLst>
                <a:ext uri="{FF2B5EF4-FFF2-40B4-BE49-F238E27FC236}">
                  <a16:creationId xmlns:a16="http://schemas.microsoft.com/office/drawing/2014/main" id="{AE4F75A4-C04E-44A9-87D9-D3DB71E98C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1357"/>
              <a:ext cx="62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2343" name="Object 186">
              <a:extLst>
                <a:ext uri="{FF2B5EF4-FFF2-40B4-BE49-F238E27FC236}">
                  <a16:creationId xmlns:a16="http://schemas.microsoft.com/office/drawing/2014/main" id="{46EB35FB-2158-4E33-A602-ACACBBA303F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00" y="1155"/>
            <a:ext cx="246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47" name="公式" r:id="rId36" imgW="164957" imgH="190335" progId="Equation.3">
                    <p:embed/>
                  </p:oleObj>
                </mc:Choice>
                <mc:Fallback>
                  <p:oleObj name="公式" r:id="rId36" imgW="164957" imgH="190335" progId="Equation.3">
                    <p:embed/>
                    <p:pic>
                      <p:nvPicPr>
                        <p:cNvPr id="0" name="Object 18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" y="1155"/>
                          <a:ext cx="246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44" name="Line 187">
              <a:extLst>
                <a:ext uri="{FF2B5EF4-FFF2-40B4-BE49-F238E27FC236}">
                  <a16:creationId xmlns:a16="http://schemas.microsoft.com/office/drawing/2014/main" id="{18EE9F7A-AABB-45A3-84AC-A085FE34912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1516731">
              <a:off x="907" y="1038"/>
              <a:ext cx="384" cy="0"/>
            </a:xfrm>
            <a:prstGeom prst="line">
              <a:avLst/>
            </a:prstGeom>
            <a:noFill/>
            <a:ln w="28575">
              <a:solidFill>
                <a:srgbClr val="CC0099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2345" name="Object 188">
              <a:extLst>
                <a:ext uri="{FF2B5EF4-FFF2-40B4-BE49-F238E27FC236}">
                  <a16:creationId xmlns:a16="http://schemas.microsoft.com/office/drawing/2014/main" id="{379D0640-3A26-4F19-A346-B7157FE0877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39" y="715"/>
            <a:ext cx="336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48" name="公式" r:id="rId38" imgW="228600" imgH="228600" progId="Equation.3">
                    <p:embed/>
                  </p:oleObj>
                </mc:Choice>
                <mc:Fallback>
                  <p:oleObj name="公式" r:id="rId38" imgW="228600" imgH="228600" progId="Equation.3">
                    <p:embed/>
                    <p:pic>
                      <p:nvPicPr>
                        <p:cNvPr id="0" name="Object 18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39" y="715"/>
                          <a:ext cx="336" cy="3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2346" name="Group 189">
              <a:extLst>
                <a:ext uri="{FF2B5EF4-FFF2-40B4-BE49-F238E27FC236}">
                  <a16:creationId xmlns:a16="http://schemas.microsoft.com/office/drawing/2014/main" id="{34BC49E8-0BED-4BF9-8F7D-AA98CCBC62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2" y="852"/>
              <a:ext cx="336" cy="588"/>
              <a:chOff x="722" y="778"/>
              <a:chExt cx="336" cy="588"/>
            </a:xfrm>
          </p:grpSpPr>
          <p:sp>
            <p:nvSpPr>
              <p:cNvPr id="12347" name="Line 190">
                <a:extLst>
                  <a:ext uri="{FF2B5EF4-FFF2-40B4-BE49-F238E27FC236}">
                    <a16:creationId xmlns:a16="http://schemas.microsoft.com/office/drawing/2014/main" id="{7FF51063-B664-4DA5-98A5-A92CF46B93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1516731">
                <a:off x="847" y="838"/>
                <a:ext cx="0" cy="528"/>
              </a:xfrm>
              <a:prstGeom prst="lin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48" name="Line 191">
                <a:extLst>
                  <a:ext uri="{FF2B5EF4-FFF2-40B4-BE49-F238E27FC236}">
                    <a16:creationId xmlns:a16="http://schemas.microsoft.com/office/drawing/2014/main" id="{E9ED64E2-D3EF-4F74-B377-62E3E1966E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1516731">
                <a:off x="934" y="796"/>
                <a:ext cx="2" cy="528"/>
              </a:xfrm>
              <a:prstGeom prst="lin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2349" name="Group 192">
                <a:extLst>
                  <a:ext uri="{FF2B5EF4-FFF2-40B4-BE49-F238E27FC236}">
                    <a16:creationId xmlns:a16="http://schemas.microsoft.com/office/drawing/2014/main" id="{083663DC-F93C-410F-96C8-451D1637644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-1516731">
                <a:off x="952" y="1246"/>
                <a:ext cx="96" cy="96"/>
                <a:chOff x="864" y="3216"/>
                <a:chExt cx="96" cy="96"/>
              </a:xfrm>
            </p:grpSpPr>
            <p:sp>
              <p:nvSpPr>
                <p:cNvPr id="12354" name="Oval 193">
                  <a:extLst>
                    <a:ext uri="{FF2B5EF4-FFF2-40B4-BE49-F238E27FC236}">
                      <a16:creationId xmlns:a16="http://schemas.microsoft.com/office/drawing/2014/main" id="{30FC4206-F228-4B75-9640-8613601621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64" y="3216"/>
                  <a:ext cx="96" cy="96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D6009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grpSp>
              <p:nvGrpSpPr>
                <p:cNvPr id="12355" name="Group 194">
                  <a:extLst>
                    <a:ext uri="{FF2B5EF4-FFF2-40B4-BE49-F238E27FC236}">
                      <a16:creationId xmlns:a16="http://schemas.microsoft.com/office/drawing/2014/main" id="{8854F1DC-2C5E-4995-9FA8-4997B2774BB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82" y="3232"/>
                  <a:ext cx="48" cy="56"/>
                  <a:chOff x="1152" y="3352"/>
                  <a:chExt cx="48" cy="56"/>
                </a:xfrm>
              </p:grpSpPr>
              <p:sp>
                <p:nvSpPr>
                  <p:cNvPr id="12356" name="Line 195">
                    <a:extLst>
                      <a:ext uri="{FF2B5EF4-FFF2-40B4-BE49-F238E27FC236}">
                        <a16:creationId xmlns:a16="http://schemas.microsoft.com/office/drawing/2014/main" id="{C58DEC8D-C0C5-43EB-8564-B58B276E976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52" y="3360"/>
                    <a:ext cx="48" cy="48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357" name="Line 196">
                    <a:extLst>
                      <a:ext uri="{FF2B5EF4-FFF2-40B4-BE49-F238E27FC236}">
                        <a16:creationId xmlns:a16="http://schemas.microsoft.com/office/drawing/2014/main" id="{E7FEADE7-3A58-4F35-8691-41B06701F93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152" y="3352"/>
                    <a:ext cx="48" cy="48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2350" name="Group 197">
                <a:extLst>
                  <a:ext uri="{FF2B5EF4-FFF2-40B4-BE49-F238E27FC236}">
                    <a16:creationId xmlns:a16="http://schemas.microsoft.com/office/drawing/2014/main" id="{0B6153F1-099B-4315-BBF9-24A7ECBD8E6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-1516731">
                <a:off x="722" y="778"/>
                <a:ext cx="96" cy="96"/>
                <a:chOff x="960" y="3024"/>
                <a:chExt cx="96" cy="96"/>
              </a:xfrm>
            </p:grpSpPr>
            <p:sp>
              <p:nvSpPr>
                <p:cNvPr id="12352" name="Oval 198">
                  <a:extLst>
                    <a:ext uri="{FF2B5EF4-FFF2-40B4-BE49-F238E27FC236}">
                      <a16:creationId xmlns:a16="http://schemas.microsoft.com/office/drawing/2014/main" id="{FF81DA23-F72E-459C-A0FF-5ECEB6C79DE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0" y="3024"/>
                  <a:ext cx="96" cy="96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D6009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12353" name="Oval 199">
                  <a:extLst>
                    <a:ext uri="{FF2B5EF4-FFF2-40B4-BE49-F238E27FC236}">
                      <a16:creationId xmlns:a16="http://schemas.microsoft.com/office/drawing/2014/main" id="{02EA2D0E-9553-4D01-9676-5860933CFF5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78" y="3042"/>
                  <a:ext cx="48" cy="48"/>
                </a:xfrm>
                <a:prstGeom prst="ellipse">
                  <a:avLst/>
                </a:prstGeom>
                <a:solidFill>
                  <a:schemeClr val="tx1"/>
                </a:solidFill>
                <a:ln w="28575">
                  <a:solidFill>
                    <a:srgbClr val="D6009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</p:grpSp>
          <p:sp>
            <p:nvSpPr>
              <p:cNvPr id="12351" name="Line 200">
                <a:extLst>
                  <a:ext uri="{FF2B5EF4-FFF2-40B4-BE49-F238E27FC236}">
                    <a16:creationId xmlns:a16="http://schemas.microsoft.com/office/drawing/2014/main" id="{0A7C4041-F0F4-4B6F-81E4-BA88E45171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8" y="1066"/>
                <a:ext cx="0" cy="48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round/>
                    <a:headEnd/>
                    <a:tailEnd type="none" w="med" len="lg"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4361" name="Group 210">
            <a:extLst>
              <a:ext uri="{FF2B5EF4-FFF2-40B4-BE49-F238E27FC236}">
                <a16:creationId xmlns:a16="http://schemas.microsoft.com/office/drawing/2014/main" id="{D996D907-2BA3-4C98-B3F4-49DF3AAE1289}"/>
              </a:ext>
            </a:extLst>
          </p:cNvPr>
          <p:cNvGrpSpPr>
            <a:grpSpLocks/>
          </p:cNvGrpSpPr>
          <p:nvPr/>
        </p:nvGrpSpPr>
        <p:grpSpPr bwMode="auto">
          <a:xfrm rot="357052">
            <a:off x="3587750" y="2171700"/>
            <a:ext cx="366713" cy="457200"/>
            <a:chOff x="2467" y="29"/>
            <a:chExt cx="231" cy="288"/>
          </a:xfrm>
        </p:grpSpPr>
        <p:sp>
          <p:nvSpPr>
            <p:cNvPr id="12338" name="Oval 207">
              <a:extLst>
                <a:ext uri="{FF2B5EF4-FFF2-40B4-BE49-F238E27FC236}">
                  <a16:creationId xmlns:a16="http://schemas.microsoft.com/office/drawing/2014/main" id="{C9E9487C-62B1-4EAB-9A58-5938C0B0917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4891981">
              <a:off x="2369" y="127"/>
              <a:ext cx="288" cy="92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2339" name="Line 208">
              <a:extLst>
                <a:ext uri="{FF2B5EF4-FFF2-40B4-BE49-F238E27FC236}">
                  <a16:creationId xmlns:a16="http://schemas.microsoft.com/office/drawing/2014/main" id="{CC1A100B-EEE0-4DE1-864B-D68B5EFB095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4891981" flipV="1">
              <a:off x="2605" y="72"/>
              <a:ext cx="5" cy="181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335" name="Text Box 75">
            <a:extLst>
              <a:ext uri="{FF2B5EF4-FFF2-40B4-BE49-F238E27FC236}">
                <a16:creationId xmlns:a16="http://schemas.microsoft.com/office/drawing/2014/main" id="{BD501935-DAB5-48BB-A9CD-5E362DBA24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4100" y="6440488"/>
            <a:ext cx="4159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12336" name="灯片编号占位符 3">
            <a:extLst>
              <a:ext uri="{FF2B5EF4-FFF2-40B4-BE49-F238E27FC236}">
                <a16:creationId xmlns:a16="http://schemas.microsoft.com/office/drawing/2014/main" id="{DA046333-ACB8-4D64-ABBE-65F98BAB4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1ECF1CF-262D-46A2-B785-7AAE72BBC796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zh-CN" sz="1400"/>
          </a:p>
        </p:txBody>
      </p:sp>
      <p:sp>
        <p:nvSpPr>
          <p:cNvPr id="170" name="Text Box 124">
            <a:extLst>
              <a:ext uri="{FF2B5EF4-FFF2-40B4-BE49-F238E27FC236}">
                <a16:creationId xmlns:a16="http://schemas.microsoft.com/office/drawing/2014/main" id="{7CB3A39F-9BE3-48FD-9633-ED8F2213A0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6738" y="4360863"/>
            <a:ext cx="3538537" cy="70802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该截面内所有分子的固有磁矩之和与</a:t>
            </a:r>
            <a:r>
              <a:rPr kumimoji="1"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kumimoji="1"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’产生的磁矩相等</a:t>
            </a:r>
            <a:endParaRPr kumimoji="1" lang="zh-CN" altLang="en-US" sz="20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75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5" dur="75"/>
                                        <p:tgtEl>
                                          <p:spTgt spid="40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0" dur="500"/>
                                        <p:tgtEl>
                                          <p:spTgt spid="14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41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09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09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09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09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9" dur="500"/>
                                        <p:tgtEl>
                                          <p:spTgt spid="40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4" dur="500"/>
                                        <p:tgtEl>
                                          <p:spTgt spid="40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69" dur="500"/>
                                        <p:tgtEl>
                                          <p:spTgt spid="14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7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1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1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41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1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409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09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409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409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87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9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41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4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3" dur="500"/>
                                        <p:tgtEl>
                                          <p:spTgt spid="143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6" dur="500"/>
                                        <p:tgtEl>
                                          <p:spTgt spid="411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410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410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4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55" dur="500"/>
                                        <p:tgtEl>
                                          <p:spTgt spid="41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6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3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5" dur="75" fill="hold"/>
                                        <p:tgtEl>
                                          <p:spTgt spid="410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75" fill="hold"/>
                                        <p:tgtEl>
                                          <p:spTgt spid="410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75" fill="hold"/>
                                        <p:tgtEl>
                                          <p:spTgt spid="410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75" fill="hold"/>
                                        <p:tgtEl>
                                          <p:spTgt spid="410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 nodeType="clickPar">
                      <p:stCondLst>
                        <p:cond delay="indefinite"/>
                      </p:stCondLst>
                      <p:childTnLst>
                        <p:par>
                          <p:cTn id="1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8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8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 nodeType="clickPar">
                      <p:stCondLst>
                        <p:cond delay="indefinite"/>
                      </p:stCondLst>
                      <p:childTnLst>
                        <p:par>
                          <p:cTn id="1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91" dur="500"/>
                                        <p:tgtEl>
                                          <p:spTgt spid="41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 nodeType="clickPar">
                      <p:stCondLst>
                        <p:cond delay="indefinite"/>
                      </p:stCondLst>
                      <p:childTnLst>
                        <p:par>
                          <p:cTn id="1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6" dur="5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 nodeType="clickPar">
                      <p:stCondLst>
                        <p:cond delay="indefinite"/>
                      </p:stCondLst>
                      <p:childTnLst>
                        <p:par>
                          <p:cTn id="1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1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3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5" dur="500" fill="hold"/>
                                        <p:tgtEl>
                                          <p:spTgt spid="410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500" fill="hold"/>
                                        <p:tgtEl>
                                          <p:spTgt spid="410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 nodeType="clickPar">
                      <p:stCondLst>
                        <p:cond delay="indefinite"/>
                      </p:stCondLst>
                      <p:childTnLst>
                        <p:par>
                          <p:cTn id="2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1" dur="500"/>
                                        <p:tgtEl>
                                          <p:spTgt spid="14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5" dur="500"/>
                                        <p:tgtEl>
                                          <p:spTgt spid="41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 nodeType="clickPar">
                      <p:stCondLst>
                        <p:cond delay="indefinite"/>
                      </p:stCondLst>
                      <p:childTnLst>
                        <p:par>
                          <p:cTn id="2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0" dur="5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 nodeType="clickPar">
                      <p:stCondLst>
                        <p:cond delay="indefinite"/>
                      </p:stCondLst>
                      <p:childTnLst>
                        <p:par>
                          <p:cTn id="2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5" dur="75"/>
                                        <p:tgtEl>
                                          <p:spTgt spid="41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 nodeType="clickPar">
                      <p:stCondLst>
                        <p:cond delay="indefinite"/>
                      </p:stCondLst>
                      <p:childTnLst>
                        <p:par>
                          <p:cTn id="2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0" dur="500"/>
                                        <p:tgtEl>
                                          <p:spTgt spid="41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 nodeType="clickPar">
                      <p:stCondLst>
                        <p:cond delay="indefinite"/>
                      </p:stCondLst>
                      <p:childTnLst>
                        <p:par>
                          <p:cTn id="2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5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 nodeType="clickPar">
                      <p:stCondLst>
                        <p:cond delay="indefinite"/>
                      </p:stCondLst>
                      <p:childTnLst>
                        <p:par>
                          <p:cTn id="2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8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0" dur="75" fill="hold"/>
                                        <p:tgtEl>
                                          <p:spTgt spid="410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1" dur="75" fill="hold"/>
                                        <p:tgtEl>
                                          <p:spTgt spid="410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75" fill="hold"/>
                                        <p:tgtEl>
                                          <p:spTgt spid="410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3" dur="75" fill="hold"/>
                                        <p:tgtEl>
                                          <p:spTgt spid="410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 nodeType="clickPar">
                      <p:stCondLst>
                        <p:cond delay="indefinite"/>
                      </p:stCondLst>
                      <p:childTnLst>
                        <p:par>
                          <p:cTn id="2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8" dur="500"/>
                                        <p:tgtEl>
                                          <p:spTgt spid="41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0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2" dur="75" fill="hold"/>
                                        <p:tgtEl>
                                          <p:spTgt spid="410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75" fill="hold"/>
                                        <p:tgtEl>
                                          <p:spTgt spid="410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4" dur="75" fill="hold"/>
                                        <p:tgtEl>
                                          <p:spTgt spid="410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75" fill="hold"/>
                                        <p:tgtEl>
                                          <p:spTgt spid="410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140" grpId="0" animBg="1"/>
      <p:bldP spid="41111" grpId="0" animBg="1"/>
      <p:bldP spid="40962" grpId="0" autoUpdateAnimBg="0"/>
      <p:bldP spid="40963" grpId="0" autoUpdateAnimBg="0"/>
      <p:bldP spid="40967" grpId="0" animBg="1"/>
      <p:bldP spid="41024" grpId="0" animBg="1"/>
      <p:bldP spid="41025" grpId="0" animBg="1"/>
      <p:bldP spid="41060" grpId="0" animBg="1"/>
      <p:bldP spid="41067" grpId="0" animBg="1" autoUpdateAnimBg="0"/>
      <p:bldP spid="41068" grpId="0" autoUpdateAnimBg="0"/>
      <p:bldP spid="41070" grpId="0" autoUpdateAnimBg="0"/>
      <p:bldP spid="41084" grpId="0" autoUpdateAnimBg="0"/>
      <p:bldP spid="41141" grpId="0" animBg="1"/>
      <p:bldP spid="41141" grpId="1" animBg="1"/>
      <p:bldP spid="17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06" name="AutoShape 122">
            <a:extLst>
              <a:ext uri="{FF2B5EF4-FFF2-40B4-BE49-F238E27FC236}">
                <a16:creationId xmlns:a16="http://schemas.microsoft.com/office/drawing/2014/main" id="{895A08D1-301B-40C5-8E81-51C5D2F26309}"/>
              </a:ext>
            </a:extLst>
          </p:cNvPr>
          <p:cNvSpPr>
            <a:spLocks noChangeArrowheads="1"/>
          </p:cNvSpPr>
          <p:nvPr/>
        </p:nvSpPr>
        <p:spPr bwMode="auto">
          <a:xfrm rot="5377698">
            <a:off x="1802607" y="2620169"/>
            <a:ext cx="933450" cy="2224087"/>
          </a:xfrm>
          <a:prstGeom prst="can">
            <a:avLst>
              <a:gd name="adj" fmla="val 21300"/>
            </a:avLst>
          </a:prstGeom>
          <a:gradFill rotWithShape="1">
            <a:gsLst>
              <a:gs pos="0">
                <a:schemeClr val="bg2">
                  <a:gamma/>
                  <a:shade val="46275"/>
                  <a:invGamma/>
                </a:schemeClr>
              </a:gs>
              <a:gs pos="50000">
                <a:schemeClr val="bg2"/>
              </a:gs>
              <a:gs pos="100000">
                <a:schemeClr val="bg2">
                  <a:gamma/>
                  <a:shade val="46275"/>
                  <a:invGamma/>
                </a:schemeClr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charset="0"/>
            </a:endParaRPr>
          </a:p>
        </p:txBody>
      </p:sp>
      <p:sp>
        <p:nvSpPr>
          <p:cNvPr id="41986" name="AutoShape 2">
            <a:extLst>
              <a:ext uri="{FF2B5EF4-FFF2-40B4-BE49-F238E27FC236}">
                <a16:creationId xmlns:a16="http://schemas.microsoft.com/office/drawing/2014/main" id="{ECD0E220-CD8C-4C0C-8B24-AEDC52C5F3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5445125"/>
            <a:ext cx="1441450" cy="1223963"/>
          </a:xfrm>
          <a:prstGeom prst="irregularSeal1">
            <a:avLst/>
          </a:prstGeom>
          <a:solidFill>
            <a:srgbClr val="FFFF00"/>
          </a:solidFill>
          <a:ln w="9525">
            <a:solidFill>
              <a:srgbClr val="FF66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41987" name="Text Box 3">
            <a:extLst>
              <a:ext uri="{FF2B5EF4-FFF2-40B4-BE49-F238E27FC236}">
                <a16:creationId xmlns:a16="http://schemas.microsoft.com/office/drawing/2014/main" id="{45140B90-1115-47FF-AA3D-25896DFFDB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863" y="354013"/>
            <a:ext cx="35337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</a:rPr>
              <a:t>2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º</a:t>
            </a:r>
            <a:r>
              <a:rPr kumimoji="1" lang="en-US" altLang="zh-CN" sz="2800" b="1"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宋体" panose="02010600030101010101" pitchFamily="2" charset="-122"/>
              </a:rPr>
              <a:t>抗磁性</a:t>
            </a:r>
          </a:p>
        </p:txBody>
      </p:sp>
      <p:sp>
        <p:nvSpPr>
          <p:cNvPr id="41988" name="Text Box 4">
            <a:extLst>
              <a:ext uri="{FF2B5EF4-FFF2-40B4-BE49-F238E27FC236}">
                <a16:creationId xmlns:a16="http://schemas.microsoft.com/office/drawing/2014/main" id="{785E0FF5-7904-41D2-BEFF-BD53048109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3713" y="2395538"/>
            <a:ext cx="472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电子附加一个磁矩</a:t>
            </a:r>
          </a:p>
        </p:txBody>
      </p:sp>
      <p:graphicFrame>
        <p:nvGraphicFramePr>
          <p:cNvPr id="41989" name="Object 5">
            <a:extLst>
              <a:ext uri="{FF2B5EF4-FFF2-40B4-BE49-F238E27FC236}">
                <a16:creationId xmlns:a16="http://schemas.microsoft.com/office/drawing/2014/main" id="{DE2B242D-83C9-4D13-83ED-EE8220F1D1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26038" y="2447925"/>
          <a:ext cx="854075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00" name="Equation" r:id="rId3" imgW="736600" imgH="431800" progId="Equation.DSMT4">
                  <p:embed/>
                </p:oleObj>
              </mc:Choice>
              <mc:Fallback>
                <p:oleObj name="Equation" r:id="rId3" imgW="736600" imgH="4318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6038" y="2447925"/>
                        <a:ext cx="854075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0" name="Object 6">
            <a:extLst>
              <a:ext uri="{FF2B5EF4-FFF2-40B4-BE49-F238E27FC236}">
                <a16:creationId xmlns:a16="http://schemas.microsoft.com/office/drawing/2014/main" id="{EC2BEE29-DB40-4EFD-BD13-F3412746B3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73750" y="2398713"/>
          <a:ext cx="1358900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01" name="Equation" r:id="rId5" imgW="1269449" imgH="469696" progId="Equation.DSMT4">
                  <p:embed/>
                </p:oleObj>
              </mc:Choice>
              <mc:Fallback>
                <p:oleObj name="Equation" r:id="rId5" imgW="1269449" imgH="469696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3750" y="2398713"/>
                        <a:ext cx="1358900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2" name="Object 8">
            <a:extLst>
              <a:ext uri="{FF2B5EF4-FFF2-40B4-BE49-F238E27FC236}">
                <a16:creationId xmlns:a16="http://schemas.microsoft.com/office/drawing/2014/main" id="{535F16F7-33C3-47A3-B6FF-FFACD3E515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11525" y="2816225"/>
          <a:ext cx="404813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02" name="Equation" r:id="rId7" imgW="406048" imgH="494870" progId="Equation.DSMT4">
                  <p:embed/>
                </p:oleObj>
              </mc:Choice>
              <mc:Fallback>
                <p:oleObj name="Equation" r:id="rId7" imgW="406048" imgH="49487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1525" y="2816225"/>
                        <a:ext cx="404813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3" name="Object 9">
            <a:extLst>
              <a:ext uri="{FF2B5EF4-FFF2-40B4-BE49-F238E27FC236}">
                <a16:creationId xmlns:a16="http://schemas.microsoft.com/office/drawing/2014/main" id="{E9EBE421-661D-4C99-A7AC-BAE847D6A8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59338" y="3789363"/>
          <a:ext cx="457200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03" name="Equation" r:id="rId9" imgW="295315" imgH="238061" progId="Equation.3">
                  <p:embed/>
                </p:oleObj>
              </mc:Choice>
              <mc:Fallback>
                <p:oleObj name="Equation" r:id="rId9" imgW="295315" imgH="238061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3789363"/>
                        <a:ext cx="457200" cy="41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4" name="Text Box 10">
            <a:extLst>
              <a:ext uri="{FF2B5EF4-FFF2-40B4-BE49-F238E27FC236}">
                <a16:creationId xmlns:a16="http://schemas.microsoft.com/office/drawing/2014/main" id="{B0B2EAE8-4BF6-45E9-954F-A6BF815F0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2360613"/>
            <a:ext cx="5937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b="1">
                <a:latin typeface="Times New Roman" panose="02020603050405020304" pitchFamily="18" charset="0"/>
              </a:rPr>
              <a:t>∑</a:t>
            </a:r>
          </a:p>
        </p:txBody>
      </p:sp>
      <p:sp>
        <p:nvSpPr>
          <p:cNvPr id="41995" name="Rectangle 11">
            <a:extLst>
              <a:ext uri="{FF2B5EF4-FFF2-40B4-BE49-F238E27FC236}">
                <a16:creationId xmlns:a16="http://schemas.microsoft.com/office/drawing/2014/main" id="{738CD455-B669-4D99-956E-2A4E5A30A0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1379538"/>
            <a:ext cx="1600200" cy="609600"/>
          </a:xfrm>
          <a:prstGeom prst="rect">
            <a:avLst/>
          </a:prstGeom>
          <a:gradFill rotWithShape="1">
            <a:gsLst>
              <a:gs pos="0">
                <a:srgbClr val="2C2C2C"/>
              </a:gs>
              <a:gs pos="50000">
                <a:srgbClr val="5F5F5F"/>
              </a:gs>
              <a:gs pos="100000">
                <a:srgbClr val="2C2C2C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41996" name="Object 12">
            <a:extLst>
              <a:ext uri="{FF2B5EF4-FFF2-40B4-BE49-F238E27FC236}">
                <a16:creationId xmlns:a16="http://schemas.microsoft.com/office/drawing/2014/main" id="{F87D0080-9698-4FDA-992B-7DA6D841DF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71775" y="1457325"/>
          <a:ext cx="8763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04" name="Equation" r:id="rId11" imgW="875920" imgH="495085" progId="Equation.DSMT4">
                  <p:embed/>
                </p:oleObj>
              </mc:Choice>
              <mc:Fallback>
                <p:oleObj name="Equation" r:id="rId11" imgW="875920" imgH="495085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1457325"/>
                        <a:ext cx="8763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7" name="Object 13">
            <a:extLst>
              <a:ext uri="{FF2B5EF4-FFF2-40B4-BE49-F238E27FC236}">
                <a16:creationId xmlns:a16="http://schemas.microsoft.com/office/drawing/2014/main" id="{9940108D-B8E2-4C39-9865-E8F754221A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62400" y="1465263"/>
          <a:ext cx="133032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05" name="Equation" r:id="rId13" imgW="1295429" imgH="352399" progId="Equation.DSMT4">
                  <p:embed/>
                </p:oleObj>
              </mc:Choice>
              <mc:Fallback>
                <p:oleObj name="Equation" r:id="rId13" imgW="1295429" imgH="352399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1465263"/>
                        <a:ext cx="1330325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8" name="Text Box 14">
            <a:extLst>
              <a:ext uri="{FF2B5EF4-FFF2-40B4-BE49-F238E27FC236}">
                <a16:creationId xmlns:a16="http://schemas.microsoft.com/office/drawing/2014/main" id="{1E5E7D9F-5BF4-42E6-91B1-74871D7CDC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0" y="944563"/>
            <a:ext cx="47466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当没有外磁场时</a:t>
            </a:r>
          </a:p>
        </p:txBody>
      </p:sp>
      <p:sp>
        <p:nvSpPr>
          <p:cNvPr id="41999" name="AutoShape 15">
            <a:extLst>
              <a:ext uri="{FF2B5EF4-FFF2-40B4-BE49-F238E27FC236}">
                <a16:creationId xmlns:a16="http://schemas.microsoft.com/office/drawing/2014/main" id="{B393F666-F3C6-4FCB-B6EB-0B222F9D42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1374775"/>
            <a:ext cx="2217738" cy="649288"/>
          </a:xfrm>
          <a:prstGeom prst="wedgeEllipseCallout">
            <a:avLst>
              <a:gd name="adj1" fmla="val -63745"/>
              <a:gd name="adj2" fmla="val -4032"/>
            </a:avLst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1" lang="zh-CN" altLang="zh-CN" sz="2800" b="1">
              <a:latin typeface="Times New Roman" panose="02020603050405020304" pitchFamily="18" charset="0"/>
            </a:endParaRPr>
          </a:p>
        </p:txBody>
      </p:sp>
      <p:grpSp>
        <p:nvGrpSpPr>
          <p:cNvPr id="2" name="Group 16">
            <a:extLst>
              <a:ext uri="{FF2B5EF4-FFF2-40B4-BE49-F238E27FC236}">
                <a16:creationId xmlns:a16="http://schemas.microsoft.com/office/drawing/2014/main" id="{81C46186-1B79-4F15-8B10-144E4A7C7436}"/>
              </a:ext>
            </a:extLst>
          </p:cNvPr>
          <p:cNvGrpSpPr>
            <a:grpSpLocks/>
          </p:cNvGrpSpPr>
          <p:nvPr/>
        </p:nvGrpSpPr>
        <p:grpSpPr bwMode="auto">
          <a:xfrm>
            <a:off x="1427163" y="5440363"/>
            <a:ext cx="7616825" cy="539750"/>
            <a:chOff x="144" y="1065"/>
            <a:chExt cx="5136" cy="340"/>
          </a:xfrm>
        </p:grpSpPr>
        <p:sp>
          <p:nvSpPr>
            <p:cNvPr id="13434" name="Text Box 17">
              <a:extLst>
                <a:ext uri="{FF2B5EF4-FFF2-40B4-BE49-F238E27FC236}">
                  <a16:creationId xmlns:a16="http://schemas.microsoft.com/office/drawing/2014/main" id="{FA7DEC9F-CBC0-4AE9-8BC6-B45DE52FE8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1065"/>
              <a:ext cx="51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附加磁矩            是抗磁质产生磁效应唯一的原因</a:t>
              </a:r>
            </a:p>
          </p:txBody>
        </p:sp>
        <p:graphicFrame>
          <p:nvGraphicFramePr>
            <p:cNvPr id="13435" name="Object 18">
              <a:extLst>
                <a:ext uri="{FF2B5EF4-FFF2-40B4-BE49-F238E27FC236}">
                  <a16:creationId xmlns:a16="http://schemas.microsoft.com/office/drawing/2014/main" id="{7233F9A0-4949-43F3-9A57-6EC4114AA9E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32" y="1122"/>
            <a:ext cx="582" cy="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06" name="Equation" r:id="rId15" imgW="752341" imgH="304787" progId="Equation.DSMT4">
                    <p:embed/>
                  </p:oleObj>
                </mc:Choice>
                <mc:Fallback>
                  <p:oleObj name="Equation" r:id="rId15" imgW="752341" imgH="304787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32" y="1122"/>
                          <a:ext cx="582" cy="2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2003" name="Text Box 19">
            <a:extLst>
              <a:ext uri="{FF2B5EF4-FFF2-40B4-BE49-F238E27FC236}">
                <a16:creationId xmlns:a16="http://schemas.microsoft.com/office/drawing/2014/main" id="{BC3702D7-2A96-4F44-994F-26DEE0E6F1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8863" y="1901825"/>
            <a:ext cx="3657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当有外磁场时</a:t>
            </a:r>
          </a:p>
        </p:txBody>
      </p:sp>
      <p:grpSp>
        <p:nvGrpSpPr>
          <p:cNvPr id="3" name="Group 20">
            <a:extLst>
              <a:ext uri="{FF2B5EF4-FFF2-40B4-BE49-F238E27FC236}">
                <a16:creationId xmlns:a16="http://schemas.microsoft.com/office/drawing/2014/main" id="{FF53B326-945A-4BBF-9EA3-27C55293AF4B}"/>
              </a:ext>
            </a:extLst>
          </p:cNvPr>
          <p:cNvGrpSpPr>
            <a:grpSpLocks/>
          </p:cNvGrpSpPr>
          <p:nvPr/>
        </p:nvGrpSpPr>
        <p:grpSpPr bwMode="auto">
          <a:xfrm>
            <a:off x="5270500" y="2760663"/>
            <a:ext cx="3327400" cy="1676400"/>
            <a:chOff x="0" y="2592"/>
            <a:chExt cx="2096" cy="1056"/>
          </a:xfrm>
        </p:grpSpPr>
        <p:sp>
          <p:nvSpPr>
            <p:cNvPr id="13431" name="Line 21">
              <a:extLst>
                <a:ext uri="{FF2B5EF4-FFF2-40B4-BE49-F238E27FC236}">
                  <a16:creationId xmlns:a16="http://schemas.microsoft.com/office/drawing/2014/main" id="{4D12930A-4A3D-4A1B-B4BD-F11140B791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2736"/>
              <a:ext cx="1824" cy="0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432" name="Line 22">
              <a:extLst>
                <a:ext uri="{FF2B5EF4-FFF2-40B4-BE49-F238E27FC236}">
                  <a16:creationId xmlns:a16="http://schemas.microsoft.com/office/drawing/2014/main" id="{C3B07D11-F59D-41EF-821A-CFBEE7BFF7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3648"/>
              <a:ext cx="1920" cy="0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13433" name="Object 23">
              <a:extLst>
                <a:ext uri="{FF2B5EF4-FFF2-40B4-BE49-F238E27FC236}">
                  <a16:creationId xmlns:a16="http://schemas.microsoft.com/office/drawing/2014/main" id="{49A67F89-DF05-4225-A47D-EAD8693691B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24" y="2592"/>
            <a:ext cx="272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07" name="Equation" r:id="rId17" imgW="314401" imgH="371514" progId="Equation.3">
                    <p:embed/>
                  </p:oleObj>
                </mc:Choice>
                <mc:Fallback>
                  <p:oleObj name="Equation" r:id="rId17" imgW="314401" imgH="371514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4" y="2592"/>
                          <a:ext cx="272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2008" name="AutoShape 24">
            <a:extLst>
              <a:ext uri="{FF2B5EF4-FFF2-40B4-BE49-F238E27FC236}">
                <a16:creationId xmlns:a16="http://schemas.microsoft.com/office/drawing/2014/main" id="{E64C2D5E-E2BE-4CDC-B3C9-5C1A475D2096}"/>
              </a:ext>
            </a:extLst>
          </p:cNvPr>
          <p:cNvSpPr>
            <a:spLocks noChangeArrowheads="1"/>
          </p:cNvSpPr>
          <p:nvPr/>
        </p:nvSpPr>
        <p:spPr bwMode="auto">
          <a:xfrm rot="-59400000">
            <a:off x="6257925" y="2166938"/>
            <a:ext cx="1143000" cy="3048000"/>
          </a:xfrm>
          <a:prstGeom prst="can">
            <a:avLst>
              <a:gd name="adj" fmla="val 39296"/>
            </a:avLst>
          </a:prstGeom>
          <a:gradFill rotWithShape="1">
            <a:gsLst>
              <a:gs pos="0">
                <a:schemeClr val="bg2">
                  <a:gamma/>
                  <a:shade val="46275"/>
                  <a:invGamma/>
                </a:schemeClr>
              </a:gs>
              <a:gs pos="50000">
                <a:schemeClr val="bg2"/>
              </a:gs>
              <a:gs pos="100000">
                <a:schemeClr val="bg2">
                  <a:gamma/>
                  <a:shade val="46275"/>
                  <a:invGamma/>
                </a:schemeClr>
              </a:gs>
            </a:gsLst>
            <a:lin ang="0" scaled="1"/>
          </a:gradFill>
          <a:ln w="127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charset="0"/>
            </a:endParaRPr>
          </a:p>
        </p:txBody>
      </p:sp>
      <p:grpSp>
        <p:nvGrpSpPr>
          <p:cNvPr id="4" name="Group 25">
            <a:extLst>
              <a:ext uri="{FF2B5EF4-FFF2-40B4-BE49-F238E27FC236}">
                <a16:creationId xmlns:a16="http://schemas.microsoft.com/office/drawing/2014/main" id="{217E1488-2DA5-474D-8671-709A433C137F}"/>
              </a:ext>
            </a:extLst>
          </p:cNvPr>
          <p:cNvGrpSpPr>
            <a:grpSpLocks/>
          </p:cNvGrpSpPr>
          <p:nvPr/>
        </p:nvGrpSpPr>
        <p:grpSpPr bwMode="auto">
          <a:xfrm>
            <a:off x="5516563" y="3113088"/>
            <a:ext cx="3124200" cy="1160462"/>
            <a:chOff x="3277" y="2767"/>
            <a:chExt cx="1968" cy="731"/>
          </a:xfrm>
        </p:grpSpPr>
        <p:sp>
          <p:nvSpPr>
            <p:cNvPr id="13423" name="Arc 26">
              <a:extLst>
                <a:ext uri="{FF2B5EF4-FFF2-40B4-BE49-F238E27FC236}">
                  <a16:creationId xmlns:a16="http://schemas.microsoft.com/office/drawing/2014/main" id="{7E0340AC-4EC7-4B2E-BB27-051445091E89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429" y="2777"/>
              <a:ext cx="624" cy="720"/>
            </a:xfrm>
            <a:custGeom>
              <a:avLst/>
              <a:gdLst>
                <a:gd name="T0" fmla="*/ 0 w 21600"/>
                <a:gd name="T1" fmla="*/ 0 h 25303"/>
                <a:gd name="T2" fmla="*/ 0 w 21600"/>
                <a:gd name="T3" fmla="*/ 0 h 25303"/>
                <a:gd name="T4" fmla="*/ 0 w 21600"/>
                <a:gd name="T5" fmla="*/ 0 h 25303"/>
                <a:gd name="T6" fmla="*/ 0 60000 65536"/>
                <a:gd name="T7" fmla="*/ 0 60000 65536"/>
                <a:gd name="T8" fmla="*/ 0 60000 65536"/>
                <a:gd name="T9" fmla="*/ 0 w 21600"/>
                <a:gd name="T10" fmla="*/ 0 h 25303"/>
                <a:gd name="T11" fmla="*/ 21600 w 21600"/>
                <a:gd name="T12" fmla="*/ 25303 h 2530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5303" fill="none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</a:path>
                <a:path w="21600" h="25303" stroke="0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  <a:lnTo>
                    <a:pt x="21600" y="12332"/>
                  </a:lnTo>
                  <a:lnTo>
                    <a:pt x="4328" y="25302"/>
                  </a:lnTo>
                  <a:close/>
                </a:path>
              </a:pathLst>
            </a:custGeom>
            <a:noFill/>
            <a:ln w="38100">
              <a:solidFill>
                <a:srgbClr val="FFFF00"/>
              </a:solidFill>
              <a:round/>
              <a:headEnd type="triangle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24" name="Arc 27">
              <a:extLst>
                <a:ext uri="{FF2B5EF4-FFF2-40B4-BE49-F238E27FC236}">
                  <a16:creationId xmlns:a16="http://schemas.microsoft.com/office/drawing/2014/main" id="{41D81B76-CFF6-4B53-A481-513BF6CD0171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621" y="2777"/>
              <a:ext cx="624" cy="720"/>
            </a:xfrm>
            <a:custGeom>
              <a:avLst/>
              <a:gdLst>
                <a:gd name="T0" fmla="*/ 0 w 21600"/>
                <a:gd name="T1" fmla="*/ 0 h 25303"/>
                <a:gd name="T2" fmla="*/ 0 w 21600"/>
                <a:gd name="T3" fmla="*/ 0 h 25303"/>
                <a:gd name="T4" fmla="*/ 0 w 21600"/>
                <a:gd name="T5" fmla="*/ 0 h 25303"/>
                <a:gd name="T6" fmla="*/ 0 60000 65536"/>
                <a:gd name="T7" fmla="*/ 0 60000 65536"/>
                <a:gd name="T8" fmla="*/ 0 60000 65536"/>
                <a:gd name="T9" fmla="*/ 0 w 21600"/>
                <a:gd name="T10" fmla="*/ 0 h 25303"/>
                <a:gd name="T11" fmla="*/ 21600 w 21600"/>
                <a:gd name="T12" fmla="*/ 25303 h 2530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5303" fill="none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</a:path>
                <a:path w="21600" h="25303" stroke="0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  <a:lnTo>
                    <a:pt x="21600" y="12332"/>
                  </a:lnTo>
                  <a:lnTo>
                    <a:pt x="4328" y="25302"/>
                  </a:lnTo>
                  <a:close/>
                </a:path>
              </a:pathLst>
            </a:custGeom>
            <a:noFill/>
            <a:ln w="38100">
              <a:solidFill>
                <a:srgbClr val="FFFF00"/>
              </a:solidFill>
              <a:round/>
              <a:headEnd type="triangle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25" name="Arc 28">
              <a:extLst>
                <a:ext uri="{FF2B5EF4-FFF2-40B4-BE49-F238E27FC236}">
                  <a16:creationId xmlns:a16="http://schemas.microsoft.com/office/drawing/2014/main" id="{5C88F06F-AEC6-4213-BB37-4647EF7D629B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277" y="2767"/>
              <a:ext cx="624" cy="720"/>
            </a:xfrm>
            <a:custGeom>
              <a:avLst/>
              <a:gdLst>
                <a:gd name="T0" fmla="*/ 0 w 21600"/>
                <a:gd name="T1" fmla="*/ 0 h 25303"/>
                <a:gd name="T2" fmla="*/ 0 w 21600"/>
                <a:gd name="T3" fmla="*/ 0 h 25303"/>
                <a:gd name="T4" fmla="*/ 0 w 21600"/>
                <a:gd name="T5" fmla="*/ 0 h 25303"/>
                <a:gd name="T6" fmla="*/ 0 60000 65536"/>
                <a:gd name="T7" fmla="*/ 0 60000 65536"/>
                <a:gd name="T8" fmla="*/ 0 60000 65536"/>
                <a:gd name="T9" fmla="*/ 0 w 21600"/>
                <a:gd name="T10" fmla="*/ 0 h 25303"/>
                <a:gd name="T11" fmla="*/ 21600 w 21600"/>
                <a:gd name="T12" fmla="*/ 25303 h 2530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5303" fill="none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</a:path>
                <a:path w="21600" h="25303" stroke="0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  <a:lnTo>
                    <a:pt x="21600" y="12332"/>
                  </a:lnTo>
                  <a:lnTo>
                    <a:pt x="4328" y="25302"/>
                  </a:lnTo>
                  <a:close/>
                </a:path>
              </a:pathLst>
            </a:custGeom>
            <a:noFill/>
            <a:ln w="38100">
              <a:solidFill>
                <a:srgbClr val="FFFF00"/>
              </a:solidFill>
              <a:round/>
              <a:headEnd type="triangle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26" name="Arc 29">
              <a:extLst>
                <a:ext uri="{FF2B5EF4-FFF2-40B4-BE49-F238E27FC236}">
                  <a16:creationId xmlns:a16="http://schemas.microsoft.com/office/drawing/2014/main" id="{247CC531-735B-4354-84F1-68259CA1F7DF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467" y="2778"/>
              <a:ext cx="624" cy="720"/>
            </a:xfrm>
            <a:custGeom>
              <a:avLst/>
              <a:gdLst>
                <a:gd name="T0" fmla="*/ 0 w 21600"/>
                <a:gd name="T1" fmla="*/ 0 h 25303"/>
                <a:gd name="T2" fmla="*/ 0 w 21600"/>
                <a:gd name="T3" fmla="*/ 0 h 25303"/>
                <a:gd name="T4" fmla="*/ 0 w 21600"/>
                <a:gd name="T5" fmla="*/ 0 h 25303"/>
                <a:gd name="T6" fmla="*/ 0 60000 65536"/>
                <a:gd name="T7" fmla="*/ 0 60000 65536"/>
                <a:gd name="T8" fmla="*/ 0 60000 65536"/>
                <a:gd name="T9" fmla="*/ 0 w 21600"/>
                <a:gd name="T10" fmla="*/ 0 h 25303"/>
                <a:gd name="T11" fmla="*/ 21600 w 21600"/>
                <a:gd name="T12" fmla="*/ 25303 h 2530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5303" fill="none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</a:path>
                <a:path w="21600" h="25303" stroke="0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  <a:lnTo>
                    <a:pt x="21600" y="12332"/>
                  </a:lnTo>
                  <a:lnTo>
                    <a:pt x="4328" y="25302"/>
                  </a:lnTo>
                  <a:close/>
                </a:path>
              </a:pathLst>
            </a:custGeom>
            <a:noFill/>
            <a:ln w="38100">
              <a:solidFill>
                <a:srgbClr val="FFFF00"/>
              </a:solidFill>
              <a:round/>
              <a:headEnd type="triangle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27" name="Arc 30">
              <a:extLst>
                <a:ext uri="{FF2B5EF4-FFF2-40B4-BE49-F238E27FC236}">
                  <a16:creationId xmlns:a16="http://schemas.microsoft.com/office/drawing/2014/main" id="{9114D32D-F112-4216-B308-61E9D8D8FBDD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659" y="2778"/>
              <a:ext cx="624" cy="720"/>
            </a:xfrm>
            <a:custGeom>
              <a:avLst/>
              <a:gdLst>
                <a:gd name="T0" fmla="*/ 0 w 21600"/>
                <a:gd name="T1" fmla="*/ 0 h 25303"/>
                <a:gd name="T2" fmla="*/ 0 w 21600"/>
                <a:gd name="T3" fmla="*/ 0 h 25303"/>
                <a:gd name="T4" fmla="*/ 0 w 21600"/>
                <a:gd name="T5" fmla="*/ 0 h 25303"/>
                <a:gd name="T6" fmla="*/ 0 60000 65536"/>
                <a:gd name="T7" fmla="*/ 0 60000 65536"/>
                <a:gd name="T8" fmla="*/ 0 60000 65536"/>
                <a:gd name="T9" fmla="*/ 0 w 21600"/>
                <a:gd name="T10" fmla="*/ 0 h 25303"/>
                <a:gd name="T11" fmla="*/ 21600 w 21600"/>
                <a:gd name="T12" fmla="*/ 25303 h 2530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5303" fill="none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</a:path>
                <a:path w="21600" h="25303" stroke="0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  <a:lnTo>
                    <a:pt x="21600" y="12332"/>
                  </a:lnTo>
                  <a:lnTo>
                    <a:pt x="4328" y="25302"/>
                  </a:lnTo>
                  <a:close/>
                </a:path>
              </a:pathLst>
            </a:custGeom>
            <a:noFill/>
            <a:ln w="38100">
              <a:solidFill>
                <a:srgbClr val="FFFF00"/>
              </a:solidFill>
              <a:round/>
              <a:headEnd type="triangle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28" name="Arc 31">
              <a:extLst>
                <a:ext uri="{FF2B5EF4-FFF2-40B4-BE49-F238E27FC236}">
                  <a16:creationId xmlns:a16="http://schemas.microsoft.com/office/drawing/2014/main" id="{20142D55-CF7A-44F5-98F4-CC1E0FD546A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851" y="2778"/>
              <a:ext cx="624" cy="720"/>
            </a:xfrm>
            <a:custGeom>
              <a:avLst/>
              <a:gdLst>
                <a:gd name="T0" fmla="*/ 0 w 21600"/>
                <a:gd name="T1" fmla="*/ 0 h 25303"/>
                <a:gd name="T2" fmla="*/ 0 w 21600"/>
                <a:gd name="T3" fmla="*/ 0 h 25303"/>
                <a:gd name="T4" fmla="*/ 0 w 21600"/>
                <a:gd name="T5" fmla="*/ 0 h 25303"/>
                <a:gd name="T6" fmla="*/ 0 60000 65536"/>
                <a:gd name="T7" fmla="*/ 0 60000 65536"/>
                <a:gd name="T8" fmla="*/ 0 60000 65536"/>
                <a:gd name="T9" fmla="*/ 0 w 21600"/>
                <a:gd name="T10" fmla="*/ 0 h 25303"/>
                <a:gd name="T11" fmla="*/ 21600 w 21600"/>
                <a:gd name="T12" fmla="*/ 25303 h 2530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5303" fill="none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</a:path>
                <a:path w="21600" h="25303" stroke="0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  <a:lnTo>
                    <a:pt x="21600" y="12332"/>
                  </a:lnTo>
                  <a:lnTo>
                    <a:pt x="4328" y="25302"/>
                  </a:lnTo>
                  <a:close/>
                </a:path>
              </a:pathLst>
            </a:custGeom>
            <a:noFill/>
            <a:ln w="38100">
              <a:solidFill>
                <a:srgbClr val="FFFF00"/>
              </a:solidFill>
              <a:round/>
              <a:headEnd type="triangle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29" name="Arc 32">
              <a:extLst>
                <a:ext uri="{FF2B5EF4-FFF2-40B4-BE49-F238E27FC236}">
                  <a16:creationId xmlns:a16="http://schemas.microsoft.com/office/drawing/2014/main" id="{EA43C655-914B-44BE-A7A2-D2E93A949DB8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043" y="2778"/>
              <a:ext cx="624" cy="720"/>
            </a:xfrm>
            <a:custGeom>
              <a:avLst/>
              <a:gdLst>
                <a:gd name="T0" fmla="*/ 0 w 21600"/>
                <a:gd name="T1" fmla="*/ 0 h 25303"/>
                <a:gd name="T2" fmla="*/ 0 w 21600"/>
                <a:gd name="T3" fmla="*/ 0 h 25303"/>
                <a:gd name="T4" fmla="*/ 0 w 21600"/>
                <a:gd name="T5" fmla="*/ 0 h 25303"/>
                <a:gd name="T6" fmla="*/ 0 60000 65536"/>
                <a:gd name="T7" fmla="*/ 0 60000 65536"/>
                <a:gd name="T8" fmla="*/ 0 60000 65536"/>
                <a:gd name="T9" fmla="*/ 0 w 21600"/>
                <a:gd name="T10" fmla="*/ 0 h 25303"/>
                <a:gd name="T11" fmla="*/ 21600 w 21600"/>
                <a:gd name="T12" fmla="*/ 25303 h 2530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5303" fill="none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</a:path>
                <a:path w="21600" h="25303" stroke="0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  <a:lnTo>
                    <a:pt x="21600" y="12332"/>
                  </a:lnTo>
                  <a:lnTo>
                    <a:pt x="4328" y="25302"/>
                  </a:lnTo>
                  <a:close/>
                </a:path>
              </a:pathLst>
            </a:custGeom>
            <a:noFill/>
            <a:ln w="38100">
              <a:solidFill>
                <a:srgbClr val="FFFF00"/>
              </a:solidFill>
              <a:round/>
              <a:headEnd type="triangle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30" name="Arc 33">
              <a:extLst>
                <a:ext uri="{FF2B5EF4-FFF2-40B4-BE49-F238E27FC236}">
                  <a16:creationId xmlns:a16="http://schemas.microsoft.com/office/drawing/2014/main" id="{B1B082EA-5982-416E-ABB7-08A0A549884A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235" y="2778"/>
              <a:ext cx="624" cy="720"/>
            </a:xfrm>
            <a:custGeom>
              <a:avLst/>
              <a:gdLst>
                <a:gd name="T0" fmla="*/ 0 w 21600"/>
                <a:gd name="T1" fmla="*/ 0 h 25303"/>
                <a:gd name="T2" fmla="*/ 0 w 21600"/>
                <a:gd name="T3" fmla="*/ 0 h 25303"/>
                <a:gd name="T4" fmla="*/ 0 w 21600"/>
                <a:gd name="T5" fmla="*/ 0 h 25303"/>
                <a:gd name="T6" fmla="*/ 0 60000 65536"/>
                <a:gd name="T7" fmla="*/ 0 60000 65536"/>
                <a:gd name="T8" fmla="*/ 0 60000 65536"/>
                <a:gd name="T9" fmla="*/ 0 w 21600"/>
                <a:gd name="T10" fmla="*/ 0 h 25303"/>
                <a:gd name="T11" fmla="*/ 21600 w 21600"/>
                <a:gd name="T12" fmla="*/ 25303 h 2530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5303" fill="none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</a:path>
                <a:path w="21600" h="25303" stroke="0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  <a:lnTo>
                    <a:pt x="21600" y="12332"/>
                  </a:lnTo>
                  <a:lnTo>
                    <a:pt x="4328" y="25302"/>
                  </a:lnTo>
                  <a:close/>
                </a:path>
              </a:pathLst>
            </a:custGeom>
            <a:noFill/>
            <a:ln w="38100">
              <a:solidFill>
                <a:srgbClr val="FFFF00"/>
              </a:solidFill>
              <a:round/>
              <a:headEnd type="triangle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42018" name="Object 34">
            <a:extLst>
              <a:ext uri="{FF2B5EF4-FFF2-40B4-BE49-F238E27FC236}">
                <a16:creationId xmlns:a16="http://schemas.microsoft.com/office/drawing/2014/main" id="{D73C918C-248E-4CF0-875A-66BEA623B3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89750" y="3551238"/>
          <a:ext cx="381000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08" name="Equation" r:id="rId19" imgW="181145" imgH="200179" progId="Equation.3">
                  <p:embed/>
                </p:oleObj>
              </mc:Choice>
              <mc:Fallback>
                <p:oleObj name="Equation" r:id="rId19" imgW="181145" imgH="200179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9750" y="3551238"/>
                        <a:ext cx="381000" cy="366712"/>
                      </a:xfrm>
                      <a:prstGeom prst="rect">
                        <a:avLst/>
                      </a:prstGeom>
                      <a:solidFill>
                        <a:schemeClr val="bg2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4B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19" name="Line 35">
            <a:extLst>
              <a:ext uri="{FF2B5EF4-FFF2-40B4-BE49-F238E27FC236}">
                <a16:creationId xmlns:a16="http://schemas.microsoft.com/office/drawing/2014/main" id="{FCE125C0-230D-4F45-9629-2F1120BE370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54575" y="3675063"/>
            <a:ext cx="617538" cy="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5" name="Group 36">
            <a:extLst>
              <a:ext uri="{FF2B5EF4-FFF2-40B4-BE49-F238E27FC236}">
                <a16:creationId xmlns:a16="http://schemas.microsoft.com/office/drawing/2014/main" id="{C2D2F680-DAA7-4AFE-92EE-1519D8F4C181}"/>
              </a:ext>
            </a:extLst>
          </p:cNvPr>
          <p:cNvGrpSpPr>
            <a:grpSpLocks/>
          </p:cNvGrpSpPr>
          <p:nvPr/>
        </p:nvGrpSpPr>
        <p:grpSpPr bwMode="auto">
          <a:xfrm>
            <a:off x="1228725" y="3233738"/>
            <a:ext cx="387350" cy="838200"/>
            <a:chOff x="1244" y="1872"/>
            <a:chExt cx="244" cy="528"/>
          </a:xfrm>
        </p:grpSpPr>
        <p:grpSp>
          <p:nvGrpSpPr>
            <p:cNvPr id="13413" name="Group 37">
              <a:extLst>
                <a:ext uri="{FF2B5EF4-FFF2-40B4-BE49-F238E27FC236}">
                  <a16:creationId xmlns:a16="http://schemas.microsoft.com/office/drawing/2014/main" id="{4E4B520A-8A4B-4B58-8FE2-4531619F6A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4" y="1872"/>
              <a:ext cx="240" cy="336"/>
              <a:chOff x="3692" y="3792"/>
              <a:chExt cx="240" cy="336"/>
            </a:xfrm>
          </p:grpSpPr>
          <p:grpSp>
            <p:nvGrpSpPr>
              <p:cNvPr id="13417" name="Group 38">
                <a:extLst>
                  <a:ext uri="{FF2B5EF4-FFF2-40B4-BE49-F238E27FC236}">
                    <a16:creationId xmlns:a16="http://schemas.microsoft.com/office/drawing/2014/main" id="{DEFE3D20-73C6-499E-B6F4-3EB1541AAC0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7894606" flipH="1">
                <a:off x="3764" y="3960"/>
                <a:ext cx="144" cy="192"/>
                <a:chOff x="3452" y="672"/>
                <a:chExt cx="240" cy="212"/>
              </a:xfrm>
            </p:grpSpPr>
            <p:sp>
              <p:nvSpPr>
                <p:cNvPr id="13421" name="Oval 39">
                  <a:extLst>
                    <a:ext uri="{FF2B5EF4-FFF2-40B4-BE49-F238E27FC236}">
                      <a16:creationId xmlns:a16="http://schemas.microsoft.com/office/drawing/2014/main" id="{270941C6-5354-49A6-A80D-E64E920E63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288722">
                  <a:off x="3452" y="792"/>
                  <a:ext cx="240" cy="92"/>
                </a:xfrm>
                <a:prstGeom prst="ellips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13422" name="Line 40">
                  <a:extLst>
                    <a:ext uri="{FF2B5EF4-FFF2-40B4-BE49-F238E27FC236}">
                      <a16:creationId xmlns:a16="http://schemas.microsoft.com/office/drawing/2014/main" id="{5D2A01FB-A208-483C-9333-17EFE7DC1BA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288722" flipV="1">
                  <a:off x="3600" y="672"/>
                  <a:ext cx="40" cy="175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418" name="Group 41">
                <a:extLst>
                  <a:ext uri="{FF2B5EF4-FFF2-40B4-BE49-F238E27FC236}">
                    <a16:creationId xmlns:a16="http://schemas.microsoft.com/office/drawing/2014/main" id="{829AFCE9-5DD5-4E94-AC43-B86A328A501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7894606" flipH="1">
                <a:off x="3716" y="3768"/>
                <a:ext cx="144" cy="192"/>
                <a:chOff x="3452" y="672"/>
                <a:chExt cx="240" cy="212"/>
              </a:xfrm>
            </p:grpSpPr>
            <p:sp>
              <p:nvSpPr>
                <p:cNvPr id="13419" name="Oval 42">
                  <a:extLst>
                    <a:ext uri="{FF2B5EF4-FFF2-40B4-BE49-F238E27FC236}">
                      <a16:creationId xmlns:a16="http://schemas.microsoft.com/office/drawing/2014/main" id="{38ED9746-470E-4B32-B62A-7CCF04C8B7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288722">
                  <a:off x="3452" y="792"/>
                  <a:ext cx="240" cy="92"/>
                </a:xfrm>
                <a:prstGeom prst="ellips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13420" name="Line 43">
                  <a:extLst>
                    <a:ext uri="{FF2B5EF4-FFF2-40B4-BE49-F238E27FC236}">
                      <a16:creationId xmlns:a16="http://schemas.microsoft.com/office/drawing/2014/main" id="{5BA73195-9DE3-4574-9E0A-E2951FBCC5C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288722" flipV="1">
                  <a:off x="3600" y="672"/>
                  <a:ext cx="40" cy="175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3414" name="Group 44">
              <a:extLst>
                <a:ext uri="{FF2B5EF4-FFF2-40B4-BE49-F238E27FC236}">
                  <a16:creationId xmlns:a16="http://schemas.microsoft.com/office/drawing/2014/main" id="{2025AB69-50B4-4C06-BA70-710FA61815CF}"/>
                </a:ext>
              </a:extLst>
            </p:cNvPr>
            <p:cNvGrpSpPr>
              <a:grpSpLocks/>
            </p:cNvGrpSpPr>
            <p:nvPr/>
          </p:nvGrpSpPr>
          <p:grpSpPr bwMode="auto">
            <a:xfrm rot="17894606" flipH="1">
              <a:off x="1320" y="2232"/>
              <a:ext cx="144" cy="192"/>
              <a:chOff x="3452" y="672"/>
              <a:chExt cx="240" cy="212"/>
            </a:xfrm>
          </p:grpSpPr>
          <p:sp>
            <p:nvSpPr>
              <p:cNvPr id="13415" name="Oval 45">
                <a:extLst>
                  <a:ext uri="{FF2B5EF4-FFF2-40B4-BE49-F238E27FC236}">
                    <a16:creationId xmlns:a16="http://schemas.microsoft.com/office/drawing/2014/main" id="{A6E3B8F0-D95A-4516-8F6B-C073F897FF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288722">
                <a:off x="3452" y="792"/>
                <a:ext cx="240" cy="92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3416" name="Line 46">
                <a:extLst>
                  <a:ext uri="{FF2B5EF4-FFF2-40B4-BE49-F238E27FC236}">
                    <a16:creationId xmlns:a16="http://schemas.microsoft.com/office/drawing/2014/main" id="{00A6C797-96C4-474D-B7A7-0CAA48FB42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288722" flipV="1">
                <a:off x="3600" y="672"/>
                <a:ext cx="40" cy="175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10" name="Group 47">
            <a:extLst>
              <a:ext uri="{FF2B5EF4-FFF2-40B4-BE49-F238E27FC236}">
                <a16:creationId xmlns:a16="http://schemas.microsoft.com/office/drawing/2014/main" id="{B8B0D1FC-2D2D-44AA-B1AC-7F5C19403708}"/>
              </a:ext>
            </a:extLst>
          </p:cNvPr>
          <p:cNvGrpSpPr>
            <a:grpSpLocks/>
          </p:cNvGrpSpPr>
          <p:nvPr/>
        </p:nvGrpSpPr>
        <p:grpSpPr bwMode="auto">
          <a:xfrm>
            <a:off x="1609725" y="3233738"/>
            <a:ext cx="387350" cy="838200"/>
            <a:chOff x="1484" y="1872"/>
            <a:chExt cx="244" cy="528"/>
          </a:xfrm>
        </p:grpSpPr>
        <p:grpSp>
          <p:nvGrpSpPr>
            <p:cNvPr id="13403" name="Group 48">
              <a:extLst>
                <a:ext uri="{FF2B5EF4-FFF2-40B4-BE49-F238E27FC236}">
                  <a16:creationId xmlns:a16="http://schemas.microsoft.com/office/drawing/2014/main" id="{6F888ADA-8026-4B1B-AAC1-1636A0635C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4" y="1872"/>
              <a:ext cx="240" cy="336"/>
              <a:chOff x="3932" y="3792"/>
              <a:chExt cx="240" cy="336"/>
            </a:xfrm>
          </p:grpSpPr>
          <p:grpSp>
            <p:nvGrpSpPr>
              <p:cNvPr id="13407" name="Group 49">
                <a:extLst>
                  <a:ext uri="{FF2B5EF4-FFF2-40B4-BE49-F238E27FC236}">
                    <a16:creationId xmlns:a16="http://schemas.microsoft.com/office/drawing/2014/main" id="{09314A6B-F8ED-4314-A6B9-E02099CB7B3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7894606" flipH="1">
                <a:off x="3956" y="3768"/>
                <a:ext cx="144" cy="192"/>
                <a:chOff x="3452" y="672"/>
                <a:chExt cx="240" cy="212"/>
              </a:xfrm>
            </p:grpSpPr>
            <p:sp>
              <p:nvSpPr>
                <p:cNvPr id="13411" name="Oval 50">
                  <a:extLst>
                    <a:ext uri="{FF2B5EF4-FFF2-40B4-BE49-F238E27FC236}">
                      <a16:creationId xmlns:a16="http://schemas.microsoft.com/office/drawing/2014/main" id="{A610BF7B-A637-477A-900E-1215949E98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288722">
                  <a:off x="3452" y="792"/>
                  <a:ext cx="240" cy="92"/>
                </a:xfrm>
                <a:prstGeom prst="ellips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13412" name="Line 51">
                  <a:extLst>
                    <a:ext uri="{FF2B5EF4-FFF2-40B4-BE49-F238E27FC236}">
                      <a16:creationId xmlns:a16="http://schemas.microsoft.com/office/drawing/2014/main" id="{016837F8-C605-43A7-B310-1110ADC345E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288722" flipV="1">
                  <a:off x="3600" y="672"/>
                  <a:ext cx="40" cy="175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408" name="Group 52">
                <a:extLst>
                  <a:ext uri="{FF2B5EF4-FFF2-40B4-BE49-F238E27FC236}">
                    <a16:creationId xmlns:a16="http://schemas.microsoft.com/office/drawing/2014/main" id="{A98A8171-DCC2-4643-82AD-F09ED9BE99D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7894606" flipH="1">
                <a:off x="4004" y="3960"/>
                <a:ext cx="144" cy="192"/>
                <a:chOff x="3452" y="672"/>
                <a:chExt cx="240" cy="212"/>
              </a:xfrm>
            </p:grpSpPr>
            <p:sp>
              <p:nvSpPr>
                <p:cNvPr id="13409" name="Oval 53">
                  <a:extLst>
                    <a:ext uri="{FF2B5EF4-FFF2-40B4-BE49-F238E27FC236}">
                      <a16:creationId xmlns:a16="http://schemas.microsoft.com/office/drawing/2014/main" id="{EB64842E-F72C-4E09-82C0-D886F41479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288722">
                  <a:off x="3452" y="792"/>
                  <a:ext cx="240" cy="92"/>
                </a:xfrm>
                <a:prstGeom prst="ellips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13410" name="Line 54">
                  <a:extLst>
                    <a:ext uri="{FF2B5EF4-FFF2-40B4-BE49-F238E27FC236}">
                      <a16:creationId xmlns:a16="http://schemas.microsoft.com/office/drawing/2014/main" id="{850BEECB-98C6-4B8D-A962-0B7D14D8FDC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288722" flipV="1">
                  <a:off x="3600" y="672"/>
                  <a:ext cx="40" cy="175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3404" name="Group 55">
              <a:extLst>
                <a:ext uri="{FF2B5EF4-FFF2-40B4-BE49-F238E27FC236}">
                  <a16:creationId xmlns:a16="http://schemas.microsoft.com/office/drawing/2014/main" id="{A754F0B3-5E46-42F2-B52F-C0959B76BF3D}"/>
                </a:ext>
              </a:extLst>
            </p:cNvPr>
            <p:cNvGrpSpPr>
              <a:grpSpLocks/>
            </p:cNvGrpSpPr>
            <p:nvPr/>
          </p:nvGrpSpPr>
          <p:grpSpPr bwMode="auto">
            <a:xfrm rot="17894606" flipH="1">
              <a:off x="1560" y="2232"/>
              <a:ext cx="144" cy="192"/>
              <a:chOff x="3452" y="672"/>
              <a:chExt cx="240" cy="212"/>
            </a:xfrm>
          </p:grpSpPr>
          <p:sp>
            <p:nvSpPr>
              <p:cNvPr id="13405" name="Oval 56">
                <a:extLst>
                  <a:ext uri="{FF2B5EF4-FFF2-40B4-BE49-F238E27FC236}">
                    <a16:creationId xmlns:a16="http://schemas.microsoft.com/office/drawing/2014/main" id="{3C1B6F33-6195-47AC-8593-63ADCE823A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288722">
                <a:off x="3452" y="792"/>
                <a:ext cx="240" cy="92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3406" name="Line 57">
                <a:extLst>
                  <a:ext uri="{FF2B5EF4-FFF2-40B4-BE49-F238E27FC236}">
                    <a16:creationId xmlns:a16="http://schemas.microsoft.com/office/drawing/2014/main" id="{DB5DC627-C19E-4D48-8207-CC6D91D5DB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288722" flipV="1">
                <a:off x="3600" y="672"/>
                <a:ext cx="40" cy="175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15" name="Group 58">
            <a:extLst>
              <a:ext uri="{FF2B5EF4-FFF2-40B4-BE49-F238E27FC236}">
                <a16:creationId xmlns:a16="http://schemas.microsoft.com/office/drawing/2014/main" id="{D8632A06-D47D-47D2-BA15-5B923E52AC0B}"/>
              </a:ext>
            </a:extLst>
          </p:cNvPr>
          <p:cNvGrpSpPr>
            <a:grpSpLocks/>
          </p:cNvGrpSpPr>
          <p:nvPr/>
        </p:nvGrpSpPr>
        <p:grpSpPr bwMode="auto">
          <a:xfrm>
            <a:off x="2371725" y="3233738"/>
            <a:ext cx="387350" cy="838200"/>
            <a:chOff x="1964" y="1872"/>
            <a:chExt cx="244" cy="528"/>
          </a:xfrm>
        </p:grpSpPr>
        <p:grpSp>
          <p:nvGrpSpPr>
            <p:cNvPr id="13393" name="Group 59">
              <a:extLst>
                <a:ext uri="{FF2B5EF4-FFF2-40B4-BE49-F238E27FC236}">
                  <a16:creationId xmlns:a16="http://schemas.microsoft.com/office/drawing/2014/main" id="{C665E7C0-7DAA-4071-9411-7502D65387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4" y="1872"/>
              <a:ext cx="240" cy="336"/>
              <a:chOff x="4316" y="3792"/>
              <a:chExt cx="240" cy="336"/>
            </a:xfrm>
          </p:grpSpPr>
          <p:grpSp>
            <p:nvGrpSpPr>
              <p:cNvPr id="13397" name="Group 60">
                <a:extLst>
                  <a:ext uri="{FF2B5EF4-FFF2-40B4-BE49-F238E27FC236}">
                    <a16:creationId xmlns:a16="http://schemas.microsoft.com/office/drawing/2014/main" id="{F972B034-C25E-410C-BA3E-365A75623CC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7894606" flipH="1">
                <a:off x="4340" y="3768"/>
                <a:ext cx="144" cy="192"/>
                <a:chOff x="3452" y="672"/>
                <a:chExt cx="240" cy="212"/>
              </a:xfrm>
            </p:grpSpPr>
            <p:sp>
              <p:nvSpPr>
                <p:cNvPr id="13401" name="Oval 61">
                  <a:extLst>
                    <a:ext uri="{FF2B5EF4-FFF2-40B4-BE49-F238E27FC236}">
                      <a16:creationId xmlns:a16="http://schemas.microsoft.com/office/drawing/2014/main" id="{AD2CB49C-96F0-4D74-B275-57B8DCD4754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288722">
                  <a:off x="3452" y="792"/>
                  <a:ext cx="240" cy="92"/>
                </a:xfrm>
                <a:prstGeom prst="ellips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13402" name="Line 62">
                  <a:extLst>
                    <a:ext uri="{FF2B5EF4-FFF2-40B4-BE49-F238E27FC236}">
                      <a16:creationId xmlns:a16="http://schemas.microsoft.com/office/drawing/2014/main" id="{19988FFB-FB22-43BA-AC53-224E2A7E3CF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288722" flipV="1">
                  <a:off x="3600" y="672"/>
                  <a:ext cx="40" cy="175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398" name="Group 63">
                <a:extLst>
                  <a:ext uri="{FF2B5EF4-FFF2-40B4-BE49-F238E27FC236}">
                    <a16:creationId xmlns:a16="http://schemas.microsoft.com/office/drawing/2014/main" id="{A47F24A3-E722-4842-81D7-FF4037EA8F7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7894606" flipH="1">
                <a:off x="4388" y="3960"/>
                <a:ext cx="144" cy="192"/>
                <a:chOff x="3452" y="672"/>
                <a:chExt cx="240" cy="212"/>
              </a:xfrm>
            </p:grpSpPr>
            <p:sp>
              <p:nvSpPr>
                <p:cNvPr id="13399" name="Oval 64">
                  <a:extLst>
                    <a:ext uri="{FF2B5EF4-FFF2-40B4-BE49-F238E27FC236}">
                      <a16:creationId xmlns:a16="http://schemas.microsoft.com/office/drawing/2014/main" id="{0FCDF1A8-7748-4D8D-8100-EAF5CFD9810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288722">
                  <a:off x="3452" y="792"/>
                  <a:ext cx="240" cy="92"/>
                </a:xfrm>
                <a:prstGeom prst="ellips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13400" name="Line 65">
                  <a:extLst>
                    <a:ext uri="{FF2B5EF4-FFF2-40B4-BE49-F238E27FC236}">
                      <a16:creationId xmlns:a16="http://schemas.microsoft.com/office/drawing/2014/main" id="{6B99EEA7-BDD9-4ABA-B934-26BB5756EFB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288722" flipV="1">
                  <a:off x="3600" y="672"/>
                  <a:ext cx="40" cy="175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3394" name="Group 66">
              <a:extLst>
                <a:ext uri="{FF2B5EF4-FFF2-40B4-BE49-F238E27FC236}">
                  <a16:creationId xmlns:a16="http://schemas.microsoft.com/office/drawing/2014/main" id="{1EF4C628-7034-4963-8CD9-C1D2891372EB}"/>
                </a:ext>
              </a:extLst>
            </p:cNvPr>
            <p:cNvGrpSpPr>
              <a:grpSpLocks/>
            </p:cNvGrpSpPr>
            <p:nvPr/>
          </p:nvGrpSpPr>
          <p:grpSpPr bwMode="auto">
            <a:xfrm rot="17894606" flipH="1">
              <a:off x="2040" y="2232"/>
              <a:ext cx="144" cy="192"/>
              <a:chOff x="3452" y="672"/>
              <a:chExt cx="240" cy="212"/>
            </a:xfrm>
          </p:grpSpPr>
          <p:sp>
            <p:nvSpPr>
              <p:cNvPr id="13395" name="Oval 67">
                <a:extLst>
                  <a:ext uri="{FF2B5EF4-FFF2-40B4-BE49-F238E27FC236}">
                    <a16:creationId xmlns:a16="http://schemas.microsoft.com/office/drawing/2014/main" id="{1A455BC8-29CF-4C4B-91E4-7EDE537BDF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288722">
                <a:off x="3452" y="792"/>
                <a:ext cx="240" cy="92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3396" name="Line 68">
                <a:extLst>
                  <a:ext uri="{FF2B5EF4-FFF2-40B4-BE49-F238E27FC236}">
                    <a16:creationId xmlns:a16="http://schemas.microsoft.com/office/drawing/2014/main" id="{79AAD232-9713-41F8-A57F-AF9D21655A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288722" flipV="1">
                <a:off x="3600" y="672"/>
                <a:ext cx="40" cy="175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20" name="Group 69">
            <a:extLst>
              <a:ext uri="{FF2B5EF4-FFF2-40B4-BE49-F238E27FC236}">
                <a16:creationId xmlns:a16="http://schemas.microsoft.com/office/drawing/2014/main" id="{1978D529-1569-48D5-9B26-54F94C4C423F}"/>
              </a:ext>
            </a:extLst>
          </p:cNvPr>
          <p:cNvGrpSpPr>
            <a:grpSpLocks/>
          </p:cNvGrpSpPr>
          <p:nvPr/>
        </p:nvGrpSpPr>
        <p:grpSpPr bwMode="auto">
          <a:xfrm>
            <a:off x="1997075" y="3233738"/>
            <a:ext cx="381000" cy="838200"/>
            <a:chOff x="1728" y="1872"/>
            <a:chExt cx="240" cy="528"/>
          </a:xfrm>
        </p:grpSpPr>
        <p:grpSp>
          <p:nvGrpSpPr>
            <p:cNvPr id="13383" name="Group 70">
              <a:extLst>
                <a:ext uri="{FF2B5EF4-FFF2-40B4-BE49-F238E27FC236}">
                  <a16:creationId xmlns:a16="http://schemas.microsoft.com/office/drawing/2014/main" id="{1A6DBE59-C865-40DE-9B3A-9E38C3CD39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8" y="1872"/>
              <a:ext cx="240" cy="336"/>
              <a:chOff x="4124" y="3792"/>
              <a:chExt cx="240" cy="336"/>
            </a:xfrm>
          </p:grpSpPr>
          <p:grpSp>
            <p:nvGrpSpPr>
              <p:cNvPr id="13387" name="Group 71">
                <a:extLst>
                  <a:ext uri="{FF2B5EF4-FFF2-40B4-BE49-F238E27FC236}">
                    <a16:creationId xmlns:a16="http://schemas.microsoft.com/office/drawing/2014/main" id="{C6FC770D-54EB-4A25-A63B-A988BB0986F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7894606" flipH="1">
                <a:off x="4148" y="3768"/>
                <a:ext cx="144" cy="192"/>
                <a:chOff x="3452" y="672"/>
                <a:chExt cx="240" cy="212"/>
              </a:xfrm>
            </p:grpSpPr>
            <p:sp>
              <p:nvSpPr>
                <p:cNvPr id="13391" name="Oval 72">
                  <a:extLst>
                    <a:ext uri="{FF2B5EF4-FFF2-40B4-BE49-F238E27FC236}">
                      <a16:creationId xmlns:a16="http://schemas.microsoft.com/office/drawing/2014/main" id="{32D8DC76-D07F-42D5-B2FF-8D3C7B72BF9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288722">
                  <a:off x="3452" y="792"/>
                  <a:ext cx="240" cy="92"/>
                </a:xfrm>
                <a:prstGeom prst="ellips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13392" name="Line 73">
                  <a:extLst>
                    <a:ext uri="{FF2B5EF4-FFF2-40B4-BE49-F238E27FC236}">
                      <a16:creationId xmlns:a16="http://schemas.microsoft.com/office/drawing/2014/main" id="{9E3D3951-B5E9-488E-8060-5B86BE0EF6E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288722" flipV="1">
                  <a:off x="3600" y="672"/>
                  <a:ext cx="40" cy="175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388" name="Group 74">
                <a:extLst>
                  <a:ext uri="{FF2B5EF4-FFF2-40B4-BE49-F238E27FC236}">
                    <a16:creationId xmlns:a16="http://schemas.microsoft.com/office/drawing/2014/main" id="{EC995AC8-8227-4BB4-9CAE-540BD021FB4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7894606" flipH="1">
                <a:off x="4196" y="3960"/>
                <a:ext cx="144" cy="192"/>
                <a:chOff x="3452" y="672"/>
                <a:chExt cx="240" cy="212"/>
              </a:xfrm>
            </p:grpSpPr>
            <p:sp>
              <p:nvSpPr>
                <p:cNvPr id="13389" name="Oval 75">
                  <a:extLst>
                    <a:ext uri="{FF2B5EF4-FFF2-40B4-BE49-F238E27FC236}">
                      <a16:creationId xmlns:a16="http://schemas.microsoft.com/office/drawing/2014/main" id="{214CD201-8B68-4791-A7B7-699CB94738F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288722">
                  <a:off x="3452" y="792"/>
                  <a:ext cx="240" cy="92"/>
                </a:xfrm>
                <a:prstGeom prst="ellips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13390" name="Line 76">
                  <a:extLst>
                    <a:ext uri="{FF2B5EF4-FFF2-40B4-BE49-F238E27FC236}">
                      <a16:creationId xmlns:a16="http://schemas.microsoft.com/office/drawing/2014/main" id="{42C69CA3-B175-4F1B-A5D4-E2454C9371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288722" flipV="1">
                  <a:off x="3600" y="672"/>
                  <a:ext cx="40" cy="175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3384" name="Group 77">
              <a:extLst>
                <a:ext uri="{FF2B5EF4-FFF2-40B4-BE49-F238E27FC236}">
                  <a16:creationId xmlns:a16="http://schemas.microsoft.com/office/drawing/2014/main" id="{F8D2DA4E-458F-44B5-9E96-3C475ED3F3FC}"/>
                </a:ext>
              </a:extLst>
            </p:cNvPr>
            <p:cNvGrpSpPr>
              <a:grpSpLocks/>
            </p:cNvGrpSpPr>
            <p:nvPr/>
          </p:nvGrpSpPr>
          <p:grpSpPr bwMode="auto">
            <a:xfrm rot="17894606" flipH="1">
              <a:off x="1800" y="2232"/>
              <a:ext cx="144" cy="192"/>
              <a:chOff x="3452" y="672"/>
              <a:chExt cx="240" cy="212"/>
            </a:xfrm>
          </p:grpSpPr>
          <p:sp>
            <p:nvSpPr>
              <p:cNvPr id="13385" name="Oval 78">
                <a:extLst>
                  <a:ext uri="{FF2B5EF4-FFF2-40B4-BE49-F238E27FC236}">
                    <a16:creationId xmlns:a16="http://schemas.microsoft.com/office/drawing/2014/main" id="{51618419-D690-4C5D-BBC9-60DAD9856C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288722">
                <a:off x="3452" y="792"/>
                <a:ext cx="240" cy="92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3386" name="Line 79">
                <a:extLst>
                  <a:ext uri="{FF2B5EF4-FFF2-40B4-BE49-F238E27FC236}">
                    <a16:creationId xmlns:a16="http://schemas.microsoft.com/office/drawing/2014/main" id="{5965165C-42E2-406D-8C66-FB6773F376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288722" flipV="1">
                <a:off x="3600" y="672"/>
                <a:ext cx="40" cy="175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25" name="Group 80">
            <a:extLst>
              <a:ext uri="{FF2B5EF4-FFF2-40B4-BE49-F238E27FC236}">
                <a16:creationId xmlns:a16="http://schemas.microsoft.com/office/drawing/2014/main" id="{D34A25B5-5A1B-4AD3-AED6-D8834D1301FE}"/>
              </a:ext>
            </a:extLst>
          </p:cNvPr>
          <p:cNvGrpSpPr>
            <a:grpSpLocks/>
          </p:cNvGrpSpPr>
          <p:nvPr/>
        </p:nvGrpSpPr>
        <p:grpSpPr bwMode="auto">
          <a:xfrm>
            <a:off x="2759075" y="3233738"/>
            <a:ext cx="381000" cy="838200"/>
            <a:chOff x="2208" y="1872"/>
            <a:chExt cx="240" cy="528"/>
          </a:xfrm>
        </p:grpSpPr>
        <p:grpSp>
          <p:nvGrpSpPr>
            <p:cNvPr id="13373" name="Group 81">
              <a:extLst>
                <a:ext uri="{FF2B5EF4-FFF2-40B4-BE49-F238E27FC236}">
                  <a16:creationId xmlns:a16="http://schemas.microsoft.com/office/drawing/2014/main" id="{998A89D1-7D04-49CE-8280-FE73AA5ED960}"/>
                </a:ext>
              </a:extLst>
            </p:cNvPr>
            <p:cNvGrpSpPr>
              <a:grpSpLocks/>
            </p:cNvGrpSpPr>
            <p:nvPr/>
          </p:nvGrpSpPr>
          <p:grpSpPr bwMode="auto">
            <a:xfrm rot="17894606" flipH="1">
              <a:off x="2280" y="2232"/>
              <a:ext cx="144" cy="192"/>
              <a:chOff x="3452" y="672"/>
              <a:chExt cx="240" cy="212"/>
            </a:xfrm>
          </p:grpSpPr>
          <p:sp>
            <p:nvSpPr>
              <p:cNvPr id="13381" name="Oval 82">
                <a:extLst>
                  <a:ext uri="{FF2B5EF4-FFF2-40B4-BE49-F238E27FC236}">
                    <a16:creationId xmlns:a16="http://schemas.microsoft.com/office/drawing/2014/main" id="{05BD0CC5-A064-48C6-BAE0-2EA80772A3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288722">
                <a:off x="3452" y="792"/>
                <a:ext cx="240" cy="92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3382" name="Line 83">
                <a:extLst>
                  <a:ext uri="{FF2B5EF4-FFF2-40B4-BE49-F238E27FC236}">
                    <a16:creationId xmlns:a16="http://schemas.microsoft.com/office/drawing/2014/main" id="{B3A74D57-C88F-4CD8-9ECE-DA37F8995F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288722" flipV="1">
                <a:off x="3600" y="672"/>
                <a:ext cx="40" cy="175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3374" name="Group 84">
              <a:extLst>
                <a:ext uri="{FF2B5EF4-FFF2-40B4-BE49-F238E27FC236}">
                  <a16:creationId xmlns:a16="http://schemas.microsoft.com/office/drawing/2014/main" id="{5B1DDEDB-AF63-480F-8585-34BCB74F39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8" y="1872"/>
              <a:ext cx="240" cy="336"/>
              <a:chOff x="4316" y="3792"/>
              <a:chExt cx="240" cy="336"/>
            </a:xfrm>
          </p:grpSpPr>
          <p:grpSp>
            <p:nvGrpSpPr>
              <p:cNvPr id="13375" name="Group 85">
                <a:extLst>
                  <a:ext uri="{FF2B5EF4-FFF2-40B4-BE49-F238E27FC236}">
                    <a16:creationId xmlns:a16="http://schemas.microsoft.com/office/drawing/2014/main" id="{7657D7FC-3407-49CA-904E-BC3BABC4933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7894606" flipH="1">
                <a:off x="4340" y="3768"/>
                <a:ext cx="144" cy="192"/>
                <a:chOff x="3452" y="672"/>
                <a:chExt cx="240" cy="212"/>
              </a:xfrm>
            </p:grpSpPr>
            <p:sp>
              <p:nvSpPr>
                <p:cNvPr id="13379" name="Oval 86">
                  <a:extLst>
                    <a:ext uri="{FF2B5EF4-FFF2-40B4-BE49-F238E27FC236}">
                      <a16:creationId xmlns:a16="http://schemas.microsoft.com/office/drawing/2014/main" id="{CBD25C61-64C9-4047-A403-8548602FC6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288722">
                  <a:off x="3452" y="792"/>
                  <a:ext cx="240" cy="92"/>
                </a:xfrm>
                <a:prstGeom prst="ellips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13380" name="Line 87">
                  <a:extLst>
                    <a:ext uri="{FF2B5EF4-FFF2-40B4-BE49-F238E27FC236}">
                      <a16:creationId xmlns:a16="http://schemas.microsoft.com/office/drawing/2014/main" id="{A92E537C-774B-4E61-AB45-DDE847CCEC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288722" flipV="1">
                  <a:off x="3600" y="672"/>
                  <a:ext cx="40" cy="175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376" name="Group 88">
                <a:extLst>
                  <a:ext uri="{FF2B5EF4-FFF2-40B4-BE49-F238E27FC236}">
                    <a16:creationId xmlns:a16="http://schemas.microsoft.com/office/drawing/2014/main" id="{718A6357-6527-4C69-B937-D5F49DEB5AE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7894606" flipH="1">
                <a:off x="4388" y="3960"/>
                <a:ext cx="144" cy="192"/>
                <a:chOff x="3452" y="672"/>
                <a:chExt cx="240" cy="212"/>
              </a:xfrm>
            </p:grpSpPr>
            <p:sp>
              <p:nvSpPr>
                <p:cNvPr id="13377" name="Oval 89">
                  <a:extLst>
                    <a:ext uri="{FF2B5EF4-FFF2-40B4-BE49-F238E27FC236}">
                      <a16:creationId xmlns:a16="http://schemas.microsoft.com/office/drawing/2014/main" id="{5B89056F-CED3-4E82-8A99-73A3510B7E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288722">
                  <a:off x="3452" y="792"/>
                  <a:ext cx="240" cy="92"/>
                </a:xfrm>
                <a:prstGeom prst="ellips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13378" name="Line 90">
                  <a:extLst>
                    <a:ext uri="{FF2B5EF4-FFF2-40B4-BE49-F238E27FC236}">
                      <a16:creationId xmlns:a16="http://schemas.microsoft.com/office/drawing/2014/main" id="{FF1D0820-C86F-4781-96B0-65879121BB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288722" flipV="1">
                  <a:off x="3600" y="672"/>
                  <a:ext cx="40" cy="175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30" name="Group 91">
            <a:extLst>
              <a:ext uri="{FF2B5EF4-FFF2-40B4-BE49-F238E27FC236}">
                <a16:creationId xmlns:a16="http://schemas.microsoft.com/office/drawing/2014/main" id="{0A508E1B-54AA-4435-85C1-35EEE63FBA8F}"/>
              </a:ext>
            </a:extLst>
          </p:cNvPr>
          <p:cNvGrpSpPr>
            <a:grpSpLocks/>
          </p:cNvGrpSpPr>
          <p:nvPr/>
        </p:nvGrpSpPr>
        <p:grpSpPr bwMode="auto">
          <a:xfrm>
            <a:off x="1169988" y="4327525"/>
            <a:ext cx="4914900" cy="592138"/>
            <a:chOff x="419" y="2296"/>
            <a:chExt cx="3096" cy="373"/>
          </a:xfrm>
        </p:grpSpPr>
        <p:graphicFrame>
          <p:nvGraphicFramePr>
            <p:cNvPr id="13371" name="Object 92">
              <a:extLst>
                <a:ext uri="{FF2B5EF4-FFF2-40B4-BE49-F238E27FC236}">
                  <a16:creationId xmlns:a16="http://schemas.microsoft.com/office/drawing/2014/main" id="{101289C2-215F-4847-82F1-F3AE01FD98E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9" y="2303"/>
            <a:ext cx="1209" cy="3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09" name="Equation" r:id="rId21" imgW="1647655" imgH="419126" progId="Equation.DSMT4">
                    <p:embed/>
                  </p:oleObj>
                </mc:Choice>
                <mc:Fallback>
                  <p:oleObj name="Equation" r:id="rId21" imgW="1647655" imgH="419126" progId="Equation.DSMT4">
                    <p:embed/>
                    <p:pic>
                      <p:nvPicPr>
                        <p:cNvPr id="0" name="Object 9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9" y="2303"/>
                          <a:ext cx="1209" cy="3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72" name="Text Box 93">
              <a:extLst>
                <a:ext uri="{FF2B5EF4-FFF2-40B4-BE49-F238E27FC236}">
                  <a16:creationId xmlns:a16="http://schemas.microsoft.com/office/drawing/2014/main" id="{E792D589-3360-4937-A761-9742453420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5" y="2296"/>
              <a:ext cx="25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>
                  <a:latin typeface="Times New Roman" panose="02020603050405020304" pitchFamily="18" charset="0"/>
                </a:rPr>
                <a:t> </a:t>
              </a:r>
              <a:r>
                <a:rPr kumimoji="1" lang="zh-CN" altLang="en-US" sz="2800" b="1">
                  <a:latin typeface="Times New Roman" panose="02020603050405020304" pitchFamily="18" charset="0"/>
                </a:rPr>
                <a:t>与     方向相反</a:t>
              </a:r>
            </a:p>
          </p:txBody>
        </p:sp>
      </p:grpSp>
      <p:grpSp>
        <p:nvGrpSpPr>
          <p:cNvPr id="31" name="Group 94">
            <a:extLst>
              <a:ext uri="{FF2B5EF4-FFF2-40B4-BE49-F238E27FC236}">
                <a16:creationId xmlns:a16="http://schemas.microsoft.com/office/drawing/2014/main" id="{A67B8E45-DB29-44E7-B12D-6DE01DA074EC}"/>
              </a:ext>
            </a:extLst>
          </p:cNvPr>
          <p:cNvGrpSpPr>
            <a:grpSpLocks/>
          </p:cNvGrpSpPr>
          <p:nvPr/>
        </p:nvGrpSpPr>
        <p:grpSpPr bwMode="auto">
          <a:xfrm>
            <a:off x="1476375" y="4892675"/>
            <a:ext cx="4035425" cy="590550"/>
            <a:chOff x="3218" y="2432"/>
            <a:chExt cx="2542" cy="372"/>
          </a:xfrm>
        </p:grpSpPr>
        <p:graphicFrame>
          <p:nvGraphicFramePr>
            <p:cNvPr id="13369" name="Object 95">
              <a:extLst>
                <a:ext uri="{FF2B5EF4-FFF2-40B4-BE49-F238E27FC236}">
                  <a16:creationId xmlns:a16="http://schemas.microsoft.com/office/drawing/2014/main" id="{E3DFCB69-6BBA-4710-ADAA-1F67A5A777E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18" y="2475"/>
            <a:ext cx="717" cy="3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10" name="Equation" r:id="rId23" imgW="961942" imgH="380897" progId="Equation.DSMT4">
                    <p:embed/>
                  </p:oleObj>
                </mc:Choice>
                <mc:Fallback>
                  <p:oleObj name="Equation" r:id="rId23" imgW="961942" imgH="380897" progId="Equation.DSMT4">
                    <p:embed/>
                    <p:pic>
                      <p:nvPicPr>
                        <p:cNvPr id="0" name="Object 9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8" y="2475"/>
                          <a:ext cx="717" cy="3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70" name="Rectangle 96">
              <a:extLst>
                <a:ext uri="{FF2B5EF4-FFF2-40B4-BE49-F238E27FC236}">
                  <a16:creationId xmlns:a16="http://schemas.microsoft.com/office/drawing/2014/main" id="{45C559C6-D1B2-403F-A2A7-23AD24FD57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9" y="2432"/>
              <a:ext cx="238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800" b="1">
                  <a:latin typeface="Times New Roman" panose="02020603050405020304" pitchFamily="18" charset="0"/>
                </a:rPr>
                <a:t>与     方向也相反</a:t>
              </a:r>
              <a:r>
                <a:rPr kumimoji="1" lang="en-US" altLang="zh-CN" sz="2800" b="1">
                  <a:latin typeface="Times New Roman" panose="02020603050405020304" pitchFamily="18" charset="0"/>
                </a:rPr>
                <a:t>,</a:t>
              </a:r>
            </a:p>
          </p:txBody>
        </p:sp>
      </p:grpSp>
      <p:grpSp>
        <p:nvGrpSpPr>
          <p:cNvPr id="15456" name="Group 97">
            <a:extLst>
              <a:ext uri="{FF2B5EF4-FFF2-40B4-BE49-F238E27FC236}">
                <a16:creationId xmlns:a16="http://schemas.microsoft.com/office/drawing/2014/main" id="{A1B48C89-64A1-4104-A31D-01A4BA2216E0}"/>
              </a:ext>
            </a:extLst>
          </p:cNvPr>
          <p:cNvGrpSpPr>
            <a:grpSpLocks/>
          </p:cNvGrpSpPr>
          <p:nvPr/>
        </p:nvGrpSpPr>
        <p:grpSpPr bwMode="auto">
          <a:xfrm>
            <a:off x="4643438" y="4876800"/>
            <a:ext cx="3529012" cy="519113"/>
            <a:chOff x="2925" y="2876"/>
            <a:chExt cx="2223" cy="327"/>
          </a:xfrm>
        </p:grpSpPr>
        <p:sp>
          <p:nvSpPr>
            <p:cNvPr id="13367" name="Text Box 98">
              <a:extLst>
                <a:ext uri="{FF2B5EF4-FFF2-40B4-BE49-F238E27FC236}">
                  <a16:creationId xmlns:a16="http://schemas.microsoft.com/office/drawing/2014/main" id="{C4489D13-653F-4340-964F-11A0536926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5" y="2876"/>
              <a:ext cx="222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800" b="1">
                  <a:latin typeface="Times New Roman" panose="02020603050405020304" pitchFamily="18" charset="0"/>
                </a:rPr>
                <a:t>所以抗磁体内</a:t>
              </a:r>
            </a:p>
          </p:txBody>
        </p:sp>
        <p:graphicFrame>
          <p:nvGraphicFramePr>
            <p:cNvPr id="13368" name="Object 99">
              <a:extLst>
                <a:ext uri="{FF2B5EF4-FFF2-40B4-BE49-F238E27FC236}">
                  <a16:creationId xmlns:a16="http://schemas.microsoft.com/office/drawing/2014/main" id="{35C1C12B-DF15-47B3-8C06-78A590C9AA7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69" y="2931"/>
            <a:ext cx="648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11" name="Equation" r:id="rId25" imgW="1028254" imgH="431613" progId="Equation.DSMT4">
                    <p:embed/>
                  </p:oleObj>
                </mc:Choice>
                <mc:Fallback>
                  <p:oleObj name="Equation" r:id="rId25" imgW="1028254" imgH="431613" progId="Equation.DSMT4">
                    <p:embed/>
                    <p:pic>
                      <p:nvPicPr>
                        <p:cNvPr id="0" name="Object 9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9" y="2931"/>
                          <a:ext cx="648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2084" name="Text Box 100">
            <a:extLst>
              <a:ext uri="{FF2B5EF4-FFF2-40B4-BE49-F238E27FC236}">
                <a16:creationId xmlns:a16="http://schemas.microsoft.com/office/drawing/2014/main" id="{B12A5B99-95F6-4B14-8467-BCAE061E44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5622925"/>
            <a:ext cx="1828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4000" b="1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注：</a:t>
            </a:r>
          </a:p>
        </p:txBody>
      </p:sp>
      <p:sp>
        <p:nvSpPr>
          <p:cNvPr id="42085" name="Text Box 101">
            <a:extLst>
              <a:ext uri="{FF2B5EF4-FFF2-40B4-BE49-F238E27FC236}">
                <a16:creationId xmlns:a16="http://schemas.microsoft.com/office/drawing/2014/main" id="{2A80F16A-0CFD-482C-AA10-C191AC5C94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6005513"/>
            <a:ext cx="81010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表面分子磁化电流不是自由电荷定向运动形成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！</a:t>
            </a:r>
          </a:p>
        </p:txBody>
      </p:sp>
      <p:sp>
        <p:nvSpPr>
          <p:cNvPr id="42087" name="Text Box 103">
            <a:extLst>
              <a:ext uri="{FF2B5EF4-FFF2-40B4-BE49-F238E27FC236}">
                <a16:creationId xmlns:a16="http://schemas.microsoft.com/office/drawing/2014/main" id="{EC39863E-F781-4F0A-8E36-E334DBB28B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0425" y="1446213"/>
            <a:ext cx="29003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不显磁性</a:t>
            </a:r>
          </a:p>
        </p:txBody>
      </p:sp>
      <p:grpSp>
        <p:nvGrpSpPr>
          <p:cNvPr id="15457" name="Group 104">
            <a:extLst>
              <a:ext uri="{FF2B5EF4-FFF2-40B4-BE49-F238E27FC236}">
                <a16:creationId xmlns:a16="http://schemas.microsoft.com/office/drawing/2014/main" id="{5FC1272A-1BB6-4D7E-B571-14C992FA33F7}"/>
              </a:ext>
            </a:extLst>
          </p:cNvPr>
          <p:cNvGrpSpPr>
            <a:grpSpLocks/>
          </p:cNvGrpSpPr>
          <p:nvPr/>
        </p:nvGrpSpPr>
        <p:grpSpPr bwMode="auto">
          <a:xfrm>
            <a:off x="2563813" y="333375"/>
            <a:ext cx="1949450" cy="523875"/>
            <a:chOff x="1879" y="605"/>
            <a:chExt cx="1228" cy="330"/>
          </a:xfrm>
        </p:grpSpPr>
        <p:graphicFrame>
          <p:nvGraphicFramePr>
            <p:cNvPr id="13364" name="Object 105">
              <a:extLst>
                <a:ext uri="{FF2B5EF4-FFF2-40B4-BE49-F238E27FC236}">
                  <a16:creationId xmlns:a16="http://schemas.microsoft.com/office/drawing/2014/main" id="{11BA2083-4573-4891-93D2-3943A3771E2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79" y="639"/>
            <a:ext cx="480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12" name="Equation" r:id="rId27" imgW="761669" imgH="469696" progId="Equation.DSMT4">
                    <p:embed/>
                  </p:oleObj>
                </mc:Choice>
                <mc:Fallback>
                  <p:oleObj name="Equation" r:id="rId27" imgW="761669" imgH="469696" progId="Equation.DSMT4">
                    <p:embed/>
                    <p:pic>
                      <p:nvPicPr>
                        <p:cNvPr id="0" name="Object 10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9" y="639"/>
                          <a:ext cx="480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65" name="Line 106">
              <a:extLst>
                <a:ext uri="{FF2B5EF4-FFF2-40B4-BE49-F238E27FC236}">
                  <a16:creationId xmlns:a16="http://schemas.microsoft.com/office/drawing/2014/main" id="{FEC22C11-442D-41DF-BCB1-37EF7B7131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7" y="686"/>
              <a:ext cx="104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 type="arrow" w="sm" len="med"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66" name="Text Box 107">
              <a:extLst>
                <a:ext uri="{FF2B5EF4-FFF2-40B4-BE49-F238E27FC236}">
                  <a16:creationId xmlns:a16="http://schemas.microsoft.com/office/drawing/2014/main" id="{BB6F065E-95E2-4900-96CB-430AE84D07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9" y="605"/>
              <a:ext cx="76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800" b="1">
                  <a:latin typeface="Times New Roman" panose="02020603050405020304" pitchFamily="18" charset="0"/>
                </a:rPr>
                <a:t>＝ </a:t>
              </a:r>
              <a:r>
                <a:rPr kumimoji="1" lang="en-US" altLang="zh-CN" sz="2800" b="1">
                  <a:latin typeface="Times New Roman" panose="02020603050405020304" pitchFamily="18" charset="0"/>
                </a:rPr>
                <a:t>0</a:t>
              </a:r>
            </a:p>
          </p:txBody>
        </p:sp>
      </p:grpSp>
      <p:grpSp>
        <p:nvGrpSpPr>
          <p:cNvPr id="15462" name="Group 108">
            <a:extLst>
              <a:ext uri="{FF2B5EF4-FFF2-40B4-BE49-F238E27FC236}">
                <a16:creationId xmlns:a16="http://schemas.microsoft.com/office/drawing/2014/main" id="{9CC28176-A93A-4389-990D-924D731D8E26}"/>
              </a:ext>
            </a:extLst>
          </p:cNvPr>
          <p:cNvGrpSpPr>
            <a:grpSpLocks/>
          </p:cNvGrpSpPr>
          <p:nvPr/>
        </p:nvGrpSpPr>
        <p:grpSpPr bwMode="auto">
          <a:xfrm>
            <a:off x="4999038" y="260350"/>
            <a:ext cx="1912937" cy="792163"/>
            <a:chOff x="3787" y="210"/>
            <a:chExt cx="1205" cy="499"/>
          </a:xfrm>
        </p:grpSpPr>
        <p:sp>
          <p:nvSpPr>
            <p:cNvPr id="13357" name="Rectangle 109" descr="信纸">
              <a:extLst>
                <a:ext uri="{FF2B5EF4-FFF2-40B4-BE49-F238E27FC236}">
                  <a16:creationId xmlns:a16="http://schemas.microsoft.com/office/drawing/2014/main" id="{0BF4BF08-A82A-4384-BA7C-6A16AB474D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3" y="300"/>
              <a:ext cx="768" cy="363"/>
            </a:xfrm>
            <a:prstGeom prst="rect">
              <a:avLst/>
            </a:prstGeom>
            <a:blipFill dpi="0" rotWithShape="1">
              <a:blip r:embed="rId2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3358" name="Line 110">
              <a:extLst>
                <a:ext uri="{FF2B5EF4-FFF2-40B4-BE49-F238E27FC236}">
                  <a16:creationId xmlns:a16="http://schemas.microsoft.com/office/drawing/2014/main" id="{F34AA2E6-EDDE-4EFB-B011-3C3C2A2FF0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35" y="526"/>
              <a:ext cx="383" cy="1"/>
            </a:xfrm>
            <a:prstGeom prst="line">
              <a:avLst/>
            </a:prstGeom>
            <a:noFill/>
            <a:ln w="28575">
              <a:solidFill>
                <a:srgbClr val="00006E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13359" name="Object 111">
              <a:extLst>
                <a:ext uri="{FF2B5EF4-FFF2-40B4-BE49-F238E27FC236}">
                  <a16:creationId xmlns:a16="http://schemas.microsoft.com/office/drawing/2014/main" id="{EEEF0E0E-A30D-4135-8B02-C3BB90BF5DB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41" y="301"/>
            <a:ext cx="285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13" name="公式" r:id="rId30" imgW="342603" imgH="317225" progId="Equation.3">
                    <p:embed/>
                  </p:oleObj>
                </mc:Choice>
                <mc:Fallback>
                  <p:oleObj name="公式" r:id="rId30" imgW="342603" imgH="317225" progId="Equation.3">
                    <p:embed/>
                    <p:pic>
                      <p:nvPicPr>
                        <p:cNvPr id="0" name="Object 1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41" y="301"/>
                          <a:ext cx="285" cy="2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3360" name="Group 112">
              <a:extLst>
                <a:ext uri="{FF2B5EF4-FFF2-40B4-BE49-F238E27FC236}">
                  <a16:creationId xmlns:a16="http://schemas.microsoft.com/office/drawing/2014/main" id="{5C296B25-BCCF-4B83-A4A5-0D25E164A4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7" y="210"/>
              <a:ext cx="1205" cy="499"/>
              <a:chOff x="2018" y="1105"/>
              <a:chExt cx="1205" cy="524"/>
            </a:xfrm>
          </p:grpSpPr>
          <p:sp>
            <p:nvSpPr>
              <p:cNvPr id="13361" name="Line 113">
                <a:extLst>
                  <a:ext uri="{FF2B5EF4-FFF2-40B4-BE49-F238E27FC236}">
                    <a16:creationId xmlns:a16="http://schemas.microsoft.com/office/drawing/2014/main" id="{62FB733B-EB6F-46FC-B993-68C3DBE6FA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8" y="1105"/>
                <a:ext cx="1088" cy="0"/>
              </a:xfrm>
              <a:prstGeom prst="line">
                <a:avLst/>
              </a:prstGeom>
              <a:noFill/>
              <a:ln w="28575">
                <a:solidFill>
                  <a:srgbClr val="0033CC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362" name="Line 114">
                <a:extLst>
                  <a:ext uri="{FF2B5EF4-FFF2-40B4-BE49-F238E27FC236}">
                    <a16:creationId xmlns:a16="http://schemas.microsoft.com/office/drawing/2014/main" id="{EFA33752-652C-40E5-AC95-6BEBA1FD16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8" y="1629"/>
                <a:ext cx="1132" cy="0"/>
              </a:xfrm>
              <a:prstGeom prst="line">
                <a:avLst/>
              </a:prstGeom>
              <a:noFill/>
              <a:ln w="28575">
                <a:solidFill>
                  <a:srgbClr val="0033CC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graphicFrame>
            <p:nvGraphicFramePr>
              <p:cNvPr id="13363" name="Object 115">
                <a:extLst>
                  <a:ext uri="{FF2B5EF4-FFF2-40B4-BE49-F238E27FC236}">
                    <a16:creationId xmlns:a16="http://schemas.microsoft.com/office/drawing/2014/main" id="{EA11F810-077B-48B2-A753-5E8A4777812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967" y="1121"/>
              <a:ext cx="256" cy="3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514" name="Equation" r:id="rId32" imgW="406048" imgH="494870" progId="Equation.DSMT4">
                      <p:embed/>
                    </p:oleObj>
                  </mc:Choice>
                  <mc:Fallback>
                    <p:oleObj name="Equation" r:id="rId32" imgW="406048" imgH="494870" progId="Equation.DSMT4">
                      <p:embed/>
                      <p:pic>
                        <p:nvPicPr>
                          <p:cNvPr id="0" name="Object 11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67" y="1121"/>
                            <a:ext cx="256" cy="3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42100" name="Line 116">
            <a:extLst>
              <a:ext uri="{FF2B5EF4-FFF2-40B4-BE49-F238E27FC236}">
                <a16:creationId xmlns:a16="http://schemas.microsoft.com/office/drawing/2014/main" id="{E4B9F0C7-FAC6-4520-8151-A38D1A84538F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5400" y="3105150"/>
            <a:ext cx="1979613" cy="0"/>
          </a:xfrm>
          <a:prstGeom prst="line">
            <a:avLst/>
          </a:prstGeom>
          <a:noFill/>
          <a:ln w="38100">
            <a:solidFill>
              <a:srgbClr val="0033CC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5466" name="Group 117">
            <a:extLst>
              <a:ext uri="{FF2B5EF4-FFF2-40B4-BE49-F238E27FC236}">
                <a16:creationId xmlns:a16="http://schemas.microsoft.com/office/drawing/2014/main" id="{ABAFB985-8A45-4F10-B3D8-AE6284C64E0B}"/>
              </a:ext>
            </a:extLst>
          </p:cNvPr>
          <p:cNvGrpSpPr>
            <a:grpSpLocks/>
          </p:cNvGrpSpPr>
          <p:nvPr/>
        </p:nvGrpSpPr>
        <p:grpSpPr bwMode="auto">
          <a:xfrm>
            <a:off x="3455988" y="3141663"/>
            <a:ext cx="1181100" cy="1181100"/>
            <a:chOff x="4649" y="142"/>
            <a:chExt cx="744" cy="744"/>
          </a:xfrm>
        </p:grpSpPr>
        <p:sp>
          <p:nvSpPr>
            <p:cNvPr id="13353" name="Oval 118">
              <a:extLst>
                <a:ext uri="{FF2B5EF4-FFF2-40B4-BE49-F238E27FC236}">
                  <a16:creationId xmlns:a16="http://schemas.microsoft.com/office/drawing/2014/main" id="{72D57384-D321-4007-A4DF-0393E61D27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9" y="142"/>
              <a:ext cx="744" cy="744"/>
            </a:xfrm>
            <a:prstGeom prst="ellipse">
              <a:avLst/>
            </a:prstGeom>
            <a:noFill/>
            <a:ln w="41275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3354" name="Oval 119">
              <a:extLst>
                <a:ext uri="{FF2B5EF4-FFF2-40B4-BE49-F238E27FC236}">
                  <a16:creationId xmlns:a16="http://schemas.microsoft.com/office/drawing/2014/main" id="{F07FA4E1-2095-49B9-9FAE-DE05BA7FC1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3" y="190"/>
              <a:ext cx="655" cy="636"/>
            </a:xfrm>
            <a:prstGeom prst="ellipse">
              <a:avLst/>
            </a:prstGeom>
            <a:noFill/>
            <a:ln w="412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graphicFrame>
          <p:nvGraphicFramePr>
            <p:cNvPr id="13355" name="Object 120">
              <a:extLst>
                <a:ext uri="{FF2B5EF4-FFF2-40B4-BE49-F238E27FC236}">
                  <a16:creationId xmlns:a16="http://schemas.microsoft.com/office/drawing/2014/main" id="{56FD899E-F46D-4E9C-B848-05AD15EA335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78" y="361"/>
            <a:ext cx="263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15" name="Equation" r:id="rId34" imgW="238056" imgH="266558" progId="Equation.3">
                    <p:embed/>
                  </p:oleObj>
                </mc:Choice>
                <mc:Fallback>
                  <p:oleObj name="Equation" r:id="rId34" imgW="238056" imgH="266558" progId="Equation.3">
                    <p:embed/>
                    <p:pic>
                      <p:nvPicPr>
                        <p:cNvPr id="0" name="Object 1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78" y="361"/>
                          <a:ext cx="263" cy="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339966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56" name="Line 121">
              <a:extLst>
                <a:ext uri="{FF2B5EF4-FFF2-40B4-BE49-F238E27FC236}">
                  <a16:creationId xmlns:a16="http://schemas.microsoft.com/office/drawing/2014/main" id="{A8B3965C-2F08-4AF7-866D-1D7D9CB3BB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93" y="414"/>
              <a:ext cx="0" cy="144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 type="stealth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2107" name="Line 123">
            <a:extLst>
              <a:ext uri="{FF2B5EF4-FFF2-40B4-BE49-F238E27FC236}">
                <a16:creationId xmlns:a16="http://schemas.microsoft.com/office/drawing/2014/main" id="{BF368653-BAF5-45A8-B6F8-A51E9D324F29}"/>
              </a:ext>
            </a:extLst>
          </p:cNvPr>
          <p:cNvSpPr>
            <a:spLocks noChangeShapeType="1"/>
          </p:cNvSpPr>
          <p:nvPr/>
        </p:nvSpPr>
        <p:spPr bwMode="auto">
          <a:xfrm>
            <a:off x="1277938" y="4313238"/>
            <a:ext cx="1979612" cy="0"/>
          </a:xfrm>
          <a:prstGeom prst="line">
            <a:avLst/>
          </a:prstGeom>
          <a:noFill/>
          <a:ln w="38100">
            <a:solidFill>
              <a:srgbClr val="0033CC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51" name="Text Box 75">
            <a:extLst>
              <a:ext uri="{FF2B5EF4-FFF2-40B4-BE49-F238E27FC236}">
                <a16:creationId xmlns:a16="http://schemas.microsoft.com/office/drawing/2014/main" id="{6384DE09-9314-42ED-8EC1-068094D042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4100" y="6440488"/>
            <a:ext cx="4159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</a:p>
        </p:txBody>
      </p:sp>
      <p:sp>
        <p:nvSpPr>
          <p:cNvPr id="13352" name="灯片编号占位符 5">
            <a:extLst>
              <a:ext uri="{FF2B5EF4-FFF2-40B4-BE49-F238E27FC236}">
                <a16:creationId xmlns:a16="http://schemas.microsoft.com/office/drawing/2014/main" id="{C931EFC6-A240-4AD1-B59E-FEB66F736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E2D3E9C-F08C-4173-9D2A-E37BF2549006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zh-CN" sz="1400"/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" fill="hold"/>
                                        <p:tgtEl>
                                          <p:spTgt spid="419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" fill="hold"/>
                                        <p:tgtEl>
                                          <p:spTgt spid="419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500"/>
                                        <p:tgtEl>
                                          <p:spTgt spid="15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5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" fill="hold"/>
                                        <p:tgtEl>
                                          <p:spTgt spid="419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" fill="hold"/>
                                        <p:tgtEl>
                                          <p:spTgt spid="419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" fill="hold"/>
                                        <p:tgtEl>
                                          <p:spTgt spid="419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" fill="hold"/>
                                        <p:tgtEl>
                                          <p:spTgt spid="419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25"/>
                            </p:stCondLst>
                            <p:childTnLst>
                              <p:par>
                                <p:cTn id="28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0" dur="500"/>
                                        <p:tgtEl>
                                          <p:spTgt spid="41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19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19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19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19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1" dur="500"/>
                                        <p:tgtEl>
                                          <p:spTgt spid="41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6" dur="500"/>
                                        <p:tgtEl>
                                          <p:spTgt spid="41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20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20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75" fill="hold"/>
                                        <p:tgtEl>
                                          <p:spTgt spid="420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" fill="hold"/>
                                        <p:tgtEl>
                                          <p:spTgt spid="420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5" fill="hold"/>
                                        <p:tgtEl>
                                          <p:spTgt spid="420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5" fill="hold"/>
                                        <p:tgtEl>
                                          <p:spTgt spid="420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75" fill="hold"/>
                                        <p:tgtEl>
                                          <p:spTgt spid="419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75" fill="hold"/>
                                        <p:tgtEl>
                                          <p:spTgt spid="419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75" fill="hold"/>
                                        <p:tgtEl>
                                          <p:spTgt spid="419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75" fill="hold"/>
                                        <p:tgtEl>
                                          <p:spTgt spid="419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6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1" dur="500"/>
                                        <p:tgtEl>
                                          <p:spTgt spid="4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6" dur="500"/>
                                        <p:tgtEl>
                                          <p:spTgt spid="41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19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419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419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419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9" dur="500"/>
                                        <p:tgtEl>
                                          <p:spTgt spid="42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2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2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0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7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24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1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46" dur="500"/>
                                        <p:tgtEl>
                                          <p:spTgt spid="15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42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 nodeType="clickPar">
                      <p:stCondLst>
                        <p:cond delay="indefinite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9" dur="500"/>
                                        <p:tgtEl>
                                          <p:spTgt spid="42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1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3" dur="500"/>
                                        <p:tgtEl>
                                          <p:spTgt spid="41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 nodeType="clickPar">
                      <p:stCondLst>
                        <p:cond delay="indefinite"/>
                      </p:stCondLst>
                      <p:childTnLst>
                        <p:par>
                          <p:cTn id="1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 nodeType="clickPar">
                      <p:stCondLst>
                        <p:cond delay="indefinite"/>
                      </p:stCondLst>
                      <p:childTnLst>
                        <p:par>
                          <p:cTn id="1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154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154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154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154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 nodeType="clickPar">
                      <p:stCondLst>
                        <p:cond delay="indefinite"/>
                      </p:stCondLst>
                      <p:childTnLst>
                        <p:par>
                          <p:cTn id="1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9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 nodeType="clickPar">
                      <p:stCondLst>
                        <p:cond delay="indefinite"/>
                      </p:stCondLst>
                      <p:childTnLst>
                        <p:par>
                          <p:cTn id="1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419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419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9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1" dur="500" fill="hold"/>
                                        <p:tgtEl>
                                          <p:spTgt spid="420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500" fill="hold"/>
                                        <p:tgtEl>
                                          <p:spTgt spid="420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4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6" dur="75" fill="hold"/>
                                        <p:tgtEl>
                                          <p:spTgt spid="420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75" fill="hold"/>
                                        <p:tgtEl>
                                          <p:spTgt spid="420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106" grpId="0" animBg="1"/>
      <p:bldP spid="41986" grpId="0" animBg="1"/>
      <p:bldP spid="41987" grpId="0" autoUpdateAnimBg="0"/>
      <p:bldP spid="41988" grpId="0" autoUpdateAnimBg="0"/>
      <p:bldP spid="41994" grpId="0" autoUpdateAnimBg="0"/>
      <p:bldP spid="41995" grpId="0" animBg="1"/>
      <p:bldP spid="41998" grpId="0" autoUpdateAnimBg="0"/>
      <p:bldP spid="41999" grpId="0" animBg="1" autoUpdateAnimBg="0"/>
      <p:bldP spid="42003" grpId="0" autoUpdateAnimBg="0"/>
      <p:bldP spid="42008" grpId="0" animBg="1"/>
      <p:bldP spid="42084" grpId="0" autoUpdateAnimBg="0"/>
      <p:bldP spid="42085" grpId="0" autoUpdateAnimBg="0"/>
      <p:bldP spid="4208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2">
            <a:extLst>
              <a:ext uri="{FF2B5EF4-FFF2-40B4-BE49-F238E27FC236}">
                <a16:creationId xmlns:a16="http://schemas.microsoft.com/office/drawing/2014/main" id="{D8DBDA52-214D-46E3-916D-9DE01663F9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200" y="1042988"/>
            <a:ext cx="6081713" cy="1074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kumimoji="1" lang="en-US" altLang="zh-CN" sz="2800" b="1"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顺磁性介质处在外磁场时</a:t>
            </a:r>
          </a:p>
          <a:p>
            <a:pPr eaLnBrk="1" hangingPunct="1">
              <a:spcBef>
                <a:spcPct val="3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          其体内磁场</a:t>
            </a:r>
          </a:p>
        </p:txBody>
      </p:sp>
      <p:graphicFrame>
        <p:nvGraphicFramePr>
          <p:cNvPr id="44035" name="Object 3">
            <a:extLst>
              <a:ext uri="{FF2B5EF4-FFF2-40B4-BE49-F238E27FC236}">
                <a16:creationId xmlns:a16="http://schemas.microsoft.com/office/drawing/2014/main" id="{3E2342E6-8570-483A-892D-AAFC1979DA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46488" y="1628775"/>
          <a:ext cx="17399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17" name="Equation" r:id="rId4" imgW="1739900" imgH="495300" progId="Equation.DSMT4">
                  <p:embed/>
                </p:oleObj>
              </mc:Choice>
              <mc:Fallback>
                <p:oleObj name="Equation" r:id="rId4" imgW="1739900" imgH="4953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6488" y="1628775"/>
                        <a:ext cx="17399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62" name="Object 30">
            <a:extLst>
              <a:ext uri="{FF2B5EF4-FFF2-40B4-BE49-F238E27FC236}">
                <a16:creationId xmlns:a16="http://schemas.microsoft.com/office/drawing/2014/main" id="{22137C5A-2963-4795-A9A5-A8021B7210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4771535"/>
              </p:ext>
            </p:extLst>
          </p:nvPr>
        </p:nvGraphicFramePr>
        <p:xfrm>
          <a:off x="7740650" y="1562100"/>
          <a:ext cx="1028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18" name="Equation" r:id="rId6" imgW="1028254" imgH="431613" progId="Equation.DSMT4">
                  <p:embed/>
                </p:oleObj>
              </mc:Choice>
              <mc:Fallback>
                <p:oleObj name="Equation" r:id="rId6" imgW="1028254" imgH="431613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0650" y="1562100"/>
                        <a:ext cx="10287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63" name="Text Box 31">
            <a:extLst>
              <a:ext uri="{FF2B5EF4-FFF2-40B4-BE49-F238E27FC236}">
                <a16:creationId xmlns:a16="http://schemas.microsoft.com/office/drawing/2014/main" id="{23824797-7884-42D6-8B3C-E439D75D19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200" y="2800350"/>
            <a:ext cx="5257800" cy="107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kumimoji="1" lang="en-US" altLang="zh-CN" sz="2800" b="1"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抗磁性介质处在外磁场时，</a:t>
            </a:r>
          </a:p>
          <a:p>
            <a:pPr eaLnBrk="1" hangingPunct="1">
              <a:spcBef>
                <a:spcPct val="3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             其体内磁场</a:t>
            </a:r>
          </a:p>
        </p:txBody>
      </p:sp>
      <p:graphicFrame>
        <p:nvGraphicFramePr>
          <p:cNvPr id="44064" name="Object 32">
            <a:extLst>
              <a:ext uri="{FF2B5EF4-FFF2-40B4-BE49-F238E27FC236}">
                <a16:creationId xmlns:a16="http://schemas.microsoft.com/office/drawing/2014/main" id="{8496A618-1749-4F91-9225-10A7310315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38502"/>
              </p:ext>
            </p:extLst>
          </p:nvPr>
        </p:nvGraphicFramePr>
        <p:xfrm>
          <a:off x="3852863" y="3384550"/>
          <a:ext cx="17399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19" name="Equation" r:id="rId8" imgW="1739900" imgH="495300" progId="Equation.DSMT4">
                  <p:embed/>
                </p:oleObj>
              </mc:Choice>
              <mc:Fallback>
                <p:oleObj name="Equation" r:id="rId8" imgW="1739900" imgH="49530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2863" y="3384550"/>
                        <a:ext cx="17399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97" name="Object 65">
            <a:extLst>
              <a:ext uri="{FF2B5EF4-FFF2-40B4-BE49-F238E27FC236}">
                <a16:creationId xmlns:a16="http://schemas.microsoft.com/office/drawing/2014/main" id="{7CA537A9-E5F6-4CA5-BA20-6225BF933D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8036392"/>
              </p:ext>
            </p:extLst>
          </p:nvPr>
        </p:nvGraphicFramePr>
        <p:xfrm>
          <a:off x="7816850" y="3200400"/>
          <a:ext cx="1028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20" name="Equation" r:id="rId10" imgW="1028254" imgH="431613" progId="Equation.DSMT4">
                  <p:embed/>
                </p:oleObj>
              </mc:Choice>
              <mc:Fallback>
                <p:oleObj name="Equation" r:id="rId10" imgW="1028254" imgH="431613" progId="Equation.DSMT4">
                  <p:embed/>
                  <p:pic>
                    <p:nvPicPr>
                      <p:cNvPr id="0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6850" y="3200400"/>
                        <a:ext cx="10287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113" name="Text Box 81">
            <a:extLst>
              <a:ext uri="{FF2B5EF4-FFF2-40B4-BE49-F238E27FC236}">
                <a16:creationId xmlns:a16="http://schemas.microsoft.com/office/drawing/2014/main" id="{C2E9422E-EA91-4EDA-9179-133E058D48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100" y="339725"/>
            <a:ext cx="310673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3600" b="1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小结：</a:t>
            </a:r>
          </a:p>
        </p:txBody>
      </p:sp>
      <p:grpSp>
        <p:nvGrpSpPr>
          <p:cNvPr id="8" name="Group 96">
            <a:extLst>
              <a:ext uri="{FF2B5EF4-FFF2-40B4-BE49-F238E27FC236}">
                <a16:creationId xmlns:a16="http://schemas.microsoft.com/office/drawing/2014/main" id="{1902A536-2A95-43CB-85FB-44410DBF4EE8}"/>
              </a:ext>
            </a:extLst>
          </p:cNvPr>
          <p:cNvGrpSpPr>
            <a:grpSpLocks/>
          </p:cNvGrpSpPr>
          <p:nvPr/>
        </p:nvGrpSpPr>
        <p:grpSpPr bwMode="auto">
          <a:xfrm>
            <a:off x="5918200" y="766763"/>
            <a:ext cx="1676400" cy="1233487"/>
            <a:chOff x="3728" y="539"/>
            <a:chExt cx="1056" cy="777"/>
          </a:xfrm>
        </p:grpSpPr>
        <p:sp>
          <p:nvSpPr>
            <p:cNvPr id="14441" name="Rectangle 5">
              <a:extLst>
                <a:ext uri="{FF2B5EF4-FFF2-40B4-BE49-F238E27FC236}">
                  <a16:creationId xmlns:a16="http://schemas.microsoft.com/office/drawing/2014/main" id="{74F82218-D91F-46E5-A428-F859EABF36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8" y="932"/>
              <a:ext cx="1056" cy="384"/>
            </a:xfrm>
            <a:prstGeom prst="rect">
              <a:avLst/>
            </a:prstGeom>
            <a:solidFill>
              <a:srgbClr val="00330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grpSp>
          <p:nvGrpSpPr>
            <p:cNvPr id="14442" name="Group 6">
              <a:extLst>
                <a:ext uri="{FF2B5EF4-FFF2-40B4-BE49-F238E27FC236}">
                  <a16:creationId xmlns:a16="http://schemas.microsoft.com/office/drawing/2014/main" id="{CD336C84-0C9B-400F-A368-6B9E37AAD3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58" y="957"/>
              <a:ext cx="778" cy="325"/>
              <a:chOff x="3538" y="704"/>
              <a:chExt cx="778" cy="304"/>
            </a:xfrm>
          </p:grpSpPr>
          <p:grpSp>
            <p:nvGrpSpPr>
              <p:cNvPr id="14447" name="Group 7">
                <a:extLst>
                  <a:ext uri="{FF2B5EF4-FFF2-40B4-BE49-F238E27FC236}">
                    <a16:creationId xmlns:a16="http://schemas.microsoft.com/office/drawing/2014/main" id="{F2C1CA56-5F15-41A3-8482-48FF4D4E0C7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2970333">
                <a:off x="3580" y="672"/>
                <a:ext cx="126" cy="190"/>
                <a:chOff x="3452" y="672"/>
                <a:chExt cx="240" cy="212"/>
              </a:xfrm>
            </p:grpSpPr>
            <p:sp>
              <p:nvSpPr>
                <p:cNvPr id="14463" name="Oval 8">
                  <a:extLst>
                    <a:ext uri="{FF2B5EF4-FFF2-40B4-BE49-F238E27FC236}">
                      <a16:creationId xmlns:a16="http://schemas.microsoft.com/office/drawing/2014/main" id="{80F25013-0416-4DEC-8FBB-F1B6789BF9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288722">
                  <a:off x="3452" y="792"/>
                  <a:ext cx="240" cy="92"/>
                </a:xfrm>
                <a:prstGeom prst="ellips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14464" name="Line 9">
                  <a:extLst>
                    <a:ext uri="{FF2B5EF4-FFF2-40B4-BE49-F238E27FC236}">
                      <a16:creationId xmlns:a16="http://schemas.microsoft.com/office/drawing/2014/main" id="{5BD81E3C-4F2B-4B2C-8688-B3A610BF9E7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288722" flipV="1">
                  <a:off x="3600" y="672"/>
                  <a:ext cx="40" cy="175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448" name="Group 10">
                <a:extLst>
                  <a:ext uri="{FF2B5EF4-FFF2-40B4-BE49-F238E27FC236}">
                    <a16:creationId xmlns:a16="http://schemas.microsoft.com/office/drawing/2014/main" id="{0454985D-DF63-46E7-AC45-C19B976477A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5868898">
                <a:off x="3562" y="840"/>
                <a:ext cx="144" cy="192"/>
                <a:chOff x="3452" y="672"/>
                <a:chExt cx="240" cy="212"/>
              </a:xfrm>
            </p:grpSpPr>
            <p:sp>
              <p:nvSpPr>
                <p:cNvPr id="14461" name="Oval 11">
                  <a:extLst>
                    <a:ext uri="{FF2B5EF4-FFF2-40B4-BE49-F238E27FC236}">
                      <a16:creationId xmlns:a16="http://schemas.microsoft.com/office/drawing/2014/main" id="{1CD60485-E720-4E70-895C-A4521EE9E3A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288722">
                  <a:off x="3452" y="792"/>
                  <a:ext cx="240" cy="92"/>
                </a:xfrm>
                <a:prstGeom prst="ellips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14462" name="Line 12">
                  <a:extLst>
                    <a:ext uri="{FF2B5EF4-FFF2-40B4-BE49-F238E27FC236}">
                      <a16:creationId xmlns:a16="http://schemas.microsoft.com/office/drawing/2014/main" id="{5C011C0E-B7B4-4F4B-903F-B238615F0F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288722" flipV="1">
                  <a:off x="3600" y="672"/>
                  <a:ext cx="40" cy="175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449" name="Group 13">
                <a:extLst>
                  <a:ext uri="{FF2B5EF4-FFF2-40B4-BE49-F238E27FC236}">
                    <a16:creationId xmlns:a16="http://schemas.microsoft.com/office/drawing/2014/main" id="{196C6DE3-7152-40D8-862E-1DBC9335E96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2565710">
                <a:off x="3806" y="818"/>
                <a:ext cx="126" cy="190"/>
                <a:chOff x="3452" y="672"/>
                <a:chExt cx="240" cy="212"/>
              </a:xfrm>
            </p:grpSpPr>
            <p:sp>
              <p:nvSpPr>
                <p:cNvPr id="14459" name="Oval 14">
                  <a:extLst>
                    <a:ext uri="{FF2B5EF4-FFF2-40B4-BE49-F238E27FC236}">
                      <a16:creationId xmlns:a16="http://schemas.microsoft.com/office/drawing/2014/main" id="{BCF1A88D-86D3-42B7-A412-3D48EDB5C7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288722">
                  <a:off x="3452" y="792"/>
                  <a:ext cx="240" cy="92"/>
                </a:xfrm>
                <a:prstGeom prst="ellips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14460" name="Line 15">
                  <a:extLst>
                    <a:ext uri="{FF2B5EF4-FFF2-40B4-BE49-F238E27FC236}">
                      <a16:creationId xmlns:a16="http://schemas.microsoft.com/office/drawing/2014/main" id="{A164FA78-CCC5-41AB-9B86-7ACBD89D086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288722" flipV="1">
                  <a:off x="3600" y="672"/>
                  <a:ext cx="40" cy="175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450" name="Group 16">
                <a:extLst>
                  <a:ext uri="{FF2B5EF4-FFF2-40B4-BE49-F238E27FC236}">
                    <a16:creationId xmlns:a16="http://schemas.microsoft.com/office/drawing/2014/main" id="{3ACB7A59-D5DD-4279-85C3-25D84F26DCD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4893287">
                <a:off x="3812" y="696"/>
                <a:ext cx="144" cy="192"/>
                <a:chOff x="3452" y="672"/>
                <a:chExt cx="240" cy="212"/>
              </a:xfrm>
            </p:grpSpPr>
            <p:sp>
              <p:nvSpPr>
                <p:cNvPr id="14457" name="Oval 17">
                  <a:extLst>
                    <a:ext uri="{FF2B5EF4-FFF2-40B4-BE49-F238E27FC236}">
                      <a16:creationId xmlns:a16="http://schemas.microsoft.com/office/drawing/2014/main" id="{5982414C-07A8-46F8-9E0D-668BD09F5E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288722">
                  <a:off x="3452" y="792"/>
                  <a:ext cx="240" cy="92"/>
                </a:xfrm>
                <a:prstGeom prst="ellips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14458" name="Line 18">
                  <a:extLst>
                    <a:ext uri="{FF2B5EF4-FFF2-40B4-BE49-F238E27FC236}">
                      <a16:creationId xmlns:a16="http://schemas.microsoft.com/office/drawing/2014/main" id="{4D24C5A8-F86A-4C02-8572-E0EFC64924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288722" flipV="1">
                  <a:off x="3600" y="672"/>
                  <a:ext cx="40" cy="175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451" name="Group 19">
                <a:extLst>
                  <a:ext uri="{FF2B5EF4-FFF2-40B4-BE49-F238E27FC236}">
                    <a16:creationId xmlns:a16="http://schemas.microsoft.com/office/drawing/2014/main" id="{3306FD30-E3C0-408A-A5EF-2354C502C06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2970333">
                <a:off x="4062" y="688"/>
                <a:ext cx="126" cy="190"/>
                <a:chOff x="3452" y="672"/>
                <a:chExt cx="240" cy="212"/>
              </a:xfrm>
            </p:grpSpPr>
            <p:sp>
              <p:nvSpPr>
                <p:cNvPr id="14455" name="Oval 20">
                  <a:extLst>
                    <a:ext uri="{FF2B5EF4-FFF2-40B4-BE49-F238E27FC236}">
                      <a16:creationId xmlns:a16="http://schemas.microsoft.com/office/drawing/2014/main" id="{B7FD8EEF-CEB3-4D67-B286-9CAE07374C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288722">
                  <a:off x="3452" y="792"/>
                  <a:ext cx="240" cy="92"/>
                </a:xfrm>
                <a:prstGeom prst="ellips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14456" name="Line 21">
                  <a:extLst>
                    <a:ext uri="{FF2B5EF4-FFF2-40B4-BE49-F238E27FC236}">
                      <a16:creationId xmlns:a16="http://schemas.microsoft.com/office/drawing/2014/main" id="{C60DA19F-0378-4522-8E2D-3863550C42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288722" flipV="1">
                  <a:off x="3600" y="672"/>
                  <a:ext cx="40" cy="175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452" name="Group 22">
                <a:extLst>
                  <a:ext uri="{FF2B5EF4-FFF2-40B4-BE49-F238E27FC236}">
                    <a16:creationId xmlns:a16="http://schemas.microsoft.com/office/drawing/2014/main" id="{07B68D5F-6881-49F8-B68B-DBDAC2B7104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5868898">
                <a:off x="4148" y="840"/>
                <a:ext cx="144" cy="192"/>
                <a:chOff x="3452" y="672"/>
                <a:chExt cx="240" cy="212"/>
              </a:xfrm>
            </p:grpSpPr>
            <p:sp>
              <p:nvSpPr>
                <p:cNvPr id="14453" name="Oval 23">
                  <a:extLst>
                    <a:ext uri="{FF2B5EF4-FFF2-40B4-BE49-F238E27FC236}">
                      <a16:creationId xmlns:a16="http://schemas.microsoft.com/office/drawing/2014/main" id="{D496AD37-7A1C-44A5-BA33-105D101DF7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288722">
                  <a:off x="3452" y="792"/>
                  <a:ext cx="240" cy="92"/>
                </a:xfrm>
                <a:prstGeom prst="ellips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14454" name="Line 24">
                  <a:extLst>
                    <a:ext uri="{FF2B5EF4-FFF2-40B4-BE49-F238E27FC236}">
                      <a16:creationId xmlns:a16="http://schemas.microsoft.com/office/drawing/2014/main" id="{D820338F-711E-4F5E-902A-BAACFA63FAC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288722" flipV="1">
                  <a:off x="3600" y="672"/>
                  <a:ext cx="40" cy="175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graphicFrame>
          <p:nvGraphicFramePr>
            <p:cNvPr id="14443" name="Object 27">
              <a:extLst>
                <a:ext uri="{FF2B5EF4-FFF2-40B4-BE49-F238E27FC236}">
                  <a16:creationId xmlns:a16="http://schemas.microsoft.com/office/drawing/2014/main" id="{26DD0B5F-9AF6-402F-ACB1-6408D981BE9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39" y="539"/>
            <a:ext cx="255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21" name="Equation" r:id="rId12" imgW="406048" imgH="494870" progId="Equation.DSMT4">
                    <p:embed/>
                  </p:oleObj>
                </mc:Choice>
                <mc:Fallback>
                  <p:oleObj name="Equation" r:id="rId12" imgW="406048" imgH="494870" progId="Equation.DSMT4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39" y="539"/>
                          <a:ext cx="255" cy="3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444" name="Line 28">
              <a:extLst>
                <a:ext uri="{FF2B5EF4-FFF2-40B4-BE49-F238E27FC236}">
                  <a16:creationId xmlns:a16="http://schemas.microsoft.com/office/drawing/2014/main" id="{C1A9D30C-CFBC-49F3-B66C-40A67CD8F3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4" y="1124"/>
              <a:ext cx="672" cy="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4445" name="Object 29">
              <a:extLst>
                <a:ext uri="{FF2B5EF4-FFF2-40B4-BE49-F238E27FC236}">
                  <a16:creationId xmlns:a16="http://schemas.microsoft.com/office/drawing/2014/main" id="{91122862-4879-4F11-BA9B-27A96967FC3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36" y="988"/>
            <a:ext cx="248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22" name="Equation" r:id="rId14" imgW="295315" imgH="238061" progId="Equation.3">
                    <p:embed/>
                  </p:oleObj>
                </mc:Choice>
                <mc:Fallback>
                  <p:oleObj name="Equation" r:id="rId14" imgW="295315" imgH="238061" progId="Equation.3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36" y="988"/>
                          <a:ext cx="248" cy="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446" name="Line 95">
              <a:extLst>
                <a:ext uri="{FF2B5EF4-FFF2-40B4-BE49-F238E27FC236}">
                  <a16:creationId xmlns:a16="http://schemas.microsoft.com/office/drawing/2014/main" id="{5BBE3293-6C77-4463-A490-780B1246FE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871"/>
              <a:ext cx="1037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6" name="Group 99">
            <a:extLst>
              <a:ext uri="{FF2B5EF4-FFF2-40B4-BE49-F238E27FC236}">
                <a16:creationId xmlns:a16="http://schemas.microsoft.com/office/drawing/2014/main" id="{FFFCB4B7-759E-4A85-8104-E32C5E5FB1FC}"/>
              </a:ext>
            </a:extLst>
          </p:cNvPr>
          <p:cNvGrpSpPr>
            <a:grpSpLocks/>
          </p:cNvGrpSpPr>
          <p:nvPr/>
        </p:nvGrpSpPr>
        <p:grpSpPr bwMode="auto">
          <a:xfrm>
            <a:off x="5973763" y="2654300"/>
            <a:ext cx="1708150" cy="1136650"/>
            <a:chOff x="3763" y="1320"/>
            <a:chExt cx="1076" cy="716"/>
          </a:xfrm>
        </p:grpSpPr>
        <p:sp>
          <p:nvSpPr>
            <p:cNvPr id="14411" name="Rectangle 34">
              <a:extLst>
                <a:ext uri="{FF2B5EF4-FFF2-40B4-BE49-F238E27FC236}">
                  <a16:creationId xmlns:a16="http://schemas.microsoft.com/office/drawing/2014/main" id="{5D67674F-6CDF-4CB2-B20B-8D2E498C58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6" y="1652"/>
              <a:ext cx="1056" cy="384"/>
            </a:xfrm>
            <a:prstGeom prst="rect">
              <a:avLst/>
            </a:prstGeom>
            <a:solidFill>
              <a:srgbClr val="333333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graphicFrame>
          <p:nvGraphicFramePr>
            <p:cNvPr id="14412" name="Object 37">
              <a:extLst>
                <a:ext uri="{FF2B5EF4-FFF2-40B4-BE49-F238E27FC236}">
                  <a16:creationId xmlns:a16="http://schemas.microsoft.com/office/drawing/2014/main" id="{44436526-1BB5-460B-8CCD-9BBD4E0A74C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71" y="1320"/>
            <a:ext cx="248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23" name="Equation" r:id="rId16" imgW="406048" imgH="494870" progId="Equation.DSMT4">
                    <p:embed/>
                  </p:oleObj>
                </mc:Choice>
                <mc:Fallback>
                  <p:oleObj name="Equation" r:id="rId16" imgW="406048" imgH="494870" progId="Equation.DSMT4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1" y="1320"/>
                          <a:ext cx="248" cy="3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4413" name="Group 38">
              <a:extLst>
                <a:ext uri="{FF2B5EF4-FFF2-40B4-BE49-F238E27FC236}">
                  <a16:creationId xmlns:a16="http://schemas.microsoft.com/office/drawing/2014/main" id="{C58AAF5A-6DC9-4B72-9939-569CE7AA9B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20" y="1652"/>
              <a:ext cx="864" cy="336"/>
              <a:chOff x="3692" y="3792"/>
              <a:chExt cx="864" cy="336"/>
            </a:xfrm>
          </p:grpSpPr>
          <p:grpSp>
            <p:nvGrpSpPr>
              <p:cNvPr id="14417" name="Group 39">
                <a:extLst>
                  <a:ext uri="{FF2B5EF4-FFF2-40B4-BE49-F238E27FC236}">
                    <a16:creationId xmlns:a16="http://schemas.microsoft.com/office/drawing/2014/main" id="{519EB87B-2D55-456E-ACEC-3A399EB9ECA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7894606" flipH="1">
                <a:off x="3764" y="3960"/>
                <a:ext cx="144" cy="192"/>
                <a:chOff x="3452" y="672"/>
                <a:chExt cx="240" cy="212"/>
              </a:xfrm>
            </p:grpSpPr>
            <p:sp>
              <p:nvSpPr>
                <p:cNvPr id="14439" name="Oval 40">
                  <a:extLst>
                    <a:ext uri="{FF2B5EF4-FFF2-40B4-BE49-F238E27FC236}">
                      <a16:creationId xmlns:a16="http://schemas.microsoft.com/office/drawing/2014/main" id="{5D099D9D-D49E-4F8F-9C14-629FBE60469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288722">
                  <a:off x="3452" y="792"/>
                  <a:ext cx="240" cy="92"/>
                </a:xfrm>
                <a:prstGeom prst="ellips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14440" name="Line 41">
                  <a:extLst>
                    <a:ext uri="{FF2B5EF4-FFF2-40B4-BE49-F238E27FC236}">
                      <a16:creationId xmlns:a16="http://schemas.microsoft.com/office/drawing/2014/main" id="{945F818E-0BDE-4906-8CD4-A3F8DB8D56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288722" flipV="1">
                  <a:off x="3600" y="672"/>
                  <a:ext cx="40" cy="175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418" name="Group 42">
                <a:extLst>
                  <a:ext uri="{FF2B5EF4-FFF2-40B4-BE49-F238E27FC236}">
                    <a16:creationId xmlns:a16="http://schemas.microsoft.com/office/drawing/2014/main" id="{FEB22AE1-EE7F-41CE-B278-1E6BE288A6B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7894606" flipH="1">
                <a:off x="3956" y="3768"/>
                <a:ext cx="144" cy="192"/>
                <a:chOff x="3452" y="672"/>
                <a:chExt cx="240" cy="212"/>
              </a:xfrm>
            </p:grpSpPr>
            <p:sp>
              <p:nvSpPr>
                <p:cNvPr id="14437" name="Oval 43">
                  <a:extLst>
                    <a:ext uri="{FF2B5EF4-FFF2-40B4-BE49-F238E27FC236}">
                      <a16:creationId xmlns:a16="http://schemas.microsoft.com/office/drawing/2014/main" id="{16E0A44B-4F79-482B-9C49-C8218CBC165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288722">
                  <a:off x="3452" y="792"/>
                  <a:ext cx="240" cy="92"/>
                </a:xfrm>
                <a:prstGeom prst="ellips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14438" name="Line 44">
                  <a:extLst>
                    <a:ext uri="{FF2B5EF4-FFF2-40B4-BE49-F238E27FC236}">
                      <a16:creationId xmlns:a16="http://schemas.microsoft.com/office/drawing/2014/main" id="{8C765A24-05F9-41FB-882A-B96BD345013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288722" flipV="1">
                  <a:off x="3600" y="672"/>
                  <a:ext cx="40" cy="175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419" name="Group 45">
                <a:extLst>
                  <a:ext uri="{FF2B5EF4-FFF2-40B4-BE49-F238E27FC236}">
                    <a16:creationId xmlns:a16="http://schemas.microsoft.com/office/drawing/2014/main" id="{22E90A3F-890E-4940-B9CB-2E64FBD9773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7894606" flipH="1">
                <a:off x="3716" y="3768"/>
                <a:ext cx="144" cy="192"/>
                <a:chOff x="3452" y="672"/>
                <a:chExt cx="240" cy="212"/>
              </a:xfrm>
            </p:grpSpPr>
            <p:sp>
              <p:nvSpPr>
                <p:cNvPr id="14435" name="Oval 46">
                  <a:extLst>
                    <a:ext uri="{FF2B5EF4-FFF2-40B4-BE49-F238E27FC236}">
                      <a16:creationId xmlns:a16="http://schemas.microsoft.com/office/drawing/2014/main" id="{A95F065E-D1E1-4648-887F-4AFCF39966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288722">
                  <a:off x="3452" y="792"/>
                  <a:ext cx="240" cy="92"/>
                </a:xfrm>
                <a:prstGeom prst="ellips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14436" name="Line 47">
                  <a:extLst>
                    <a:ext uri="{FF2B5EF4-FFF2-40B4-BE49-F238E27FC236}">
                      <a16:creationId xmlns:a16="http://schemas.microsoft.com/office/drawing/2014/main" id="{F95AF545-30DB-44D9-AB75-41121CDBA0A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288722" flipV="1">
                  <a:off x="3600" y="672"/>
                  <a:ext cx="40" cy="175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420" name="Group 48">
                <a:extLst>
                  <a:ext uri="{FF2B5EF4-FFF2-40B4-BE49-F238E27FC236}">
                    <a16:creationId xmlns:a16="http://schemas.microsoft.com/office/drawing/2014/main" id="{56F35EA5-CDBC-481A-AFE3-620C829F53E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7894606" flipH="1">
                <a:off x="4004" y="3960"/>
                <a:ext cx="144" cy="192"/>
                <a:chOff x="3452" y="672"/>
                <a:chExt cx="240" cy="212"/>
              </a:xfrm>
            </p:grpSpPr>
            <p:sp>
              <p:nvSpPr>
                <p:cNvPr id="14433" name="Oval 49">
                  <a:extLst>
                    <a:ext uri="{FF2B5EF4-FFF2-40B4-BE49-F238E27FC236}">
                      <a16:creationId xmlns:a16="http://schemas.microsoft.com/office/drawing/2014/main" id="{464300F1-2C35-4976-A494-3AEF617F2D4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288722">
                  <a:off x="3452" y="792"/>
                  <a:ext cx="240" cy="92"/>
                </a:xfrm>
                <a:prstGeom prst="ellips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14434" name="Line 50">
                  <a:extLst>
                    <a:ext uri="{FF2B5EF4-FFF2-40B4-BE49-F238E27FC236}">
                      <a16:creationId xmlns:a16="http://schemas.microsoft.com/office/drawing/2014/main" id="{C46EEA09-0B70-4A31-8BB8-F55A1F0FEEB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288722" flipV="1">
                  <a:off x="3600" y="672"/>
                  <a:ext cx="40" cy="175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421" name="Group 51">
                <a:extLst>
                  <a:ext uri="{FF2B5EF4-FFF2-40B4-BE49-F238E27FC236}">
                    <a16:creationId xmlns:a16="http://schemas.microsoft.com/office/drawing/2014/main" id="{1F38573E-D25D-42E7-8F94-D06EDEE7C4A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7894606" flipH="1">
                <a:off x="4148" y="3768"/>
                <a:ext cx="144" cy="192"/>
                <a:chOff x="3452" y="672"/>
                <a:chExt cx="240" cy="212"/>
              </a:xfrm>
            </p:grpSpPr>
            <p:sp>
              <p:nvSpPr>
                <p:cNvPr id="14431" name="Oval 52">
                  <a:extLst>
                    <a:ext uri="{FF2B5EF4-FFF2-40B4-BE49-F238E27FC236}">
                      <a16:creationId xmlns:a16="http://schemas.microsoft.com/office/drawing/2014/main" id="{8A7E0546-CFA7-4BA8-8B5F-BEC7BC3CF1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288722">
                  <a:off x="3452" y="792"/>
                  <a:ext cx="240" cy="92"/>
                </a:xfrm>
                <a:prstGeom prst="ellips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14432" name="Line 53">
                  <a:extLst>
                    <a:ext uri="{FF2B5EF4-FFF2-40B4-BE49-F238E27FC236}">
                      <a16:creationId xmlns:a16="http://schemas.microsoft.com/office/drawing/2014/main" id="{C4A36C04-C174-4640-8186-DE143804E9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288722" flipV="1">
                  <a:off x="3600" y="672"/>
                  <a:ext cx="40" cy="175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422" name="Group 54">
                <a:extLst>
                  <a:ext uri="{FF2B5EF4-FFF2-40B4-BE49-F238E27FC236}">
                    <a16:creationId xmlns:a16="http://schemas.microsoft.com/office/drawing/2014/main" id="{E2FBE2E4-5E71-4927-B4DF-907566DD282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7894606" flipH="1">
                <a:off x="4196" y="3960"/>
                <a:ext cx="144" cy="192"/>
                <a:chOff x="3452" y="672"/>
                <a:chExt cx="240" cy="212"/>
              </a:xfrm>
            </p:grpSpPr>
            <p:sp>
              <p:nvSpPr>
                <p:cNvPr id="14429" name="Oval 55">
                  <a:extLst>
                    <a:ext uri="{FF2B5EF4-FFF2-40B4-BE49-F238E27FC236}">
                      <a16:creationId xmlns:a16="http://schemas.microsoft.com/office/drawing/2014/main" id="{FD47DAA3-D852-4CF0-AF35-BA394E22F3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288722">
                  <a:off x="3452" y="792"/>
                  <a:ext cx="240" cy="92"/>
                </a:xfrm>
                <a:prstGeom prst="ellips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14430" name="Line 56">
                  <a:extLst>
                    <a:ext uri="{FF2B5EF4-FFF2-40B4-BE49-F238E27FC236}">
                      <a16:creationId xmlns:a16="http://schemas.microsoft.com/office/drawing/2014/main" id="{49274BE6-FCCE-4F82-9FFC-EB8F49EA13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288722" flipV="1">
                  <a:off x="3600" y="672"/>
                  <a:ext cx="40" cy="175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423" name="Group 57">
                <a:extLst>
                  <a:ext uri="{FF2B5EF4-FFF2-40B4-BE49-F238E27FC236}">
                    <a16:creationId xmlns:a16="http://schemas.microsoft.com/office/drawing/2014/main" id="{FC7F8C99-9B12-4A9E-B590-7D111E6DF21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7894606" flipH="1">
                <a:off x="4340" y="3768"/>
                <a:ext cx="144" cy="192"/>
                <a:chOff x="3452" y="672"/>
                <a:chExt cx="240" cy="212"/>
              </a:xfrm>
            </p:grpSpPr>
            <p:sp>
              <p:nvSpPr>
                <p:cNvPr id="14427" name="Oval 58">
                  <a:extLst>
                    <a:ext uri="{FF2B5EF4-FFF2-40B4-BE49-F238E27FC236}">
                      <a16:creationId xmlns:a16="http://schemas.microsoft.com/office/drawing/2014/main" id="{FA0DC4E6-305A-4653-9079-94A5AD448B6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288722">
                  <a:off x="3452" y="792"/>
                  <a:ext cx="240" cy="92"/>
                </a:xfrm>
                <a:prstGeom prst="ellips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14428" name="Line 59">
                  <a:extLst>
                    <a:ext uri="{FF2B5EF4-FFF2-40B4-BE49-F238E27FC236}">
                      <a16:creationId xmlns:a16="http://schemas.microsoft.com/office/drawing/2014/main" id="{E25E1CC2-8A95-4F08-8D14-C67CEE29D60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288722" flipV="1">
                  <a:off x="3600" y="672"/>
                  <a:ext cx="40" cy="175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424" name="Group 60">
                <a:extLst>
                  <a:ext uri="{FF2B5EF4-FFF2-40B4-BE49-F238E27FC236}">
                    <a16:creationId xmlns:a16="http://schemas.microsoft.com/office/drawing/2014/main" id="{6C3ACA6A-78D5-46D3-9708-AE1CE0C7F6A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7894606" flipH="1">
                <a:off x="4388" y="3960"/>
                <a:ext cx="144" cy="192"/>
                <a:chOff x="3452" y="672"/>
                <a:chExt cx="240" cy="212"/>
              </a:xfrm>
            </p:grpSpPr>
            <p:sp>
              <p:nvSpPr>
                <p:cNvPr id="14425" name="Oval 61">
                  <a:extLst>
                    <a:ext uri="{FF2B5EF4-FFF2-40B4-BE49-F238E27FC236}">
                      <a16:creationId xmlns:a16="http://schemas.microsoft.com/office/drawing/2014/main" id="{25549F04-3AFB-482D-9FC2-E53FC1AE50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288722">
                  <a:off x="3452" y="792"/>
                  <a:ext cx="240" cy="92"/>
                </a:xfrm>
                <a:prstGeom prst="ellips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14426" name="Line 62">
                  <a:extLst>
                    <a:ext uri="{FF2B5EF4-FFF2-40B4-BE49-F238E27FC236}">
                      <a16:creationId xmlns:a16="http://schemas.microsoft.com/office/drawing/2014/main" id="{D0685826-4766-4E0E-9342-F1CC67FD3B1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288722" flipV="1">
                  <a:off x="3600" y="672"/>
                  <a:ext cx="40" cy="175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4414" name="Line 63">
              <a:extLst>
                <a:ext uri="{FF2B5EF4-FFF2-40B4-BE49-F238E27FC236}">
                  <a16:creationId xmlns:a16="http://schemas.microsoft.com/office/drawing/2014/main" id="{190526FA-E060-48C8-AFFB-0ACDEEDF13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16" y="1844"/>
              <a:ext cx="724" cy="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4415" name="Object 64">
              <a:extLst>
                <a:ext uri="{FF2B5EF4-FFF2-40B4-BE49-F238E27FC236}">
                  <a16:creationId xmlns:a16="http://schemas.microsoft.com/office/drawing/2014/main" id="{C4514148-5CA6-40B1-8E30-AAD29C8A51B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63" y="1743"/>
            <a:ext cx="241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24" name="Equation" r:id="rId18" imgW="295315" imgH="238061" progId="Equation.3">
                    <p:embed/>
                  </p:oleObj>
                </mc:Choice>
                <mc:Fallback>
                  <p:oleObj name="Equation" r:id="rId18" imgW="295315" imgH="238061" progId="Equation.3">
                    <p:embed/>
                    <p:pic>
                      <p:nvPicPr>
                        <p:cNvPr id="0" name="Object 6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63" y="1743"/>
                          <a:ext cx="241" cy="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416" name="Line 98">
              <a:extLst>
                <a:ext uri="{FF2B5EF4-FFF2-40B4-BE49-F238E27FC236}">
                  <a16:creationId xmlns:a16="http://schemas.microsoft.com/office/drawing/2014/main" id="{4685A18D-6410-4D44-922D-46A91E8CB5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5" y="1613"/>
              <a:ext cx="107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347" name="Text Box 75">
            <a:extLst>
              <a:ext uri="{FF2B5EF4-FFF2-40B4-BE49-F238E27FC236}">
                <a16:creationId xmlns:a16="http://schemas.microsoft.com/office/drawing/2014/main" id="{5C7662EB-A47B-4048-80A9-F60DF0BFCE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4100" y="6440488"/>
            <a:ext cx="4159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</a:p>
        </p:txBody>
      </p:sp>
      <p:sp>
        <p:nvSpPr>
          <p:cNvPr id="14348" name="灯片编号占位符 2">
            <a:extLst>
              <a:ext uri="{FF2B5EF4-FFF2-40B4-BE49-F238E27FC236}">
                <a16:creationId xmlns:a16="http://schemas.microsoft.com/office/drawing/2014/main" id="{CBDC7A98-3F0B-4105-BF5E-B6736C318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A946F7F-3693-4032-AD94-B20FC2FCC896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zh-CN" sz="1400"/>
          </a:p>
        </p:txBody>
      </p:sp>
      <p:sp>
        <p:nvSpPr>
          <p:cNvPr id="94" name="Text Box 2">
            <a:extLst>
              <a:ext uri="{FF2B5EF4-FFF2-40B4-BE49-F238E27FC236}">
                <a16:creationId xmlns:a16="http://schemas.microsoft.com/office/drawing/2014/main" id="{D92AE98C-7C98-49C4-8E8C-0B0C5D6F60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2838" y="2198688"/>
            <a:ext cx="60817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FF0000"/>
              </a:buClr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起源：分子固有磁矩</a:t>
            </a:r>
          </a:p>
        </p:txBody>
      </p:sp>
      <p:sp>
        <p:nvSpPr>
          <p:cNvPr id="95" name="Text Box 2">
            <a:extLst>
              <a:ext uri="{FF2B5EF4-FFF2-40B4-BE49-F238E27FC236}">
                <a16:creationId xmlns:a16="http://schemas.microsoft.com/office/drawing/2014/main" id="{EFB6ED62-D230-4AB9-899C-822320062D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2838" y="4011613"/>
            <a:ext cx="60817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FF0000"/>
              </a:buClr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起源：分子附加磁矩</a:t>
            </a:r>
          </a:p>
        </p:txBody>
      </p:sp>
      <p:graphicFrame>
        <p:nvGraphicFramePr>
          <p:cNvPr id="96" name="Object 63">
            <a:extLst>
              <a:ext uri="{FF2B5EF4-FFF2-40B4-BE49-F238E27FC236}">
                <a16:creationId xmlns:a16="http://schemas.microsoft.com/office/drawing/2014/main" id="{BD723C51-8B13-4863-A84A-0B78F3C2E5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1850867"/>
              </p:ext>
            </p:extLst>
          </p:nvPr>
        </p:nvGraphicFramePr>
        <p:xfrm>
          <a:off x="4210050" y="5541963"/>
          <a:ext cx="395288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25" name="Equation" r:id="rId20" imgW="295315" imgH="238061" progId="Equation.DSMT4">
                  <p:embed/>
                </p:oleObj>
              </mc:Choice>
              <mc:Fallback>
                <p:oleObj name="Equation" r:id="rId20" imgW="295315" imgH="238061" progId="Equation.DSMT4">
                  <p:embed/>
                  <p:pic>
                    <p:nvPicPr>
                      <p:cNvPr id="0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0050" y="5541963"/>
                        <a:ext cx="395288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" name="Oval 64">
            <a:extLst>
              <a:ext uri="{FF2B5EF4-FFF2-40B4-BE49-F238E27FC236}">
                <a16:creationId xmlns:a16="http://schemas.microsoft.com/office/drawing/2014/main" id="{0203CE75-A5F1-4A08-A687-BEEEFAE9AB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8325" y="5184775"/>
            <a:ext cx="1181100" cy="1181100"/>
          </a:xfrm>
          <a:prstGeom prst="ellipse">
            <a:avLst/>
          </a:prstGeom>
          <a:noFill/>
          <a:ln w="41275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98" name="Oval 65">
            <a:extLst>
              <a:ext uri="{FF2B5EF4-FFF2-40B4-BE49-F238E27FC236}">
                <a16:creationId xmlns:a16="http://schemas.microsoft.com/office/drawing/2014/main" id="{90CE11FA-9EE5-4799-BC5E-8D79CA0E84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6125" y="5184775"/>
            <a:ext cx="1181100" cy="1181100"/>
          </a:xfrm>
          <a:prstGeom prst="ellipse">
            <a:avLst/>
          </a:prstGeom>
          <a:noFill/>
          <a:ln w="41275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pSp>
        <p:nvGrpSpPr>
          <p:cNvPr id="99" name="Group 66">
            <a:extLst>
              <a:ext uri="{FF2B5EF4-FFF2-40B4-BE49-F238E27FC236}">
                <a16:creationId xmlns:a16="http://schemas.microsoft.com/office/drawing/2014/main" id="{40B21747-0E16-4D94-9C19-CED044D5B0C6}"/>
              </a:ext>
            </a:extLst>
          </p:cNvPr>
          <p:cNvGrpSpPr>
            <a:grpSpLocks/>
          </p:cNvGrpSpPr>
          <p:nvPr/>
        </p:nvGrpSpPr>
        <p:grpSpPr bwMode="auto">
          <a:xfrm>
            <a:off x="5724525" y="5489575"/>
            <a:ext cx="304800" cy="304800"/>
            <a:chOff x="1584" y="2400"/>
            <a:chExt cx="192" cy="192"/>
          </a:xfrm>
        </p:grpSpPr>
        <p:sp>
          <p:nvSpPr>
            <p:cNvPr id="14409" name="Oval 67">
              <a:extLst>
                <a:ext uri="{FF2B5EF4-FFF2-40B4-BE49-F238E27FC236}">
                  <a16:creationId xmlns:a16="http://schemas.microsoft.com/office/drawing/2014/main" id="{B582657A-A086-4281-934E-9C902DDB1A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400"/>
              <a:ext cx="192" cy="192"/>
            </a:xfrm>
            <a:prstGeom prst="ellips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4410" name="Line 68">
              <a:extLst>
                <a:ext uri="{FF2B5EF4-FFF2-40B4-BE49-F238E27FC236}">
                  <a16:creationId xmlns:a16="http://schemas.microsoft.com/office/drawing/2014/main" id="{AAA1DB97-18D7-46B9-BEDB-CAA4B6C6CF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2448"/>
              <a:ext cx="0" cy="96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2" name="Group 69">
            <a:extLst>
              <a:ext uri="{FF2B5EF4-FFF2-40B4-BE49-F238E27FC236}">
                <a16:creationId xmlns:a16="http://schemas.microsoft.com/office/drawing/2014/main" id="{4A0CD6C9-39B2-4BFC-83FF-D875E0B5039B}"/>
              </a:ext>
            </a:extLst>
          </p:cNvPr>
          <p:cNvGrpSpPr>
            <a:grpSpLocks/>
          </p:cNvGrpSpPr>
          <p:nvPr/>
        </p:nvGrpSpPr>
        <p:grpSpPr bwMode="auto">
          <a:xfrm>
            <a:off x="5724525" y="5794375"/>
            <a:ext cx="304800" cy="304800"/>
            <a:chOff x="1584" y="2400"/>
            <a:chExt cx="192" cy="192"/>
          </a:xfrm>
        </p:grpSpPr>
        <p:sp>
          <p:nvSpPr>
            <p:cNvPr id="14407" name="Oval 70">
              <a:extLst>
                <a:ext uri="{FF2B5EF4-FFF2-40B4-BE49-F238E27FC236}">
                  <a16:creationId xmlns:a16="http://schemas.microsoft.com/office/drawing/2014/main" id="{F6B48500-BD3F-40E1-90BB-386498D03B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400"/>
              <a:ext cx="192" cy="192"/>
            </a:xfrm>
            <a:prstGeom prst="ellips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4408" name="Line 71">
              <a:extLst>
                <a:ext uri="{FF2B5EF4-FFF2-40B4-BE49-F238E27FC236}">
                  <a16:creationId xmlns:a16="http://schemas.microsoft.com/office/drawing/2014/main" id="{CC499FA4-8A9E-46AC-A2BD-07BBEBC4C8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2448"/>
              <a:ext cx="0" cy="96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5" name="Group 72">
            <a:extLst>
              <a:ext uri="{FF2B5EF4-FFF2-40B4-BE49-F238E27FC236}">
                <a16:creationId xmlns:a16="http://schemas.microsoft.com/office/drawing/2014/main" id="{BA7546FD-CE5A-46DC-A111-DA59E7D9CF06}"/>
              </a:ext>
            </a:extLst>
          </p:cNvPr>
          <p:cNvGrpSpPr>
            <a:grpSpLocks/>
          </p:cNvGrpSpPr>
          <p:nvPr/>
        </p:nvGrpSpPr>
        <p:grpSpPr bwMode="auto">
          <a:xfrm>
            <a:off x="5953125" y="6022975"/>
            <a:ext cx="304800" cy="304800"/>
            <a:chOff x="1584" y="2400"/>
            <a:chExt cx="192" cy="192"/>
          </a:xfrm>
        </p:grpSpPr>
        <p:sp>
          <p:nvSpPr>
            <p:cNvPr id="14405" name="Oval 73">
              <a:extLst>
                <a:ext uri="{FF2B5EF4-FFF2-40B4-BE49-F238E27FC236}">
                  <a16:creationId xmlns:a16="http://schemas.microsoft.com/office/drawing/2014/main" id="{E4A6539B-1B9C-4025-9915-9EA803D975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400"/>
              <a:ext cx="192" cy="192"/>
            </a:xfrm>
            <a:prstGeom prst="ellips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4406" name="Line 74">
              <a:extLst>
                <a:ext uri="{FF2B5EF4-FFF2-40B4-BE49-F238E27FC236}">
                  <a16:creationId xmlns:a16="http://schemas.microsoft.com/office/drawing/2014/main" id="{AA6EDE4C-2F94-476A-83B8-B9D0F8CB7C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2448"/>
              <a:ext cx="0" cy="96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8" name="Group 75">
            <a:extLst>
              <a:ext uri="{FF2B5EF4-FFF2-40B4-BE49-F238E27FC236}">
                <a16:creationId xmlns:a16="http://schemas.microsoft.com/office/drawing/2014/main" id="{A71DD08C-6A44-4E55-87BC-3E074CE86A3F}"/>
              </a:ext>
            </a:extLst>
          </p:cNvPr>
          <p:cNvGrpSpPr>
            <a:grpSpLocks/>
          </p:cNvGrpSpPr>
          <p:nvPr/>
        </p:nvGrpSpPr>
        <p:grpSpPr bwMode="auto">
          <a:xfrm>
            <a:off x="6257925" y="6022975"/>
            <a:ext cx="304800" cy="304800"/>
            <a:chOff x="1584" y="2400"/>
            <a:chExt cx="192" cy="192"/>
          </a:xfrm>
        </p:grpSpPr>
        <p:sp>
          <p:nvSpPr>
            <p:cNvPr id="14403" name="Oval 76">
              <a:extLst>
                <a:ext uri="{FF2B5EF4-FFF2-40B4-BE49-F238E27FC236}">
                  <a16:creationId xmlns:a16="http://schemas.microsoft.com/office/drawing/2014/main" id="{5948520C-3EAE-478E-964D-D94CF49E3A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400"/>
              <a:ext cx="192" cy="192"/>
            </a:xfrm>
            <a:prstGeom prst="ellips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4404" name="Line 77">
              <a:extLst>
                <a:ext uri="{FF2B5EF4-FFF2-40B4-BE49-F238E27FC236}">
                  <a16:creationId xmlns:a16="http://schemas.microsoft.com/office/drawing/2014/main" id="{03E1B672-CB5E-4A72-8FB3-61BE64661F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2448"/>
              <a:ext cx="0" cy="96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1" name="Group 78">
            <a:extLst>
              <a:ext uri="{FF2B5EF4-FFF2-40B4-BE49-F238E27FC236}">
                <a16:creationId xmlns:a16="http://schemas.microsoft.com/office/drawing/2014/main" id="{9483C108-12E6-4C43-A529-BD727837ADC8}"/>
              </a:ext>
            </a:extLst>
          </p:cNvPr>
          <p:cNvGrpSpPr>
            <a:grpSpLocks/>
          </p:cNvGrpSpPr>
          <p:nvPr/>
        </p:nvGrpSpPr>
        <p:grpSpPr bwMode="auto">
          <a:xfrm>
            <a:off x="6486525" y="5794375"/>
            <a:ext cx="304800" cy="304800"/>
            <a:chOff x="1584" y="2400"/>
            <a:chExt cx="192" cy="192"/>
          </a:xfrm>
        </p:grpSpPr>
        <p:sp>
          <p:nvSpPr>
            <p:cNvPr id="14401" name="Oval 79">
              <a:extLst>
                <a:ext uri="{FF2B5EF4-FFF2-40B4-BE49-F238E27FC236}">
                  <a16:creationId xmlns:a16="http://schemas.microsoft.com/office/drawing/2014/main" id="{CF502B80-04B5-4AD4-B9D9-6DAAAD53B6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400"/>
              <a:ext cx="192" cy="192"/>
            </a:xfrm>
            <a:prstGeom prst="ellips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4402" name="Line 80">
              <a:extLst>
                <a:ext uri="{FF2B5EF4-FFF2-40B4-BE49-F238E27FC236}">
                  <a16:creationId xmlns:a16="http://schemas.microsoft.com/office/drawing/2014/main" id="{56CE99D1-87D2-45BC-ABC3-4204363797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2448"/>
              <a:ext cx="0" cy="96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4" name="Group 81">
            <a:extLst>
              <a:ext uri="{FF2B5EF4-FFF2-40B4-BE49-F238E27FC236}">
                <a16:creationId xmlns:a16="http://schemas.microsoft.com/office/drawing/2014/main" id="{7FC679EA-A314-4A12-B8FF-758F4004FAC2}"/>
              </a:ext>
            </a:extLst>
          </p:cNvPr>
          <p:cNvGrpSpPr>
            <a:grpSpLocks/>
          </p:cNvGrpSpPr>
          <p:nvPr/>
        </p:nvGrpSpPr>
        <p:grpSpPr bwMode="auto">
          <a:xfrm>
            <a:off x="6486525" y="5489575"/>
            <a:ext cx="304800" cy="304800"/>
            <a:chOff x="1584" y="2400"/>
            <a:chExt cx="192" cy="192"/>
          </a:xfrm>
        </p:grpSpPr>
        <p:sp>
          <p:nvSpPr>
            <p:cNvPr id="14399" name="Oval 82">
              <a:extLst>
                <a:ext uri="{FF2B5EF4-FFF2-40B4-BE49-F238E27FC236}">
                  <a16:creationId xmlns:a16="http://schemas.microsoft.com/office/drawing/2014/main" id="{BC13EC5A-123D-4128-83C2-AA673F9E64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400"/>
              <a:ext cx="192" cy="192"/>
            </a:xfrm>
            <a:prstGeom prst="ellips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4400" name="Line 83">
              <a:extLst>
                <a:ext uri="{FF2B5EF4-FFF2-40B4-BE49-F238E27FC236}">
                  <a16:creationId xmlns:a16="http://schemas.microsoft.com/office/drawing/2014/main" id="{2CDB3758-3AF3-4434-A4EE-7635039C5B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2448"/>
              <a:ext cx="0" cy="96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7" name="Group 84">
            <a:extLst>
              <a:ext uri="{FF2B5EF4-FFF2-40B4-BE49-F238E27FC236}">
                <a16:creationId xmlns:a16="http://schemas.microsoft.com/office/drawing/2014/main" id="{B3E135A9-85DA-4C19-8A06-F8F94A624BEC}"/>
              </a:ext>
            </a:extLst>
          </p:cNvPr>
          <p:cNvGrpSpPr>
            <a:grpSpLocks/>
          </p:cNvGrpSpPr>
          <p:nvPr/>
        </p:nvGrpSpPr>
        <p:grpSpPr bwMode="auto">
          <a:xfrm>
            <a:off x="6280150" y="5240338"/>
            <a:ext cx="304800" cy="304800"/>
            <a:chOff x="1584" y="2400"/>
            <a:chExt cx="192" cy="192"/>
          </a:xfrm>
        </p:grpSpPr>
        <p:sp>
          <p:nvSpPr>
            <p:cNvPr id="14397" name="Oval 85">
              <a:extLst>
                <a:ext uri="{FF2B5EF4-FFF2-40B4-BE49-F238E27FC236}">
                  <a16:creationId xmlns:a16="http://schemas.microsoft.com/office/drawing/2014/main" id="{2D89B28E-70FB-4EBE-82C9-C5A517D340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400"/>
              <a:ext cx="192" cy="192"/>
            </a:xfrm>
            <a:prstGeom prst="ellips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4398" name="Line 86">
              <a:extLst>
                <a:ext uri="{FF2B5EF4-FFF2-40B4-BE49-F238E27FC236}">
                  <a16:creationId xmlns:a16="http://schemas.microsoft.com/office/drawing/2014/main" id="{C2950C0E-0CCF-4501-BB86-2D0CDB7721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2448"/>
              <a:ext cx="0" cy="96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0" name="Group 87">
            <a:extLst>
              <a:ext uri="{FF2B5EF4-FFF2-40B4-BE49-F238E27FC236}">
                <a16:creationId xmlns:a16="http://schemas.microsoft.com/office/drawing/2014/main" id="{FA267255-D000-487B-A3F6-5A4C2E8D8F82}"/>
              </a:ext>
            </a:extLst>
          </p:cNvPr>
          <p:cNvGrpSpPr>
            <a:grpSpLocks/>
          </p:cNvGrpSpPr>
          <p:nvPr/>
        </p:nvGrpSpPr>
        <p:grpSpPr bwMode="auto">
          <a:xfrm>
            <a:off x="5937250" y="5221288"/>
            <a:ext cx="304800" cy="304800"/>
            <a:chOff x="1584" y="2400"/>
            <a:chExt cx="192" cy="192"/>
          </a:xfrm>
        </p:grpSpPr>
        <p:sp>
          <p:nvSpPr>
            <p:cNvPr id="14395" name="Oval 88">
              <a:extLst>
                <a:ext uri="{FF2B5EF4-FFF2-40B4-BE49-F238E27FC236}">
                  <a16:creationId xmlns:a16="http://schemas.microsoft.com/office/drawing/2014/main" id="{E4A9EA2E-AE0E-4EF2-B948-3C58E61E0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400"/>
              <a:ext cx="192" cy="192"/>
            </a:xfrm>
            <a:prstGeom prst="ellips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4396" name="Line 89">
              <a:extLst>
                <a:ext uri="{FF2B5EF4-FFF2-40B4-BE49-F238E27FC236}">
                  <a16:creationId xmlns:a16="http://schemas.microsoft.com/office/drawing/2014/main" id="{9A7E2ACD-D45C-428A-AA2E-27C96B10EC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2448"/>
              <a:ext cx="0" cy="96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 type="none" w="med" len="lg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3" name="Group 90">
            <a:extLst>
              <a:ext uri="{FF2B5EF4-FFF2-40B4-BE49-F238E27FC236}">
                <a16:creationId xmlns:a16="http://schemas.microsoft.com/office/drawing/2014/main" id="{E78E3124-C623-423D-9B69-FAD102F9DC36}"/>
              </a:ext>
            </a:extLst>
          </p:cNvPr>
          <p:cNvGrpSpPr>
            <a:grpSpLocks/>
          </p:cNvGrpSpPr>
          <p:nvPr/>
        </p:nvGrpSpPr>
        <p:grpSpPr bwMode="auto">
          <a:xfrm>
            <a:off x="6029325" y="5508625"/>
            <a:ext cx="304800" cy="304800"/>
            <a:chOff x="1584" y="2400"/>
            <a:chExt cx="192" cy="192"/>
          </a:xfrm>
        </p:grpSpPr>
        <p:sp>
          <p:nvSpPr>
            <p:cNvPr id="14393" name="Oval 91">
              <a:extLst>
                <a:ext uri="{FF2B5EF4-FFF2-40B4-BE49-F238E27FC236}">
                  <a16:creationId xmlns:a16="http://schemas.microsoft.com/office/drawing/2014/main" id="{DE50F98E-F876-45B4-AEF7-41B083BCDA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400"/>
              <a:ext cx="192" cy="192"/>
            </a:xfrm>
            <a:prstGeom prst="ellips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4394" name="Line 92">
              <a:extLst>
                <a:ext uri="{FF2B5EF4-FFF2-40B4-BE49-F238E27FC236}">
                  <a16:creationId xmlns:a16="http://schemas.microsoft.com/office/drawing/2014/main" id="{E04B5356-9185-4F2E-9E1C-055E404D76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2448"/>
              <a:ext cx="0" cy="96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6" name="Group 93">
            <a:extLst>
              <a:ext uri="{FF2B5EF4-FFF2-40B4-BE49-F238E27FC236}">
                <a16:creationId xmlns:a16="http://schemas.microsoft.com/office/drawing/2014/main" id="{3E394831-3C40-407A-BD11-D399CB8506AD}"/>
              </a:ext>
            </a:extLst>
          </p:cNvPr>
          <p:cNvGrpSpPr>
            <a:grpSpLocks/>
          </p:cNvGrpSpPr>
          <p:nvPr/>
        </p:nvGrpSpPr>
        <p:grpSpPr bwMode="auto">
          <a:xfrm>
            <a:off x="6181725" y="5794375"/>
            <a:ext cx="304800" cy="304800"/>
            <a:chOff x="1584" y="2400"/>
            <a:chExt cx="192" cy="192"/>
          </a:xfrm>
        </p:grpSpPr>
        <p:sp>
          <p:nvSpPr>
            <p:cNvPr id="14391" name="Oval 94">
              <a:extLst>
                <a:ext uri="{FF2B5EF4-FFF2-40B4-BE49-F238E27FC236}">
                  <a16:creationId xmlns:a16="http://schemas.microsoft.com/office/drawing/2014/main" id="{A4E80BBB-2969-40E8-8201-192C3C4A6B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400"/>
              <a:ext cx="192" cy="192"/>
            </a:xfrm>
            <a:prstGeom prst="ellips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4392" name="Line 95">
              <a:extLst>
                <a:ext uri="{FF2B5EF4-FFF2-40B4-BE49-F238E27FC236}">
                  <a16:creationId xmlns:a16="http://schemas.microsoft.com/office/drawing/2014/main" id="{564AB3FC-936F-463D-93F7-DF7F49AE76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2448"/>
              <a:ext cx="0" cy="96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9" name="Group 96">
            <a:extLst>
              <a:ext uri="{FF2B5EF4-FFF2-40B4-BE49-F238E27FC236}">
                <a16:creationId xmlns:a16="http://schemas.microsoft.com/office/drawing/2014/main" id="{38BB9573-455D-4E09-8A41-BAED1AADA132}"/>
              </a:ext>
            </a:extLst>
          </p:cNvPr>
          <p:cNvGrpSpPr>
            <a:grpSpLocks/>
          </p:cNvGrpSpPr>
          <p:nvPr/>
        </p:nvGrpSpPr>
        <p:grpSpPr bwMode="auto">
          <a:xfrm>
            <a:off x="7165975" y="5260975"/>
            <a:ext cx="1039813" cy="1009650"/>
            <a:chOff x="4649" y="2049"/>
            <a:chExt cx="655" cy="636"/>
          </a:xfrm>
        </p:grpSpPr>
        <p:sp>
          <p:nvSpPr>
            <p:cNvPr id="14388" name="Oval 97">
              <a:extLst>
                <a:ext uri="{FF2B5EF4-FFF2-40B4-BE49-F238E27FC236}">
                  <a16:creationId xmlns:a16="http://schemas.microsoft.com/office/drawing/2014/main" id="{2D3DE47F-20B2-47EF-9CB3-353B47DC7A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9" y="2049"/>
              <a:ext cx="655" cy="636"/>
            </a:xfrm>
            <a:prstGeom prst="ellipse">
              <a:avLst/>
            </a:prstGeom>
            <a:noFill/>
            <a:ln w="412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graphicFrame>
          <p:nvGraphicFramePr>
            <p:cNvPr id="14389" name="Object 98">
              <a:extLst>
                <a:ext uri="{FF2B5EF4-FFF2-40B4-BE49-F238E27FC236}">
                  <a16:creationId xmlns:a16="http://schemas.microsoft.com/office/drawing/2014/main" id="{94E857ED-F5B4-44BB-A87F-B73A8D9626E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17174847"/>
                </p:ext>
              </p:extLst>
            </p:nvPr>
          </p:nvGraphicFramePr>
          <p:xfrm>
            <a:off x="4734" y="2220"/>
            <a:ext cx="263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26" name="Equation" r:id="rId22" imgW="238056" imgH="266558" progId="Equation.DSMT4">
                    <p:embed/>
                  </p:oleObj>
                </mc:Choice>
                <mc:Fallback>
                  <p:oleObj name="Equation" r:id="rId22" imgW="238056" imgH="266558" progId="Equation.DSMT4">
                    <p:embed/>
                    <p:pic>
                      <p:nvPicPr>
                        <p:cNvPr id="0" name="Object 9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34" y="2220"/>
                          <a:ext cx="263" cy="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339966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90" name="Line 99">
              <a:extLst>
                <a:ext uri="{FF2B5EF4-FFF2-40B4-BE49-F238E27FC236}">
                  <a16:creationId xmlns:a16="http://schemas.microsoft.com/office/drawing/2014/main" id="{500C967E-2325-441B-B762-26B62FC1D8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9" y="2334"/>
              <a:ext cx="0" cy="144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3" name="AutoShape 100">
            <a:extLst>
              <a:ext uri="{FF2B5EF4-FFF2-40B4-BE49-F238E27FC236}">
                <a16:creationId xmlns:a16="http://schemas.microsoft.com/office/drawing/2014/main" id="{E5EB0906-1B56-4919-8456-C2F22D38B062}"/>
              </a:ext>
            </a:extLst>
          </p:cNvPr>
          <p:cNvSpPr>
            <a:spLocks noChangeArrowheads="1"/>
          </p:cNvSpPr>
          <p:nvPr/>
        </p:nvSpPr>
        <p:spPr bwMode="auto">
          <a:xfrm rot="5377698">
            <a:off x="2085182" y="4607718"/>
            <a:ext cx="933450" cy="2449513"/>
          </a:xfrm>
          <a:prstGeom prst="can">
            <a:avLst>
              <a:gd name="adj" fmla="val 23459"/>
            </a:avLst>
          </a:prstGeom>
          <a:gradFill rotWithShape="1">
            <a:gsLst>
              <a:gs pos="0">
                <a:srgbClr val="184718"/>
              </a:gs>
              <a:gs pos="50000">
                <a:srgbClr val="339933"/>
              </a:gs>
              <a:gs pos="100000">
                <a:srgbClr val="184718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pSp>
        <p:nvGrpSpPr>
          <p:cNvPr id="134" name="Group 104">
            <a:extLst>
              <a:ext uri="{FF2B5EF4-FFF2-40B4-BE49-F238E27FC236}">
                <a16:creationId xmlns:a16="http://schemas.microsoft.com/office/drawing/2014/main" id="{E6125A73-6B0C-4206-96A5-0B8C775BC944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1370013" y="5797550"/>
            <a:ext cx="2767012" cy="71438"/>
            <a:chOff x="3408" y="1776"/>
            <a:chExt cx="1488" cy="0"/>
          </a:xfrm>
        </p:grpSpPr>
        <p:sp>
          <p:nvSpPr>
            <p:cNvPr id="14386" name="Line 105">
              <a:extLst>
                <a:ext uri="{FF2B5EF4-FFF2-40B4-BE49-F238E27FC236}">
                  <a16:creationId xmlns:a16="http://schemas.microsoft.com/office/drawing/2014/main" id="{4FF6B8FF-B77C-4982-9506-FBF2206543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1776"/>
              <a:ext cx="1272" cy="0"/>
            </a:xfrm>
            <a:prstGeom prst="line">
              <a:avLst/>
            </a:prstGeom>
            <a:noFill/>
            <a:ln w="38100">
              <a:solidFill>
                <a:srgbClr val="00FF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87" name="Freeform 106">
              <a:extLst>
                <a:ext uri="{FF2B5EF4-FFF2-40B4-BE49-F238E27FC236}">
                  <a16:creationId xmlns:a16="http://schemas.microsoft.com/office/drawing/2014/main" id="{6498B056-556D-4983-8D32-8273AF1DCF32}"/>
                </a:ext>
              </a:extLst>
            </p:cNvPr>
            <p:cNvSpPr>
              <a:spLocks/>
            </p:cNvSpPr>
            <p:nvPr/>
          </p:nvSpPr>
          <p:spPr bwMode="auto">
            <a:xfrm rot="5321072">
              <a:off x="4750" y="1630"/>
              <a:ext cx="0" cy="292"/>
            </a:xfrm>
            <a:custGeom>
              <a:avLst/>
              <a:gdLst>
                <a:gd name="T0" fmla="*/ 0 w 1"/>
                <a:gd name="T1" fmla="*/ 2 h 376"/>
                <a:gd name="T2" fmla="*/ 0 w 1"/>
                <a:gd name="T3" fmla="*/ 0 h 376"/>
                <a:gd name="T4" fmla="*/ 0 60000 65536"/>
                <a:gd name="T5" fmla="*/ 0 60000 65536"/>
                <a:gd name="T6" fmla="*/ 0 w 1"/>
                <a:gd name="T7" fmla="*/ 0 h 376"/>
                <a:gd name="T8" fmla="*/ 0 w 1"/>
                <a:gd name="T9" fmla="*/ 376 h 37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376">
                  <a:moveTo>
                    <a:pt x="0" y="376"/>
                  </a:moveTo>
                  <a:lnTo>
                    <a:pt x="0" y="0"/>
                  </a:lnTo>
                </a:path>
              </a:pathLst>
            </a:custGeom>
            <a:noFill/>
            <a:ln w="41275">
              <a:solidFill>
                <a:srgbClr val="0099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7" name="Group 111">
            <a:extLst>
              <a:ext uri="{FF2B5EF4-FFF2-40B4-BE49-F238E27FC236}">
                <a16:creationId xmlns:a16="http://schemas.microsoft.com/office/drawing/2014/main" id="{ED3E7B88-E7E5-4166-ACFE-80EB993ACE87}"/>
              </a:ext>
            </a:extLst>
          </p:cNvPr>
          <p:cNvGrpSpPr>
            <a:grpSpLocks/>
          </p:cNvGrpSpPr>
          <p:nvPr/>
        </p:nvGrpSpPr>
        <p:grpSpPr bwMode="auto">
          <a:xfrm>
            <a:off x="4424363" y="5462588"/>
            <a:ext cx="827087" cy="550862"/>
            <a:chOff x="5088" y="1689"/>
            <a:chExt cx="516" cy="335"/>
          </a:xfrm>
        </p:grpSpPr>
        <p:sp>
          <p:nvSpPr>
            <p:cNvPr id="14384" name="Text Box 112">
              <a:extLst>
                <a:ext uri="{FF2B5EF4-FFF2-40B4-BE49-F238E27FC236}">
                  <a16:creationId xmlns:a16="http://schemas.microsoft.com/office/drawing/2014/main" id="{CDFDB18F-AFFA-4549-9318-B6CF73DB30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8" y="1689"/>
              <a:ext cx="338" cy="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>
                  <a:latin typeface="Times New Roman" panose="02020603050405020304" pitchFamily="18" charset="0"/>
                </a:rPr>
                <a:t>∥</a:t>
              </a:r>
            </a:p>
          </p:txBody>
        </p:sp>
        <p:graphicFrame>
          <p:nvGraphicFramePr>
            <p:cNvPr id="14385" name="Object 113">
              <a:extLst>
                <a:ext uri="{FF2B5EF4-FFF2-40B4-BE49-F238E27FC236}">
                  <a16:creationId xmlns:a16="http://schemas.microsoft.com/office/drawing/2014/main" id="{75BBF841-55C8-4FD3-88C7-1A33C5045B9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87522585"/>
                </p:ext>
              </p:extLst>
            </p:nvPr>
          </p:nvGraphicFramePr>
          <p:xfrm>
            <a:off x="5348" y="1712"/>
            <a:ext cx="256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27" name="Equation" r:id="rId24" imgW="406048" imgH="494870" progId="Equation.DSMT4">
                    <p:embed/>
                  </p:oleObj>
                </mc:Choice>
                <mc:Fallback>
                  <p:oleObj name="Equation" r:id="rId24" imgW="406048" imgH="494870" progId="Equation.DSMT4">
                    <p:embed/>
                    <p:pic>
                      <p:nvPicPr>
                        <p:cNvPr id="0" name="Object 1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48" y="1712"/>
                          <a:ext cx="256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0" name="Group 129">
            <a:extLst>
              <a:ext uri="{FF2B5EF4-FFF2-40B4-BE49-F238E27FC236}">
                <a16:creationId xmlns:a16="http://schemas.microsoft.com/office/drawing/2014/main" id="{1C97EAD9-7151-49CF-AC01-C4C3E94C201B}"/>
              </a:ext>
            </a:extLst>
          </p:cNvPr>
          <p:cNvGrpSpPr>
            <a:grpSpLocks/>
          </p:cNvGrpSpPr>
          <p:nvPr/>
        </p:nvGrpSpPr>
        <p:grpSpPr bwMode="auto">
          <a:xfrm>
            <a:off x="1473200" y="5292725"/>
            <a:ext cx="2736850" cy="1008063"/>
            <a:chOff x="248" y="2061"/>
            <a:chExt cx="1969" cy="731"/>
          </a:xfrm>
        </p:grpSpPr>
        <p:sp>
          <p:nvSpPr>
            <p:cNvPr id="14376" name="Arc 130">
              <a:extLst>
                <a:ext uri="{FF2B5EF4-FFF2-40B4-BE49-F238E27FC236}">
                  <a16:creationId xmlns:a16="http://schemas.microsoft.com/office/drawing/2014/main" id="{5FC7826D-4F1F-4153-9BF6-665F75D9E54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401" y="2072"/>
              <a:ext cx="624" cy="720"/>
            </a:xfrm>
            <a:custGeom>
              <a:avLst/>
              <a:gdLst>
                <a:gd name="T0" fmla="*/ 0 w 21600"/>
                <a:gd name="T1" fmla="*/ 0 h 25303"/>
                <a:gd name="T2" fmla="*/ 0 w 21600"/>
                <a:gd name="T3" fmla="*/ 0 h 25303"/>
                <a:gd name="T4" fmla="*/ 0 w 21600"/>
                <a:gd name="T5" fmla="*/ 0 h 25303"/>
                <a:gd name="T6" fmla="*/ 0 60000 65536"/>
                <a:gd name="T7" fmla="*/ 0 60000 65536"/>
                <a:gd name="T8" fmla="*/ 0 60000 65536"/>
                <a:gd name="T9" fmla="*/ 0 w 21600"/>
                <a:gd name="T10" fmla="*/ 0 h 25303"/>
                <a:gd name="T11" fmla="*/ 21600 w 21600"/>
                <a:gd name="T12" fmla="*/ 25303 h 2530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5303" fill="none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</a:path>
                <a:path w="21600" h="25303" stroke="0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  <a:lnTo>
                    <a:pt x="21600" y="12332"/>
                  </a:lnTo>
                  <a:lnTo>
                    <a:pt x="4328" y="25302"/>
                  </a:lnTo>
                  <a:close/>
                </a:path>
              </a:pathLst>
            </a:custGeom>
            <a:noFill/>
            <a:ln w="38100">
              <a:solidFill>
                <a:srgbClr val="FFFF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77" name="Arc 131">
              <a:extLst>
                <a:ext uri="{FF2B5EF4-FFF2-40B4-BE49-F238E27FC236}">
                  <a16:creationId xmlns:a16="http://schemas.microsoft.com/office/drawing/2014/main" id="{8859D56B-BD8E-459A-AE47-FC7BB672A89D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593" y="2072"/>
              <a:ext cx="624" cy="720"/>
            </a:xfrm>
            <a:custGeom>
              <a:avLst/>
              <a:gdLst>
                <a:gd name="T0" fmla="*/ 0 w 21600"/>
                <a:gd name="T1" fmla="*/ 0 h 25303"/>
                <a:gd name="T2" fmla="*/ 0 w 21600"/>
                <a:gd name="T3" fmla="*/ 0 h 25303"/>
                <a:gd name="T4" fmla="*/ 0 w 21600"/>
                <a:gd name="T5" fmla="*/ 0 h 25303"/>
                <a:gd name="T6" fmla="*/ 0 60000 65536"/>
                <a:gd name="T7" fmla="*/ 0 60000 65536"/>
                <a:gd name="T8" fmla="*/ 0 60000 65536"/>
                <a:gd name="T9" fmla="*/ 0 w 21600"/>
                <a:gd name="T10" fmla="*/ 0 h 25303"/>
                <a:gd name="T11" fmla="*/ 21600 w 21600"/>
                <a:gd name="T12" fmla="*/ 25303 h 2530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5303" fill="none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</a:path>
                <a:path w="21600" h="25303" stroke="0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  <a:lnTo>
                    <a:pt x="21600" y="12332"/>
                  </a:lnTo>
                  <a:lnTo>
                    <a:pt x="4328" y="25302"/>
                  </a:lnTo>
                  <a:close/>
                </a:path>
              </a:pathLst>
            </a:custGeom>
            <a:noFill/>
            <a:ln w="38100">
              <a:solidFill>
                <a:srgbClr val="FFFF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78" name="Arc 132">
              <a:extLst>
                <a:ext uri="{FF2B5EF4-FFF2-40B4-BE49-F238E27FC236}">
                  <a16:creationId xmlns:a16="http://schemas.microsoft.com/office/drawing/2014/main" id="{8AD721FD-46F1-41C1-8BCD-7D8A8BEAEE42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48" y="2061"/>
              <a:ext cx="624" cy="720"/>
            </a:xfrm>
            <a:custGeom>
              <a:avLst/>
              <a:gdLst>
                <a:gd name="T0" fmla="*/ 0 w 21600"/>
                <a:gd name="T1" fmla="*/ 0 h 25303"/>
                <a:gd name="T2" fmla="*/ 0 w 21600"/>
                <a:gd name="T3" fmla="*/ 0 h 25303"/>
                <a:gd name="T4" fmla="*/ 0 w 21600"/>
                <a:gd name="T5" fmla="*/ 0 h 25303"/>
                <a:gd name="T6" fmla="*/ 0 60000 65536"/>
                <a:gd name="T7" fmla="*/ 0 60000 65536"/>
                <a:gd name="T8" fmla="*/ 0 60000 65536"/>
                <a:gd name="T9" fmla="*/ 0 w 21600"/>
                <a:gd name="T10" fmla="*/ 0 h 25303"/>
                <a:gd name="T11" fmla="*/ 21600 w 21600"/>
                <a:gd name="T12" fmla="*/ 25303 h 2530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5303" fill="none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</a:path>
                <a:path w="21600" h="25303" stroke="0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  <a:lnTo>
                    <a:pt x="21600" y="12332"/>
                  </a:lnTo>
                  <a:lnTo>
                    <a:pt x="4328" y="25302"/>
                  </a:lnTo>
                  <a:close/>
                </a:path>
              </a:pathLst>
            </a:custGeom>
            <a:noFill/>
            <a:ln w="38100">
              <a:solidFill>
                <a:srgbClr val="FFFF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79" name="Arc 133">
              <a:extLst>
                <a:ext uri="{FF2B5EF4-FFF2-40B4-BE49-F238E27FC236}">
                  <a16:creationId xmlns:a16="http://schemas.microsoft.com/office/drawing/2014/main" id="{AA92D028-C64D-45E1-B388-7D27D6F2635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38" y="2072"/>
              <a:ext cx="624" cy="720"/>
            </a:xfrm>
            <a:custGeom>
              <a:avLst/>
              <a:gdLst>
                <a:gd name="T0" fmla="*/ 0 w 21600"/>
                <a:gd name="T1" fmla="*/ 0 h 25303"/>
                <a:gd name="T2" fmla="*/ 0 w 21600"/>
                <a:gd name="T3" fmla="*/ 0 h 25303"/>
                <a:gd name="T4" fmla="*/ 0 w 21600"/>
                <a:gd name="T5" fmla="*/ 0 h 25303"/>
                <a:gd name="T6" fmla="*/ 0 60000 65536"/>
                <a:gd name="T7" fmla="*/ 0 60000 65536"/>
                <a:gd name="T8" fmla="*/ 0 60000 65536"/>
                <a:gd name="T9" fmla="*/ 0 w 21600"/>
                <a:gd name="T10" fmla="*/ 0 h 25303"/>
                <a:gd name="T11" fmla="*/ 21600 w 21600"/>
                <a:gd name="T12" fmla="*/ 25303 h 2530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5303" fill="none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</a:path>
                <a:path w="21600" h="25303" stroke="0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  <a:lnTo>
                    <a:pt x="21600" y="12332"/>
                  </a:lnTo>
                  <a:lnTo>
                    <a:pt x="4328" y="25302"/>
                  </a:lnTo>
                  <a:close/>
                </a:path>
              </a:pathLst>
            </a:custGeom>
            <a:noFill/>
            <a:ln w="38100">
              <a:solidFill>
                <a:srgbClr val="FFFF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80" name="Arc 134">
              <a:extLst>
                <a:ext uri="{FF2B5EF4-FFF2-40B4-BE49-F238E27FC236}">
                  <a16:creationId xmlns:a16="http://schemas.microsoft.com/office/drawing/2014/main" id="{27F82E8C-73C3-42F6-9322-B1A1A8D10DFE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30" y="2072"/>
              <a:ext cx="624" cy="720"/>
            </a:xfrm>
            <a:custGeom>
              <a:avLst/>
              <a:gdLst>
                <a:gd name="T0" fmla="*/ 0 w 21600"/>
                <a:gd name="T1" fmla="*/ 0 h 25303"/>
                <a:gd name="T2" fmla="*/ 0 w 21600"/>
                <a:gd name="T3" fmla="*/ 0 h 25303"/>
                <a:gd name="T4" fmla="*/ 0 w 21600"/>
                <a:gd name="T5" fmla="*/ 0 h 25303"/>
                <a:gd name="T6" fmla="*/ 0 60000 65536"/>
                <a:gd name="T7" fmla="*/ 0 60000 65536"/>
                <a:gd name="T8" fmla="*/ 0 60000 65536"/>
                <a:gd name="T9" fmla="*/ 0 w 21600"/>
                <a:gd name="T10" fmla="*/ 0 h 25303"/>
                <a:gd name="T11" fmla="*/ 21600 w 21600"/>
                <a:gd name="T12" fmla="*/ 25303 h 2530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5303" fill="none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</a:path>
                <a:path w="21600" h="25303" stroke="0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  <a:lnTo>
                    <a:pt x="21600" y="12332"/>
                  </a:lnTo>
                  <a:lnTo>
                    <a:pt x="4328" y="25302"/>
                  </a:lnTo>
                  <a:close/>
                </a:path>
              </a:pathLst>
            </a:custGeom>
            <a:noFill/>
            <a:ln w="38100">
              <a:solidFill>
                <a:srgbClr val="FFFF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81" name="Arc 135">
              <a:extLst>
                <a:ext uri="{FF2B5EF4-FFF2-40B4-BE49-F238E27FC236}">
                  <a16:creationId xmlns:a16="http://schemas.microsoft.com/office/drawing/2014/main" id="{54BB6766-FCFB-4F01-80AB-3995A7699A98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823" y="2072"/>
              <a:ext cx="624" cy="720"/>
            </a:xfrm>
            <a:custGeom>
              <a:avLst/>
              <a:gdLst>
                <a:gd name="T0" fmla="*/ 0 w 21600"/>
                <a:gd name="T1" fmla="*/ 0 h 25303"/>
                <a:gd name="T2" fmla="*/ 0 w 21600"/>
                <a:gd name="T3" fmla="*/ 0 h 25303"/>
                <a:gd name="T4" fmla="*/ 0 w 21600"/>
                <a:gd name="T5" fmla="*/ 0 h 25303"/>
                <a:gd name="T6" fmla="*/ 0 60000 65536"/>
                <a:gd name="T7" fmla="*/ 0 60000 65536"/>
                <a:gd name="T8" fmla="*/ 0 60000 65536"/>
                <a:gd name="T9" fmla="*/ 0 w 21600"/>
                <a:gd name="T10" fmla="*/ 0 h 25303"/>
                <a:gd name="T11" fmla="*/ 21600 w 21600"/>
                <a:gd name="T12" fmla="*/ 25303 h 2530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5303" fill="none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</a:path>
                <a:path w="21600" h="25303" stroke="0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  <a:lnTo>
                    <a:pt x="21600" y="12332"/>
                  </a:lnTo>
                  <a:lnTo>
                    <a:pt x="4328" y="25302"/>
                  </a:lnTo>
                  <a:close/>
                </a:path>
              </a:pathLst>
            </a:custGeom>
            <a:noFill/>
            <a:ln w="38100">
              <a:solidFill>
                <a:srgbClr val="FFFF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82" name="Arc 136">
              <a:extLst>
                <a:ext uri="{FF2B5EF4-FFF2-40B4-BE49-F238E27FC236}">
                  <a16:creationId xmlns:a16="http://schemas.microsoft.com/office/drawing/2014/main" id="{8E3F409B-A37B-4852-80AA-21D531099A2F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015" y="2072"/>
              <a:ext cx="624" cy="720"/>
            </a:xfrm>
            <a:custGeom>
              <a:avLst/>
              <a:gdLst>
                <a:gd name="T0" fmla="*/ 0 w 21600"/>
                <a:gd name="T1" fmla="*/ 0 h 25303"/>
                <a:gd name="T2" fmla="*/ 0 w 21600"/>
                <a:gd name="T3" fmla="*/ 0 h 25303"/>
                <a:gd name="T4" fmla="*/ 0 w 21600"/>
                <a:gd name="T5" fmla="*/ 0 h 25303"/>
                <a:gd name="T6" fmla="*/ 0 60000 65536"/>
                <a:gd name="T7" fmla="*/ 0 60000 65536"/>
                <a:gd name="T8" fmla="*/ 0 60000 65536"/>
                <a:gd name="T9" fmla="*/ 0 w 21600"/>
                <a:gd name="T10" fmla="*/ 0 h 25303"/>
                <a:gd name="T11" fmla="*/ 21600 w 21600"/>
                <a:gd name="T12" fmla="*/ 25303 h 2530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5303" fill="none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</a:path>
                <a:path w="21600" h="25303" stroke="0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  <a:lnTo>
                    <a:pt x="21600" y="12332"/>
                  </a:lnTo>
                  <a:lnTo>
                    <a:pt x="4328" y="25302"/>
                  </a:lnTo>
                  <a:close/>
                </a:path>
              </a:pathLst>
            </a:custGeom>
            <a:noFill/>
            <a:ln w="38100">
              <a:solidFill>
                <a:srgbClr val="FFFF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83" name="Arc 137">
              <a:extLst>
                <a:ext uri="{FF2B5EF4-FFF2-40B4-BE49-F238E27FC236}">
                  <a16:creationId xmlns:a16="http://schemas.microsoft.com/office/drawing/2014/main" id="{8A968222-5F5C-42E0-B20B-9931258B4DAE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207" y="2072"/>
              <a:ext cx="624" cy="720"/>
            </a:xfrm>
            <a:custGeom>
              <a:avLst/>
              <a:gdLst>
                <a:gd name="T0" fmla="*/ 0 w 21600"/>
                <a:gd name="T1" fmla="*/ 0 h 25303"/>
                <a:gd name="T2" fmla="*/ 0 w 21600"/>
                <a:gd name="T3" fmla="*/ 0 h 25303"/>
                <a:gd name="T4" fmla="*/ 0 w 21600"/>
                <a:gd name="T5" fmla="*/ 0 h 25303"/>
                <a:gd name="T6" fmla="*/ 0 60000 65536"/>
                <a:gd name="T7" fmla="*/ 0 60000 65536"/>
                <a:gd name="T8" fmla="*/ 0 60000 65536"/>
                <a:gd name="T9" fmla="*/ 0 w 21600"/>
                <a:gd name="T10" fmla="*/ 0 h 25303"/>
                <a:gd name="T11" fmla="*/ 21600 w 21600"/>
                <a:gd name="T12" fmla="*/ 25303 h 2530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5303" fill="none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</a:path>
                <a:path w="21600" h="25303" stroke="0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  <a:lnTo>
                    <a:pt x="21600" y="12332"/>
                  </a:lnTo>
                  <a:lnTo>
                    <a:pt x="4328" y="25302"/>
                  </a:lnTo>
                  <a:close/>
                </a:path>
              </a:pathLst>
            </a:custGeom>
            <a:noFill/>
            <a:ln w="38100">
              <a:solidFill>
                <a:srgbClr val="FFFF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149" name="Object 138">
            <a:extLst>
              <a:ext uri="{FF2B5EF4-FFF2-40B4-BE49-F238E27FC236}">
                <a16:creationId xmlns:a16="http://schemas.microsoft.com/office/drawing/2014/main" id="{AFFAFBD3-38FB-4DA2-9F61-48E2DB49C7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00263" y="5619750"/>
          <a:ext cx="381000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28" name="Equation" r:id="rId26" imgW="181145" imgH="200179" progId="Equation.3">
                  <p:embed/>
                </p:oleObj>
              </mc:Choice>
              <mc:Fallback>
                <p:oleObj name="Equation" r:id="rId26" imgW="181145" imgH="200179" progId="Equation.3">
                  <p:embed/>
                  <p:pic>
                    <p:nvPicPr>
                      <p:cNvPr id="0" name="Object 1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0263" y="5619750"/>
                        <a:ext cx="381000" cy="366713"/>
                      </a:xfrm>
                      <a:prstGeom prst="rect">
                        <a:avLst/>
                      </a:prstGeom>
                      <a:solidFill>
                        <a:srgbClr val="339933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0" name="Group 139">
            <a:extLst>
              <a:ext uri="{FF2B5EF4-FFF2-40B4-BE49-F238E27FC236}">
                <a16:creationId xmlns:a16="http://schemas.microsoft.com/office/drawing/2014/main" id="{B5E1866E-293D-46D9-9BF3-7CD16B14E22B}"/>
              </a:ext>
            </a:extLst>
          </p:cNvPr>
          <p:cNvGrpSpPr>
            <a:grpSpLocks/>
          </p:cNvGrpSpPr>
          <p:nvPr/>
        </p:nvGrpSpPr>
        <p:grpSpPr bwMode="auto">
          <a:xfrm>
            <a:off x="1112839" y="5300663"/>
            <a:ext cx="3370263" cy="1103312"/>
            <a:chOff x="2789" y="164"/>
            <a:chExt cx="2123" cy="695"/>
          </a:xfrm>
        </p:grpSpPr>
        <p:sp>
          <p:nvSpPr>
            <p:cNvPr id="14373" name="Line 140">
              <a:extLst>
                <a:ext uri="{FF2B5EF4-FFF2-40B4-BE49-F238E27FC236}">
                  <a16:creationId xmlns:a16="http://schemas.microsoft.com/office/drawing/2014/main" id="{4AF276E2-A0F5-425F-804C-E8A68E3ACE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9" y="164"/>
              <a:ext cx="1824" cy="0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374" name="Line 141">
              <a:extLst>
                <a:ext uri="{FF2B5EF4-FFF2-40B4-BE49-F238E27FC236}">
                  <a16:creationId xmlns:a16="http://schemas.microsoft.com/office/drawing/2014/main" id="{6C5C93B5-1CBD-4644-9DD4-D02E3A0169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5" y="845"/>
              <a:ext cx="1814" cy="0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14375" name="Object 142">
              <a:extLst>
                <a:ext uri="{FF2B5EF4-FFF2-40B4-BE49-F238E27FC236}">
                  <a16:creationId xmlns:a16="http://schemas.microsoft.com/office/drawing/2014/main" id="{AB18B91D-4DF6-4660-8C0F-373B3F23054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2624468"/>
                </p:ext>
              </p:extLst>
            </p:nvPr>
          </p:nvGraphicFramePr>
          <p:xfrm>
            <a:off x="4648" y="618"/>
            <a:ext cx="264" cy="2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29" name="Equation" r:id="rId28" imgW="314401" imgH="371514" progId="Equation.DSMT4">
                    <p:embed/>
                  </p:oleObj>
                </mc:Choice>
                <mc:Fallback>
                  <p:oleObj name="Equation" r:id="rId28" imgW="314401" imgH="371514" progId="Equation.DSMT4">
                    <p:embed/>
                    <p:pic>
                      <p:nvPicPr>
                        <p:cNvPr id="0" name="Object 1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48" y="618"/>
                          <a:ext cx="264" cy="2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4" name="Text Box 31">
            <a:extLst>
              <a:ext uri="{FF2B5EF4-FFF2-40B4-BE49-F238E27FC236}">
                <a16:creationId xmlns:a16="http://schemas.microsoft.com/office/drawing/2014/main" id="{CBA710DD-CFA2-4341-A9AA-7DDC3C75E3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200" y="4640263"/>
            <a:ext cx="52578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kumimoji="1" lang="en-US" altLang="zh-CN" sz="2800" b="1"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磁化面电流</a:t>
            </a:r>
          </a:p>
        </p:txBody>
      </p:sp>
      <p:sp>
        <p:nvSpPr>
          <p:cNvPr id="128" name="Text Box 124">
            <a:extLst>
              <a:ext uri="{FF2B5EF4-FFF2-40B4-BE49-F238E27FC236}">
                <a16:creationId xmlns:a16="http://schemas.microsoft.com/office/drawing/2014/main" id="{6BD8EF59-1FCA-402D-BD02-133D74F983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0988" y="6469063"/>
            <a:ext cx="6350000" cy="40005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所有分子的磁矩之和与磁化面电流产生的磁矩相等</a:t>
            </a:r>
            <a:endParaRPr kumimoji="1" lang="zh-CN" altLang="en-US" sz="20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4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4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44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40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40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40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40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40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40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75"/>
                                        <p:tgtEl>
                                          <p:spTgt spid="44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4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1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40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40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75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9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5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8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1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4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0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3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13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8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8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0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4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45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5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6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6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4" grpId="0" autoUpdateAnimBg="0"/>
      <p:bldP spid="44063" grpId="0" autoUpdateAnimBg="0"/>
      <p:bldP spid="44113" grpId="0" autoUpdateAnimBg="0"/>
      <p:bldP spid="94" grpId="0" autoUpdateAnimBg="0"/>
      <p:bldP spid="95" grpId="0" autoUpdateAnimBg="0"/>
      <p:bldP spid="97" grpId="0" animBg="1"/>
      <p:bldP spid="98" grpId="0" animBg="1"/>
      <p:bldP spid="133" grpId="0" animBg="1"/>
      <p:bldP spid="154" grpId="0" autoUpdateAnimBg="0"/>
      <p:bldP spid="12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2">
            <a:extLst>
              <a:ext uri="{FF2B5EF4-FFF2-40B4-BE49-F238E27FC236}">
                <a16:creationId xmlns:a16="http://schemas.microsoft.com/office/drawing/2014/main" id="{1501B63E-480D-4937-90C5-BF4D4FA1D3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163" y="388938"/>
            <a:ext cx="62833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</a:rPr>
              <a:t>3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º</a:t>
            </a:r>
            <a:r>
              <a:rPr kumimoji="1" lang="en-US" altLang="zh-CN" sz="2800" b="1" baseline="30000">
                <a:latin typeface="Times New Roman" panose="02020603050405020304" pitchFamily="18" charset="0"/>
              </a:rPr>
              <a:t> 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超导体的完全抗磁性</a:t>
            </a:r>
          </a:p>
        </p:txBody>
      </p:sp>
      <p:sp>
        <p:nvSpPr>
          <p:cNvPr id="43011" name="Text Box 3">
            <a:extLst>
              <a:ext uri="{FF2B5EF4-FFF2-40B4-BE49-F238E27FC236}">
                <a16:creationId xmlns:a16="http://schemas.microsoft.com/office/drawing/2014/main" id="{BD378235-DB90-4AB9-BC41-F6502E839F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7900" y="908050"/>
            <a:ext cx="6402388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超导体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：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在临界温度以下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                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电阻变为零</a:t>
            </a:r>
          </a:p>
        </p:txBody>
      </p:sp>
      <p:sp>
        <p:nvSpPr>
          <p:cNvPr id="43012" name="Rectangle 4">
            <a:extLst>
              <a:ext uri="{FF2B5EF4-FFF2-40B4-BE49-F238E27FC236}">
                <a16:creationId xmlns:a16="http://schemas.microsoft.com/office/drawing/2014/main" id="{79B73DA8-4106-4EAD-BCAB-C41AF0FF6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7900" y="1774825"/>
            <a:ext cx="654685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将超导体放入外磁场中，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体内</a:t>
            </a:r>
            <a:r>
              <a:rPr kumimoji="1" lang="zh-CN" altLang="en-US" b="1" i="1">
                <a:latin typeface="Times New Roman" panose="02020603050405020304" pitchFamily="18" charset="0"/>
              </a:rPr>
              <a:t> </a:t>
            </a:r>
            <a:r>
              <a:rPr kumimoji="1" lang="en-US" altLang="zh-CN" b="1" i="1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r>
              <a:rPr kumimoji="1" lang="en-US" altLang="zh-CN" b="1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= </a:t>
            </a:r>
            <a:r>
              <a:rPr kumimoji="1" lang="en-US" altLang="zh-CN" b="1">
                <a:solidFill>
                  <a:srgbClr val="FF0000"/>
                </a:solidFill>
                <a:latin typeface="Times New Roman" panose="02020603050405020304" pitchFamily="18" charset="0"/>
              </a:rPr>
              <a:t>0 </a:t>
            </a:r>
            <a:r>
              <a:rPr kumimoji="1" lang="en-US" altLang="zh-CN" sz="2800" b="1">
                <a:latin typeface="Times New Roman" panose="02020603050405020304" pitchFamily="18" charset="0"/>
              </a:rPr>
              <a:t>——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迈斯纳效应</a:t>
            </a:r>
            <a:endParaRPr kumimoji="1" lang="zh-CN" altLang="en-US" sz="2800" b="1">
              <a:solidFill>
                <a:srgbClr val="990033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13" name="Oval 5">
            <a:extLst>
              <a:ext uri="{FF2B5EF4-FFF2-40B4-BE49-F238E27FC236}">
                <a16:creationId xmlns:a16="http://schemas.microsoft.com/office/drawing/2014/main" id="{6D95A09D-AE38-480B-9ABA-6E47A3F2DF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1393825"/>
            <a:ext cx="914400" cy="884238"/>
          </a:xfrm>
          <a:prstGeom prst="ellipse">
            <a:avLst/>
          </a:prstGeom>
          <a:gradFill rotWithShape="0">
            <a:gsLst>
              <a:gs pos="0">
                <a:srgbClr val="FFFF66"/>
              </a:gs>
              <a:gs pos="100000">
                <a:srgbClr val="A9A944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pSp>
        <p:nvGrpSpPr>
          <p:cNvPr id="2" name="Group 6">
            <a:extLst>
              <a:ext uri="{FF2B5EF4-FFF2-40B4-BE49-F238E27FC236}">
                <a16:creationId xmlns:a16="http://schemas.microsoft.com/office/drawing/2014/main" id="{7E980281-C8E6-4EC6-BDE5-1B43FD43BBBC}"/>
              </a:ext>
            </a:extLst>
          </p:cNvPr>
          <p:cNvGrpSpPr>
            <a:grpSpLocks/>
          </p:cNvGrpSpPr>
          <p:nvPr/>
        </p:nvGrpSpPr>
        <p:grpSpPr bwMode="auto">
          <a:xfrm>
            <a:off x="5486400" y="860425"/>
            <a:ext cx="3198813" cy="1828800"/>
            <a:chOff x="2928" y="2880"/>
            <a:chExt cx="2352" cy="1152"/>
          </a:xfrm>
        </p:grpSpPr>
        <p:sp>
          <p:nvSpPr>
            <p:cNvPr id="16428" name="Line 7">
              <a:extLst>
                <a:ext uri="{FF2B5EF4-FFF2-40B4-BE49-F238E27FC236}">
                  <a16:creationId xmlns:a16="http://schemas.microsoft.com/office/drawing/2014/main" id="{C82B164B-AEE6-480F-B1D1-7FD9A9C801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2880"/>
              <a:ext cx="2352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6429" name="Line 8">
              <a:extLst>
                <a:ext uri="{FF2B5EF4-FFF2-40B4-BE49-F238E27FC236}">
                  <a16:creationId xmlns:a16="http://schemas.microsoft.com/office/drawing/2014/main" id="{24346CBF-9ECA-43A4-870F-D31A83A517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4032"/>
              <a:ext cx="2304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3" name="Group 9">
            <a:extLst>
              <a:ext uri="{FF2B5EF4-FFF2-40B4-BE49-F238E27FC236}">
                <a16:creationId xmlns:a16="http://schemas.microsoft.com/office/drawing/2014/main" id="{6DDFBAF6-5B3B-43E5-86E6-43D93220F3FD}"/>
              </a:ext>
            </a:extLst>
          </p:cNvPr>
          <p:cNvGrpSpPr>
            <a:grpSpLocks/>
          </p:cNvGrpSpPr>
          <p:nvPr/>
        </p:nvGrpSpPr>
        <p:grpSpPr bwMode="auto">
          <a:xfrm>
            <a:off x="4724400" y="1158875"/>
            <a:ext cx="4419600" cy="1368425"/>
            <a:chOff x="768" y="3456"/>
            <a:chExt cx="3121" cy="718"/>
          </a:xfrm>
        </p:grpSpPr>
        <p:sp>
          <p:nvSpPr>
            <p:cNvPr id="16420" name="Arc 10">
              <a:extLst>
                <a:ext uri="{FF2B5EF4-FFF2-40B4-BE49-F238E27FC236}">
                  <a16:creationId xmlns:a16="http://schemas.microsoft.com/office/drawing/2014/main" id="{1622BDE9-C607-4B4F-9F83-CDADF9A016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0" y="3456"/>
              <a:ext cx="866" cy="576"/>
            </a:xfrm>
            <a:custGeom>
              <a:avLst/>
              <a:gdLst>
                <a:gd name="T0" fmla="*/ 0 w 32470"/>
                <a:gd name="T1" fmla="*/ 0 h 21600"/>
                <a:gd name="T2" fmla="*/ 0 w 32470"/>
                <a:gd name="T3" fmla="*/ 0 h 21600"/>
                <a:gd name="T4" fmla="*/ 0 w 32470"/>
                <a:gd name="T5" fmla="*/ 0 h 21600"/>
                <a:gd name="T6" fmla="*/ 0 60000 65536"/>
                <a:gd name="T7" fmla="*/ 0 60000 65536"/>
                <a:gd name="T8" fmla="*/ 0 60000 65536"/>
                <a:gd name="T9" fmla="*/ 0 w 32470"/>
                <a:gd name="T10" fmla="*/ 0 h 21600"/>
                <a:gd name="T11" fmla="*/ 32470 w 3247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2470" h="21600" fill="none" extrusionOk="0">
                  <a:moveTo>
                    <a:pt x="-1" y="6991"/>
                  </a:moveTo>
                  <a:cubicBezTo>
                    <a:pt x="4090" y="2536"/>
                    <a:pt x="9862" y="-1"/>
                    <a:pt x="15911" y="0"/>
                  </a:cubicBezTo>
                  <a:cubicBezTo>
                    <a:pt x="22302" y="0"/>
                    <a:pt x="28365" y="2830"/>
                    <a:pt x="32469" y="7730"/>
                  </a:cubicBezTo>
                </a:path>
                <a:path w="32470" h="21600" stroke="0" extrusionOk="0">
                  <a:moveTo>
                    <a:pt x="-1" y="6991"/>
                  </a:moveTo>
                  <a:cubicBezTo>
                    <a:pt x="4090" y="2536"/>
                    <a:pt x="9862" y="-1"/>
                    <a:pt x="15911" y="0"/>
                  </a:cubicBezTo>
                  <a:cubicBezTo>
                    <a:pt x="22302" y="0"/>
                    <a:pt x="28365" y="2830"/>
                    <a:pt x="32469" y="7730"/>
                  </a:cubicBezTo>
                  <a:lnTo>
                    <a:pt x="15911" y="21600"/>
                  </a:lnTo>
                  <a:lnTo>
                    <a:pt x="-1" y="6991"/>
                  </a:lnTo>
                  <a:close/>
                </a:path>
              </a:pathLst>
            </a:cu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21" name="Arc 11">
              <a:extLst>
                <a:ext uri="{FF2B5EF4-FFF2-40B4-BE49-F238E27FC236}">
                  <a16:creationId xmlns:a16="http://schemas.microsoft.com/office/drawing/2014/main" id="{AF0F5A28-E553-4E71-948E-869A0F7FA77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872" y="3598"/>
              <a:ext cx="866" cy="576"/>
            </a:xfrm>
            <a:custGeom>
              <a:avLst/>
              <a:gdLst>
                <a:gd name="T0" fmla="*/ 0 w 32470"/>
                <a:gd name="T1" fmla="*/ 0 h 21600"/>
                <a:gd name="T2" fmla="*/ 0 w 32470"/>
                <a:gd name="T3" fmla="*/ 0 h 21600"/>
                <a:gd name="T4" fmla="*/ 0 w 32470"/>
                <a:gd name="T5" fmla="*/ 0 h 21600"/>
                <a:gd name="T6" fmla="*/ 0 60000 65536"/>
                <a:gd name="T7" fmla="*/ 0 60000 65536"/>
                <a:gd name="T8" fmla="*/ 0 60000 65536"/>
                <a:gd name="T9" fmla="*/ 0 w 32470"/>
                <a:gd name="T10" fmla="*/ 0 h 21600"/>
                <a:gd name="T11" fmla="*/ 32470 w 3247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2470" h="21600" fill="none" extrusionOk="0">
                  <a:moveTo>
                    <a:pt x="-1" y="6991"/>
                  </a:moveTo>
                  <a:cubicBezTo>
                    <a:pt x="4090" y="2536"/>
                    <a:pt x="9862" y="-1"/>
                    <a:pt x="15911" y="0"/>
                  </a:cubicBezTo>
                  <a:cubicBezTo>
                    <a:pt x="22302" y="0"/>
                    <a:pt x="28365" y="2830"/>
                    <a:pt x="32469" y="7730"/>
                  </a:cubicBezTo>
                </a:path>
                <a:path w="32470" h="21600" stroke="0" extrusionOk="0">
                  <a:moveTo>
                    <a:pt x="-1" y="6991"/>
                  </a:moveTo>
                  <a:cubicBezTo>
                    <a:pt x="4090" y="2536"/>
                    <a:pt x="9862" y="-1"/>
                    <a:pt x="15911" y="0"/>
                  </a:cubicBezTo>
                  <a:cubicBezTo>
                    <a:pt x="22302" y="0"/>
                    <a:pt x="28365" y="2830"/>
                    <a:pt x="32469" y="7730"/>
                  </a:cubicBezTo>
                  <a:lnTo>
                    <a:pt x="15911" y="21600"/>
                  </a:lnTo>
                  <a:lnTo>
                    <a:pt x="-1" y="6991"/>
                  </a:lnTo>
                  <a:close/>
                </a:path>
              </a:pathLst>
            </a:cu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22" name="Arc 12">
              <a:extLst>
                <a:ext uri="{FF2B5EF4-FFF2-40B4-BE49-F238E27FC236}">
                  <a16:creationId xmlns:a16="http://schemas.microsoft.com/office/drawing/2014/main" id="{7616E58F-40C4-4B01-82D7-F360661045C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737" y="3891"/>
              <a:ext cx="1152" cy="85"/>
            </a:xfrm>
            <a:custGeom>
              <a:avLst/>
              <a:gdLst>
                <a:gd name="T0" fmla="*/ 0 w 21600"/>
                <a:gd name="T1" fmla="*/ 0 h 19453"/>
                <a:gd name="T2" fmla="*/ 0 w 21600"/>
                <a:gd name="T3" fmla="*/ 0 h 19453"/>
                <a:gd name="T4" fmla="*/ 0 w 21600"/>
                <a:gd name="T5" fmla="*/ 0 h 19453"/>
                <a:gd name="T6" fmla="*/ 0 60000 65536"/>
                <a:gd name="T7" fmla="*/ 0 60000 65536"/>
                <a:gd name="T8" fmla="*/ 0 60000 65536"/>
                <a:gd name="T9" fmla="*/ 0 w 21600"/>
                <a:gd name="T10" fmla="*/ 0 h 19453"/>
                <a:gd name="T11" fmla="*/ 21600 w 21600"/>
                <a:gd name="T12" fmla="*/ 19453 h 1945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9453" fill="none" extrusionOk="0">
                  <a:moveTo>
                    <a:pt x="9388" y="0"/>
                  </a:moveTo>
                  <a:cubicBezTo>
                    <a:pt x="16841" y="3597"/>
                    <a:pt x="21583" y="11135"/>
                    <a:pt x="21599" y="19410"/>
                  </a:cubicBezTo>
                </a:path>
                <a:path w="21600" h="19453" stroke="0" extrusionOk="0">
                  <a:moveTo>
                    <a:pt x="9388" y="0"/>
                  </a:moveTo>
                  <a:cubicBezTo>
                    <a:pt x="16841" y="3597"/>
                    <a:pt x="21583" y="11135"/>
                    <a:pt x="21599" y="19410"/>
                  </a:cubicBezTo>
                  <a:lnTo>
                    <a:pt x="0" y="19453"/>
                  </a:lnTo>
                  <a:lnTo>
                    <a:pt x="9388" y="0"/>
                  </a:lnTo>
                  <a:close/>
                </a:path>
              </a:pathLst>
            </a:cu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23" name="Arc 13">
              <a:extLst>
                <a:ext uri="{FF2B5EF4-FFF2-40B4-BE49-F238E27FC236}">
                  <a16:creationId xmlns:a16="http://schemas.microsoft.com/office/drawing/2014/main" id="{67BDB6D7-FA86-4AE2-91C4-F4F1F5C4EA8D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2736" y="3647"/>
              <a:ext cx="1152" cy="85"/>
            </a:xfrm>
            <a:custGeom>
              <a:avLst/>
              <a:gdLst>
                <a:gd name="T0" fmla="*/ 0 w 21600"/>
                <a:gd name="T1" fmla="*/ 0 h 19670"/>
                <a:gd name="T2" fmla="*/ 0 w 21600"/>
                <a:gd name="T3" fmla="*/ 0 h 19670"/>
                <a:gd name="T4" fmla="*/ 0 w 21600"/>
                <a:gd name="T5" fmla="*/ 0 h 19670"/>
                <a:gd name="T6" fmla="*/ 0 60000 65536"/>
                <a:gd name="T7" fmla="*/ 0 60000 65536"/>
                <a:gd name="T8" fmla="*/ 0 60000 65536"/>
                <a:gd name="T9" fmla="*/ 0 w 21600"/>
                <a:gd name="T10" fmla="*/ 0 h 19670"/>
                <a:gd name="T11" fmla="*/ 21600 w 21600"/>
                <a:gd name="T12" fmla="*/ 19670 h 1967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9670" fill="none" extrusionOk="0">
                  <a:moveTo>
                    <a:pt x="8924" y="0"/>
                  </a:moveTo>
                  <a:cubicBezTo>
                    <a:pt x="16628" y="3495"/>
                    <a:pt x="21583" y="11167"/>
                    <a:pt x="21599" y="19627"/>
                  </a:cubicBezTo>
                </a:path>
                <a:path w="21600" h="19670" stroke="0" extrusionOk="0">
                  <a:moveTo>
                    <a:pt x="8924" y="0"/>
                  </a:moveTo>
                  <a:cubicBezTo>
                    <a:pt x="16628" y="3495"/>
                    <a:pt x="21583" y="11167"/>
                    <a:pt x="21599" y="19627"/>
                  </a:cubicBezTo>
                  <a:lnTo>
                    <a:pt x="0" y="19670"/>
                  </a:lnTo>
                  <a:lnTo>
                    <a:pt x="8924" y="0"/>
                  </a:lnTo>
                  <a:close/>
                </a:path>
              </a:pathLst>
            </a:cu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24" name="Arc 14">
              <a:extLst>
                <a:ext uri="{FF2B5EF4-FFF2-40B4-BE49-F238E27FC236}">
                  <a16:creationId xmlns:a16="http://schemas.microsoft.com/office/drawing/2014/main" id="{A475766C-F7A8-49E4-9AB7-0E965D6DF5FC}"/>
                </a:ext>
              </a:extLst>
            </p:cNvPr>
            <p:cNvSpPr>
              <a:spLocks/>
            </p:cNvSpPr>
            <p:nvPr/>
          </p:nvSpPr>
          <p:spPr bwMode="auto">
            <a:xfrm rot="10800000" flipH="1">
              <a:off x="768" y="3598"/>
              <a:ext cx="1152" cy="85"/>
            </a:xfrm>
            <a:custGeom>
              <a:avLst/>
              <a:gdLst>
                <a:gd name="T0" fmla="*/ 0 w 21600"/>
                <a:gd name="T1" fmla="*/ 0 h 19670"/>
                <a:gd name="T2" fmla="*/ 0 w 21600"/>
                <a:gd name="T3" fmla="*/ 0 h 19670"/>
                <a:gd name="T4" fmla="*/ 0 w 21600"/>
                <a:gd name="T5" fmla="*/ 0 h 19670"/>
                <a:gd name="T6" fmla="*/ 0 60000 65536"/>
                <a:gd name="T7" fmla="*/ 0 60000 65536"/>
                <a:gd name="T8" fmla="*/ 0 60000 65536"/>
                <a:gd name="T9" fmla="*/ 0 w 21600"/>
                <a:gd name="T10" fmla="*/ 0 h 19670"/>
                <a:gd name="T11" fmla="*/ 21600 w 21600"/>
                <a:gd name="T12" fmla="*/ 19670 h 1967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9670" fill="none" extrusionOk="0">
                  <a:moveTo>
                    <a:pt x="8924" y="0"/>
                  </a:moveTo>
                  <a:cubicBezTo>
                    <a:pt x="16628" y="3495"/>
                    <a:pt x="21583" y="11167"/>
                    <a:pt x="21599" y="19627"/>
                  </a:cubicBezTo>
                </a:path>
                <a:path w="21600" h="19670" stroke="0" extrusionOk="0">
                  <a:moveTo>
                    <a:pt x="8924" y="0"/>
                  </a:moveTo>
                  <a:cubicBezTo>
                    <a:pt x="16628" y="3495"/>
                    <a:pt x="21583" y="11167"/>
                    <a:pt x="21599" y="19627"/>
                  </a:cubicBezTo>
                  <a:lnTo>
                    <a:pt x="0" y="19670"/>
                  </a:lnTo>
                  <a:lnTo>
                    <a:pt x="8924" y="0"/>
                  </a:lnTo>
                  <a:close/>
                </a:path>
              </a:pathLst>
            </a:cu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25" name="Arc 15">
              <a:extLst>
                <a:ext uri="{FF2B5EF4-FFF2-40B4-BE49-F238E27FC236}">
                  <a16:creationId xmlns:a16="http://schemas.microsoft.com/office/drawing/2014/main" id="{19750FE2-D313-488A-A951-353AD75965BC}"/>
                </a:ext>
              </a:extLst>
            </p:cNvPr>
            <p:cNvSpPr>
              <a:spLocks/>
            </p:cNvSpPr>
            <p:nvPr/>
          </p:nvSpPr>
          <p:spPr bwMode="auto">
            <a:xfrm rot="10800000" flipH="1" flipV="1">
              <a:off x="816" y="3934"/>
              <a:ext cx="1104" cy="87"/>
            </a:xfrm>
            <a:custGeom>
              <a:avLst/>
              <a:gdLst>
                <a:gd name="T0" fmla="*/ 0 w 21600"/>
                <a:gd name="T1" fmla="*/ 0 h 19932"/>
                <a:gd name="T2" fmla="*/ 0 w 21600"/>
                <a:gd name="T3" fmla="*/ 0 h 19932"/>
                <a:gd name="T4" fmla="*/ 0 w 21600"/>
                <a:gd name="T5" fmla="*/ 0 h 19932"/>
                <a:gd name="T6" fmla="*/ 0 60000 65536"/>
                <a:gd name="T7" fmla="*/ 0 60000 65536"/>
                <a:gd name="T8" fmla="*/ 0 60000 65536"/>
                <a:gd name="T9" fmla="*/ 0 w 21600"/>
                <a:gd name="T10" fmla="*/ 0 h 19932"/>
                <a:gd name="T11" fmla="*/ 21600 w 21600"/>
                <a:gd name="T12" fmla="*/ 19932 h 199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9932" fill="none" extrusionOk="0">
                  <a:moveTo>
                    <a:pt x="8323" y="-1"/>
                  </a:moveTo>
                  <a:cubicBezTo>
                    <a:pt x="16349" y="3351"/>
                    <a:pt x="21582" y="11190"/>
                    <a:pt x="21599" y="19889"/>
                  </a:cubicBezTo>
                </a:path>
                <a:path w="21600" h="19932" stroke="0" extrusionOk="0">
                  <a:moveTo>
                    <a:pt x="8323" y="-1"/>
                  </a:moveTo>
                  <a:cubicBezTo>
                    <a:pt x="16349" y="3351"/>
                    <a:pt x="21582" y="11190"/>
                    <a:pt x="21599" y="19889"/>
                  </a:cubicBezTo>
                  <a:lnTo>
                    <a:pt x="0" y="19932"/>
                  </a:lnTo>
                  <a:lnTo>
                    <a:pt x="8323" y="-1"/>
                  </a:lnTo>
                  <a:close/>
                </a:path>
              </a:pathLst>
            </a:cu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26" name="Line 16">
              <a:extLst>
                <a:ext uri="{FF2B5EF4-FFF2-40B4-BE49-F238E27FC236}">
                  <a16:creationId xmlns:a16="http://schemas.microsoft.com/office/drawing/2014/main" id="{5C69F7D8-5B3A-408D-9A05-3B025686EE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3888"/>
              <a:ext cx="336" cy="4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6427" name="Line 17">
              <a:extLst>
                <a:ext uri="{FF2B5EF4-FFF2-40B4-BE49-F238E27FC236}">
                  <a16:creationId xmlns:a16="http://schemas.microsoft.com/office/drawing/2014/main" id="{999EC648-4C24-41F3-8780-FBE7B90807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2" y="3696"/>
              <a:ext cx="288" cy="4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aphicFrame>
        <p:nvGraphicFramePr>
          <p:cNvPr id="43026" name="Object 18">
            <a:extLst>
              <a:ext uri="{FF2B5EF4-FFF2-40B4-BE49-F238E27FC236}">
                <a16:creationId xmlns:a16="http://schemas.microsoft.com/office/drawing/2014/main" id="{B742164D-21F5-4CC5-8CD1-ECC4D8370E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02400" y="1622425"/>
          <a:ext cx="889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6" name="Equation" r:id="rId3" imgW="888614" imgH="393529" progId="Equation.3">
                  <p:embed/>
                </p:oleObj>
              </mc:Choice>
              <mc:Fallback>
                <p:oleObj name="Equation" r:id="rId3" imgW="888614" imgH="393529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2400" y="1622425"/>
                        <a:ext cx="8890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7" name="Object 19">
            <a:extLst>
              <a:ext uri="{FF2B5EF4-FFF2-40B4-BE49-F238E27FC236}">
                <a16:creationId xmlns:a16="http://schemas.microsoft.com/office/drawing/2014/main" id="{99711D51-7E18-4BE1-88EA-838377337B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67713" y="923925"/>
          <a:ext cx="4064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7" name="Equation" r:id="rId5" imgW="295315" imgH="380897" progId="Equation.DSMT4">
                  <p:embed/>
                </p:oleObj>
              </mc:Choice>
              <mc:Fallback>
                <p:oleObj name="Equation" r:id="rId5" imgW="295315" imgH="380897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67713" y="923925"/>
                        <a:ext cx="4064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28" name="Text Box 20">
            <a:extLst>
              <a:ext uri="{FF2B5EF4-FFF2-40B4-BE49-F238E27FC236}">
                <a16:creationId xmlns:a16="http://schemas.microsoft.com/office/drawing/2014/main" id="{5FEB7512-670A-49DE-8387-C60B2DCAA8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0613" y="2765425"/>
            <a:ext cx="75866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应用：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制成磁悬浮列车、无摩擦轴承等</a:t>
            </a:r>
          </a:p>
        </p:txBody>
      </p:sp>
      <p:sp>
        <p:nvSpPr>
          <p:cNvPr id="43029" name="Rectangle 21">
            <a:extLst>
              <a:ext uri="{FF2B5EF4-FFF2-40B4-BE49-F238E27FC236}">
                <a16:creationId xmlns:a16="http://schemas.microsoft.com/office/drawing/2014/main" id="{2B47D2F8-2B34-4C65-A7AA-0863E48D44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9563" y="5165725"/>
            <a:ext cx="838200" cy="1647825"/>
          </a:xfrm>
          <a:prstGeom prst="rect">
            <a:avLst/>
          </a:prstGeom>
          <a:gradFill rotWithShape="1">
            <a:gsLst>
              <a:gs pos="0">
                <a:srgbClr val="595959"/>
              </a:gs>
              <a:gs pos="50000">
                <a:srgbClr val="C0C0C0"/>
              </a:gs>
              <a:gs pos="100000">
                <a:srgbClr val="595959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pSp>
        <p:nvGrpSpPr>
          <p:cNvPr id="4" name="Group 22">
            <a:extLst>
              <a:ext uri="{FF2B5EF4-FFF2-40B4-BE49-F238E27FC236}">
                <a16:creationId xmlns:a16="http://schemas.microsoft.com/office/drawing/2014/main" id="{CFA7BF96-3860-40C1-B733-521EA983BDAB}"/>
              </a:ext>
            </a:extLst>
          </p:cNvPr>
          <p:cNvGrpSpPr>
            <a:grpSpLocks/>
          </p:cNvGrpSpPr>
          <p:nvPr/>
        </p:nvGrpSpPr>
        <p:grpSpPr bwMode="auto">
          <a:xfrm>
            <a:off x="1427163" y="5318125"/>
            <a:ext cx="1219200" cy="1447800"/>
            <a:chOff x="899" y="3350"/>
            <a:chExt cx="768" cy="912"/>
          </a:xfrm>
        </p:grpSpPr>
        <p:sp>
          <p:nvSpPr>
            <p:cNvPr id="16417" name="Freeform 23">
              <a:extLst>
                <a:ext uri="{FF2B5EF4-FFF2-40B4-BE49-F238E27FC236}">
                  <a16:creationId xmlns:a16="http://schemas.microsoft.com/office/drawing/2014/main" id="{DD48478A-9A84-46AE-9689-56256BD2ACFC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" y="3350"/>
              <a:ext cx="760" cy="336"/>
            </a:xfrm>
            <a:custGeom>
              <a:avLst/>
              <a:gdLst>
                <a:gd name="T0" fmla="*/ 88 w 760"/>
                <a:gd name="T1" fmla="*/ 0 h 336"/>
                <a:gd name="T2" fmla="*/ 40 w 760"/>
                <a:gd name="T3" fmla="*/ 48 h 336"/>
                <a:gd name="T4" fmla="*/ 328 w 760"/>
                <a:gd name="T5" fmla="*/ 144 h 336"/>
                <a:gd name="T6" fmla="*/ 712 w 760"/>
                <a:gd name="T7" fmla="*/ 240 h 336"/>
                <a:gd name="T8" fmla="*/ 616 w 760"/>
                <a:gd name="T9" fmla="*/ 336 h 3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60"/>
                <a:gd name="T16" fmla="*/ 0 h 336"/>
                <a:gd name="T17" fmla="*/ 760 w 760"/>
                <a:gd name="T18" fmla="*/ 336 h 3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60" h="336">
                  <a:moveTo>
                    <a:pt x="88" y="0"/>
                  </a:moveTo>
                  <a:cubicBezTo>
                    <a:pt x="44" y="12"/>
                    <a:pt x="0" y="24"/>
                    <a:pt x="40" y="48"/>
                  </a:cubicBezTo>
                  <a:cubicBezTo>
                    <a:pt x="80" y="72"/>
                    <a:pt x="216" y="112"/>
                    <a:pt x="328" y="144"/>
                  </a:cubicBezTo>
                  <a:cubicBezTo>
                    <a:pt x="440" y="176"/>
                    <a:pt x="664" y="208"/>
                    <a:pt x="712" y="240"/>
                  </a:cubicBezTo>
                  <a:cubicBezTo>
                    <a:pt x="760" y="272"/>
                    <a:pt x="624" y="320"/>
                    <a:pt x="616" y="336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6418" name="Freeform 24">
              <a:extLst>
                <a:ext uri="{FF2B5EF4-FFF2-40B4-BE49-F238E27FC236}">
                  <a16:creationId xmlns:a16="http://schemas.microsoft.com/office/drawing/2014/main" id="{1EBA4841-DF7B-4545-98A2-8F178908D040}"/>
                </a:ext>
              </a:extLst>
            </p:cNvPr>
            <p:cNvSpPr>
              <a:spLocks/>
            </p:cNvSpPr>
            <p:nvPr/>
          </p:nvSpPr>
          <p:spPr bwMode="auto">
            <a:xfrm>
              <a:off x="899" y="3638"/>
              <a:ext cx="760" cy="336"/>
            </a:xfrm>
            <a:custGeom>
              <a:avLst/>
              <a:gdLst>
                <a:gd name="T0" fmla="*/ 88 w 760"/>
                <a:gd name="T1" fmla="*/ 0 h 336"/>
                <a:gd name="T2" fmla="*/ 40 w 760"/>
                <a:gd name="T3" fmla="*/ 48 h 336"/>
                <a:gd name="T4" fmla="*/ 328 w 760"/>
                <a:gd name="T5" fmla="*/ 144 h 336"/>
                <a:gd name="T6" fmla="*/ 712 w 760"/>
                <a:gd name="T7" fmla="*/ 240 h 336"/>
                <a:gd name="T8" fmla="*/ 616 w 760"/>
                <a:gd name="T9" fmla="*/ 336 h 3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60"/>
                <a:gd name="T16" fmla="*/ 0 h 336"/>
                <a:gd name="T17" fmla="*/ 760 w 760"/>
                <a:gd name="T18" fmla="*/ 336 h 3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60" h="336">
                  <a:moveTo>
                    <a:pt x="88" y="0"/>
                  </a:moveTo>
                  <a:cubicBezTo>
                    <a:pt x="44" y="12"/>
                    <a:pt x="0" y="24"/>
                    <a:pt x="40" y="48"/>
                  </a:cubicBezTo>
                  <a:cubicBezTo>
                    <a:pt x="80" y="72"/>
                    <a:pt x="216" y="112"/>
                    <a:pt x="328" y="144"/>
                  </a:cubicBezTo>
                  <a:cubicBezTo>
                    <a:pt x="440" y="176"/>
                    <a:pt x="664" y="208"/>
                    <a:pt x="712" y="240"/>
                  </a:cubicBezTo>
                  <a:cubicBezTo>
                    <a:pt x="760" y="272"/>
                    <a:pt x="624" y="320"/>
                    <a:pt x="616" y="336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6419" name="Freeform 25">
              <a:extLst>
                <a:ext uri="{FF2B5EF4-FFF2-40B4-BE49-F238E27FC236}">
                  <a16:creationId xmlns:a16="http://schemas.microsoft.com/office/drawing/2014/main" id="{E94ED294-83A2-4E71-878F-FD2F6E673321}"/>
                </a:ext>
              </a:extLst>
            </p:cNvPr>
            <p:cNvSpPr>
              <a:spLocks/>
            </p:cNvSpPr>
            <p:nvPr/>
          </p:nvSpPr>
          <p:spPr bwMode="auto">
            <a:xfrm>
              <a:off x="899" y="3926"/>
              <a:ext cx="760" cy="336"/>
            </a:xfrm>
            <a:custGeom>
              <a:avLst/>
              <a:gdLst>
                <a:gd name="T0" fmla="*/ 88 w 760"/>
                <a:gd name="T1" fmla="*/ 0 h 336"/>
                <a:gd name="T2" fmla="*/ 40 w 760"/>
                <a:gd name="T3" fmla="*/ 48 h 336"/>
                <a:gd name="T4" fmla="*/ 328 w 760"/>
                <a:gd name="T5" fmla="*/ 144 h 336"/>
                <a:gd name="T6" fmla="*/ 712 w 760"/>
                <a:gd name="T7" fmla="*/ 240 h 336"/>
                <a:gd name="T8" fmla="*/ 616 w 760"/>
                <a:gd name="T9" fmla="*/ 336 h 3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60"/>
                <a:gd name="T16" fmla="*/ 0 h 336"/>
                <a:gd name="T17" fmla="*/ 760 w 760"/>
                <a:gd name="T18" fmla="*/ 336 h 3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60" h="336">
                  <a:moveTo>
                    <a:pt x="88" y="0"/>
                  </a:moveTo>
                  <a:cubicBezTo>
                    <a:pt x="44" y="12"/>
                    <a:pt x="0" y="24"/>
                    <a:pt x="40" y="48"/>
                  </a:cubicBezTo>
                  <a:cubicBezTo>
                    <a:pt x="80" y="72"/>
                    <a:pt x="216" y="112"/>
                    <a:pt x="328" y="144"/>
                  </a:cubicBezTo>
                  <a:cubicBezTo>
                    <a:pt x="440" y="176"/>
                    <a:pt x="664" y="208"/>
                    <a:pt x="712" y="240"/>
                  </a:cubicBezTo>
                  <a:cubicBezTo>
                    <a:pt x="760" y="272"/>
                    <a:pt x="624" y="320"/>
                    <a:pt x="616" y="336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5" name="Group 26">
            <a:extLst>
              <a:ext uri="{FF2B5EF4-FFF2-40B4-BE49-F238E27FC236}">
                <a16:creationId xmlns:a16="http://schemas.microsoft.com/office/drawing/2014/main" id="{211B1B76-828C-4AD1-8540-DB5D325847C5}"/>
              </a:ext>
            </a:extLst>
          </p:cNvPr>
          <p:cNvGrpSpPr>
            <a:grpSpLocks/>
          </p:cNvGrpSpPr>
          <p:nvPr/>
        </p:nvGrpSpPr>
        <p:grpSpPr bwMode="auto">
          <a:xfrm>
            <a:off x="1871663" y="5516563"/>
            <a:ext cx="241300" cy="990600"/>
            <a:chOff x="1227" y="3494"/>
            <a:chExt cx="152" cy="624"/>
          </a:xfrm>
        </p:grpSpPr>
        <p:sp>
          <p:nvSpPr>
            <p:cNvPr id="16414" name="Line 27">
              <a:extLst>
                <a:ext uri="{FF2B5EF4-FFF2-40B4-BE49-F238E27FC236}">
                  <a16:creationId xmlns:a16="http://schemas.microsoft.com/office/drawing/2014/main" id="{7272647D-8083-40C2-8B08-7A1F812AC3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35" y="3494"/>
              <a:ext cx="144" cy="4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6415" name="Line 28">
              <a:extLst>
                <a:ext uri="{FF2B5EF4-FFF2-40B4-BE49-F238E27FC236}">
                  <a16:creationId xmlns:a16="http://schemas.microsoft.com/office/drawing/2014/main" id="{F041A121-291D-4F19-9E6D-33C7B65EBA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27" y="3782"/>
              <a:ext cx="144" cy="4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6416" name="Line 29">
              <a:extLst>
                <a:ext uri="{FF2B5EF4-FFF2-40B4-BE49-F238E27FC236}">
                  <a16:creationId xmlns:a16="http://schemas.microsoft.com/office/drawing/2014/main" id="{43FC2FE4-F148-4716-8520-69C1090E85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27" y="4070"/>
              <a:ext cx="144" cy="4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aphicFrame>
        <p:nvGraphicFramePr>
          <p:cNvPr id="43038" name="Object 30">
            <a:extLst>
              <a:ext uri="{FF2B5EF4-FFF2-40B4-BE49-F238E27FC236}">
                <a16:creationId xmlns:a16="http://schemas.microsoft.com/office/drawing/2014/main" id="{5D1CF525-5C64-4442-A4D7-9BB02B6084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6163" y="3587750"/>
          <a:ext cx="376237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8" name="Equation" r:id="rId7" imgW="218970" imgH="228677" progId="Equation.DSMT4">
                  <p:embed/>
                </p:oleObj>
              </mc:Choice>
              <mc:Fallback>
                <p:oleObj name="Equation" r:id="rId7" imgW="218970" imgH="228677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6163" y="3587750"/>
                        <a:ext cx="376237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39" name="Text Box 31">
            <a:extLst>
              <a:ext uri="{FF2B5EF4-FFF2-40B4-BE49-F238E27FC236}">
                <a16:creationId xmlns:a16="http://schemas.microsoft.com/office/drawing/2014/main" id="{DE2973F2-D7BF-479B-B9E7-880D6EAE35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3990975"/>
            <a:ext cx="609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</a:rPr>
              <a:t>N</a:t>
            </a:r>
          </a:p>
        </p:txBody>
      </p:sp>
      <p:sp>
        <p:nvSpPr>
          <p:cNvPr id="43040" name="Oval 32">
            <a:extLst>
              <a:ext uri="{FF2B5EF4-FFF2-40B4-BE49-F238E27FC236}">
                <a16:creationId xmlns:a16="http://schemas.microsoft.com/office/drawing/2014/main" id="{175FFFC5-040F-4446-BC6F-0977C2B991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5763" y="4403725"/>
            <a:ext cx="685800" cy="685800"/>
          </a:xfrm>
          <a:prstGeom prst="ellipse">
            <a:avLst/>
          </a:prstGeom>
          <a:gradFill rotWithShape="0">
            <a:gsLst>
              <a:gs pos="0">
                <a:srgbClr val="FFFF66"/>
              </a:gs>
              <a:gs pos="100000">
                <a:srgbClr val="76762F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43042" name="Oval 34">
            <a:extLst>
              <a:ext uri="{FF2B5EF4-FFF2-40B4-BE49-F238E27FC236}">
                <a16:creationId xmlns:a16="http://schemas.microsoft.com/office/drawing/2014/main" id="{EC01B66B-FC2B-4AB2-AABA-AA1F34C7B7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4175" y="3565525"/>
            <a:ext cx="685800" cy="685800"/>
          </a:xfrm>
          <a:prstGeom prst="ellipse">
            <a:avLst/>
          </a:prstGeom>
          <a:gradFill rotWithShape="0">
            <a:gsLst>
              <a:gs pos="0">
                <a:srgbClr val="FFFF66"/>
              </a:gs>
              <a:gs pos="100000">
                <a:srgbClr val="76762F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43043" name="Line 35">
            <a:extLst>
              <a:ext uri="{FF2B5EF4-FFF2-40B4-BE49-F238E27FC236}">
                <a16:creationId xmlns:a16="http://schemas.microsoft.com/office/drawing/2014/main" id="{E3961458-6D16-4B8B-A856-ADDB4D38EA0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3717925"/>
            <a:ext cx="0" cy="6858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3044" name="Line 36">
            <a:extLst>
              <a:ext uri="{FF2B5EF4-FFF2-40B4-BE49-F238E27FC236}">
                <a16:creationId xmlns:a16="http://schemas.microsoft.com/office/drawing/2014/main" id="{E11E09A8-E020-4B21-897F-08C319283ED5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3946525"/>
            <a:ext cx="0" cy="6858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3045" name="Line 37">
            <a:extLst>
              <a:ext uri="{FF2B5EF4-FFF2-40B4-BE49-F238E27FC236}">
                <a16:creationId xmlns:a16="http://schemas.microsoft.com/office/drawing/2014/main" id="{2B3F928F-9BC9-4583-8625-6D28240B4EA8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1981200" y="3260725"/>
            <a:ext cx="0" cy="68580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pic>
        <p:nvPicPr>
          <p:cNvPr id="43047" name="Picture 39" descr="超导磁悬浮">
            <a:extLst>
              <a:ext uri="{FF2B5EF4-FFF2-40B4-BE49-F238E27FC236}">
                <a16:creationId xmlns:a16="http://schemas.microsoft.com/office/drawing/2014/main" id="{7146E211-EA4A-4809-8C3E-0EB52CF08B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4663" y="3494088"/>
            <a:ext cx="4284662" cy="335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40">
            <a:extLst>
              <a:ext uri="{FF2B5EF4-FFF2-40B4-BE49-F238E27FC236}">
                <a16:creationId xmlns:a16="http://schemas.microsoft.com/office/drawing/2014/main" id="{01899771-90FC-4EA6-87FD-C24E05A85B8A}"/>
              </a:ext>
            </a:extLst>
          </p:cNvPr>
          <p:cNvGrpSpPr>
            <a:grpSpLocks/>
          </p:cNvGrpSpPr>
          <p:nvPr/>
        </p:nvGrpSpPr>
        <p:grpSpPr bwMode="auto">
          <a:xfrm>
            <a:off x="1541463" y="4545013"/>
            <a:ext cx="1482725" cy="609600"/>
            <a:chOff x="1771" y="2822"/>
            <a:chExt cx="934" cy="384"/>
          </a:xfrm>
        </p:grpSpPr>
        <p:sp>
          <p:nvSpPr>
            <p:cNvPr id="16411" name="Line 41">
              <a:extLst>
                <a:ext uri="{FF2B5EF4-FFF2-40B4-BE49-F238E27FC236}">
                  <a16:creationId xmlns:a16="http://schemas.microsoft.com/office/drawing/2014/main" id="{A4D14597-645A-44FF-8B7A-B268FC270C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1" y="2822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6412" name="Line 42">
              <a:extLst>
                <a:ext uri="{FF2B5EF4-FFF2-40B4-BE49-F238E27FC236}">
                  <a16:creationId xmlns:a16="http://schemas.microsoft.com/office/drawing/2014/main" id="{C04C0E7D-6322-44BD-8816-B9D67BF246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50" y="2822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16413" name="Object 43">
              <a:extLst>
                <a:ext uri="{FF2B5EF4-FFF2-40B4-BE49-F238E27FC236}">
                  <a16:creationId xmlns:a16="http://schemas.microsoft.com/office/drawing/2014/main" id="{47FF4FC5-DBDF-453E-A0CA-6020D964CE3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49" y="2886"/>
            <a:ext cx="256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49" name="Equation" r:id="rId10" imgW="406048" imgH="494870" progId="Equation.DSMT4">
                    <p:embed/>
                  </p:oleObj>
                </mc:Choice>
                <mc:Fallback>
                  <p:oleObj name="Equation" r:id="rId10" imgW="406048" imgH="494870" progId="Equation.DSMT4">
                    <p:embed/>
                    <p:pic>
                      <p:nvPicPr>
                        <p:cNvPr id="0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9" y="2886"/>
                          <a:ext cx="256" cy="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3052" name="Line 44">
            <a:extLst>
              <a:ext uri="{FF2B5EF4-FFF2-40B4-BE49-F238E27FC236}">
                <a16:creationId xmlns:a16="http://schemas.microsoft.com/office/drawing/2014/main" id="{73BCE7EB-2C91-472E-8595-02ED40B4D771}"/>
              </a:ext>
            </a:extLst>
          </p:cNvPr>
          <p:cNvSpPr>
            <a:spLocks noChangeShapeType="1"/>
          </p:cNvSpPr>
          <p:nvPr/>
        </p:nvSpPr>
        <p:spPr bwMode="auto">
          <a:xfrm>
            <a:off x="2446338" y="3703638"/>
            <a:ext cx="0" cy="6858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6408" name="Text Box 75">
            <a:extLst>
              <a:ext uri="{FF2B5EF4-FFF2-40B4-BE49-F238E27FC236}">
                <a16:creationId xmlns:a16="http://schemas.microsoft.com/office/drawing/2014/main" id="{001FB1E4-E1BA-4605-B8EA-1F556C4E96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4100" y="6440488"/>
            <a:ext cx="4159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</a:p>
        </p:txBody>
      </p:sp>
      <p:sp>
        <p:nvSpPr>
          <p:cNvPr id="16409" name="灯片编号占位符 6">
            <a:extLst>
              <a:ext uri="{FF2B5EF4-FFF2-40B4-BE49-F238E27FC236}">
                <a16:creationId xmlns:a16="http://schemas.microsoft.com/office/drawing/2014/main" id="{B63CC8D4-BA8C-4DB2-A220-77D645A0E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0A08E02-B0F9-4525-86DF-25D7E731B082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zh-CN" sz="1400"/>
          </a:p>
        </p:txBody>
      </p:sp>
      <p:sp>
        <p:nvSpPr>
          <p:cNvPr id="8" name="矩形 7">
            <a:hlinkClick r:id="rId12"/>
            <a:extLst>
              <a:ext uri="{FF2B5EF4-FFF2-40B4-BE49-F238E27FC236}">
                <a16:creationId xmlns:a16="http://schemas.microsoft.com/office/drawing/2014/main" id="{F494F6E9-0D5B-452B-97CB-BD1C8D4F1E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9625" y="6299200"/>
            <a:ext cx="882650" cy="3683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1800" b="1" u="sng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超导体</a:t>
            </a:r>
            <a:endParaRPr lang="en-US" altLang="zh-CN" sz="1800" u="sng"/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4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43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3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3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75"/>
                                        <p:tgtEl>
                                          <p:spTgt spid="43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3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3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30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30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43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1" dur="500"/>
                                        <p:tgtEl>
                                          <p:spTgt spid="430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43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43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43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43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43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6" dur="500"/>
                                        <p:tgtEl>
                                          <p:spTgt spid="43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0" grpId="0" autoUpdateAnimBg="0"/>
      <p:bldP spid="43011" grpId="0" autoUpdateAnimBg="0"/>
      <p:bldP spid="43012" grpId="0" autoUpdateAnimBg="0"/>
      <p:bldP spid="43013" grpId="0" animBg="1"/>
      <p:bldP spid="43028" grpId="0" autoUpdateAnimBg="0"/>
      <p:bldP spid="43029" grpId="0" animBg="1"/>
      <p:bldP spid="43039" grpId="0" autoUpdateAnimBg="0"/>
      <p:bldP spid="43040" grpId="0" animBg="1"/>
      <p:bldP spid="43042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2AF18CBA-2E55-4E99-A5AD-A1E18C82AE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" y="388938"/>
            <a:ext cx="457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</a:rPr>
              <a:t>2.</a:t>
            </a:r>
            <a:r>
              <a:rPr kumimoji="1" lang="en-US" altLang="zh-CN" sz="2800" b="1">
                <a:latin typeface="宋体" panose="02010600030101010101" pitchFamily="2" charset="-122"/>
              </a:rPr>
              <a:t> </a:t>
            </a:r>
            <a:r>
              <a:rPr kumimoji="1" lang="zh-CN" altLang="en-US" sz="2800" b="1">
                <a:latin typeface="宋体" panose="02010600030101010101" pitchFamily="2" charset="-122"/>
              </a:rPr>
              <a:t>磁化强度矢量</a:t>
            </a:r>
          </a:p>
        </p:txBody>
      </p:sp>
      <p:graphicFrame>
        <p:nvGraphicFramePr>
          <p:cNvPr id="18435" name="Object 3">
            <a:extLst>
              <a:ext uri="{FF2B5EF4-FFF2-40B4-BE49-F238E27FC236}">
                <a16:creationId xmlns:a16="http://schemas.microsoft.com/office/drawing/2014/main" id="{4C7C0181-D7CC-4084-9FC2-73062513352C}"/>
              </a:ext>
            </a:extLst>
          </p:cNvPr>
          <p:cNvGraphicFramePr>
            <a:graphicFrameLocks/>
          </p:cNvGraphicFramePr>
          <p:nvPr/>
        </p:nvGraphicFramePr>
        <p:xfrm>
          <a:off x="4484688" y="692150"/>
          <a:ext cx="1862137" cy="96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27" name="Equation" r:id="rId4" imgW="1752600" imgH="889000" progId="Equation.DSMT4">
                  <p:embed/>
                </p:oleObj>
              </mc:Choice>
              <mc:Fallback>
                <p:oleObj name="Equation" r:id="rId4" imgW="1752600" imgH="889000" progId="Equation.DSMT4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4688" y="692150"/>
                        <a:ext cx="1862137" cy="969963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6" name="Rectangle 4">
            <a:extLst>
              <a:ext uri="{FF2B5EF4-FFF2-40B4-BE49-F238E27FC236}">
                <a16:creationId xmlns:a16="http://schemas.microsoft.com/office/drawing/2014/main" id="{D12C8BF9-3D92-446B-8BA7-7336765C3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965200"/>
            <a:ext cx="52752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>
                <a:latin typeface="Times New Roman" panose="02020603050405020304" pitchFamily="18" charset="0"/>
              </a:rPr>
              <a:t>1</a:t>
            </a:r>
            <a:r>
              <a:rPr kumimoji="1" lang="zh-CN" altLang="en-US" sz="2800" b="1">
                <a:latin typeface="Times New Roman" panose="02020603050405020304" pitchFamily="18" charset="0"/>
              </a:rPr>
              <a:t>）</a:t>
            </a:r>
            <a:r>
              <a:rPr kumimoji="1" lang="zh-CN" altLang="en-US" sz="2800" b="1">
                <a:latin typeface="宋体" panose="02010600030101010101" pitchFamily="2" charset="-122"/>
              </a:rPr>
              <a:t>磁化强度矢量定义</a:t>
            </a:r>
          </a:p>
        </p:txBody>
      </p:sp>
      <p:sp>
        <p:nvSpPr>
          <p:cNvPr id="18437" name="Text Box 5">
            <a:extLst>
              <a:ext uri="{FF2B5EF4-FFF2-40B4-BE49-F238E27FC236}">
                <a16:creationId xmlns:a16="http://schemas.microsoft.com/office/drawing/2014/main" id="{062A76E5-8761-41E9-8B3C-32FD833B9E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0950" y="1700213"/>
            <a:ext cx="62642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单位体积内分子磁矩的矢量和</a:t>
            </a:r>
          </a:p>
        </p:txBody>
      </p:sp>
      <p:sp>
        <p:nvSpPr>
          <p:cNvPr id="18438" name="Rectangle 6">
            <a:extLst>
              <a:ext uri="{FF2B5EF4-FFF2-40B4-BE49-F238E27FC236}">
                <a16:creationId xmlns:a16="http://schemas.microsoft.com/office/drawing/2014/main" id="{4D2BBB78-F054-46F1-BCEA-2301E6BE04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333625"/>
            <a:ext cx="83518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>
                <a:latin typeface="Times New Roman" panose="02020603050405020304" pitchFamily="18" charset="0"/>
              </a:rPr>
              <a:t>2</a:t>
            </a:r>
            <a:r>
              <a:rPr kumimoji="1" lang="zh-CN" altLang="en-US" sz="2800" b="1">
                <a:latin typeface="Times New Roman" panose="02020603050405020304" pitchFamily="18" charset="0"/>
              </a:rPr>
              <a:t>）</a:t>
            </a:r>
            <a:r>
              <a:rPr kumimoji="1" lang="zh-CN" altLang="en-US" sz="2800" b="1">
                <a:latin typeface="宋体" panose="02010600030101010101" pitchFamily="2" charset="-122"/>
              </a:rPr>
              <a:t>磁化强度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</a:rPr>
              <a:t>M</a:t>
            </a:r>
            <a:r>
              <a:rPr kumimoji="1" lang="zh-CN" altLang="en-US" sz="2800" b="1">
                <a:latin typeface="Times New Roman" panose="02020603050405020304" pitchFamily="18" charset="0"/>
              </a:rPr>
              <a:t>与磁化面电流 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kumimoji="1"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的关系</a:t>
            </a:r>
          </a:p>
        </p:txBody>
      </p:sp>
      <p:sp>
        <p:nvSpPr>
          <p:cNvPr id="18439" name="Text Box 7">
            <a:extLst>
              <a:ext uri="{FF2B5EF4-FFF2-40B4-BE49-F238E27FC236}">
                <a16:creationId xmlns:a16="http://schemas.microsoft.com/office/drawing/2014/main" id="{BFAD5CE0-4FDF-4756-82C3-326EE62539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2794000"/>
            <a:ext cx="7954963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</a:rPr>
              <a:t>       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设长为</a:t>
            </a:r>
            <a:r>
              <a:rPr kumimoji="1" lang="en-US" altLang="en-US" sz="2800" b="1" i="1">
                <a:latin typeface="Times New Roman" panose="02020603050405020304" pitchFamily="18" charset="0"/>
              </a:rPr>
              <a:t>l</a:t>
            </a:r>
            <a:r>
              <a:rPr kumimoji="1" lang="zh-CN" altLang="en-US" b="1" i="1">
                <a:latin typeface="Times New Roman" panose="02020603050405020304" pitchFamily="18" charset="0"/>
              </a:rPr>
              <a:t>、</a:t>
            </a:r>
            <a:r>
              <a:rPr kumimoji="1" lang="zh-CN" altLang="en-US" sz="2800" b="1">
                <a:latin typeface="Times New Roman" panose="02020603050405020304" pitchFamily="18" charset="0"/>
              </a:rPr>
              <a:t>横截面为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S</a:t>
            </a:r>
            <a:r>
              <a:rPr kumimoji="1" lang="zh-CN" altLang="en-US" sz="2800" b="1">
                <a:latin typeface="Times New Roman" panose="02020603050405020304" pitchFamily="18" charset="0"/>
              </a:rPr>
              <a:t>的柱形介质在外磁场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中沿轴向被均匀磁化，表面总磁化面电流为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>
                <a:latin typeface="Times New Roman" panose="02020603050405020304" pitchFamily="18" charset="0"/>
              </a:rPr>
              <a:t>′</a:t>
            </a:r>
            <a:endParaRPr kumimoji="1" lang="en-US" altLang="zh-CN" sz="2400" b="1">
              <a:latin typeface="Times New Roman" panose="02020603050405020304" pitchFamily="18" charset="0"/>
            </a:endParaRPr>
          </a:p>
        </p:txBody>
      </p:sp>
      <p:graphicFrame>
        <p:nvGraphicFramePr>
          <p:cNvPr id="18440" name="Object 8">
            <a:extLst>
              <a:ext uri="{FF2B5EF4-FFF2-40B4-BE49-F238E27FC236}">
                <a16:creationId xmlns:a16="http://schemas.microsoft.com/office/drawing/2014/main" id="{0E32225A-1B91-4CB3-88EF-FFCBC22653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2038" y="5638800"/>
          <a:ext cx="2133600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28" name="Equation" r:id="rId6" imgW="1838170" imgH="733296" progId="Equation.DSMT4">
                  <p:embed/>
                </p:oleObj>
              </mc:Choice>
              <mc:Fallback>
                <p:oleObj name="Equation" r:id="rId6" imgW="1838170" imgH="733296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2038" y="5638800"/>
                        <a:ext cx="2133600" cy="868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1" name="Text Box 9">
            <a:extLst>
              <a:ext uri="{FF2B5EF4-FFF2-40B4-BE49-F238E27FC236}">
                <a16:creationId xmlns:a16="http://schemas.microsoft.com/office/drawing/2014/main" id="{B5895C12-C85A-48B8-ABF4-B7B1755531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2063" y="3860800"/>
            <a:ext cx="518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介质的体积为</a:t>
            </a:r>
          </a:p>
        </p:txBody>
      </p:sp>
      <p:graphicFrame>
        <p:nvGraphicFramePr>
          <p:cNvPr id="18442" name="Object 10">
            <a:extLst>
              <a:ext uri="{FF2B5EF4-FFF2-40B4-BE49-F238E27FC236}">
                <a16:creationId xmlns:a16="http://schemas.microsoft.com/office/drawing/2014/main" id="{E57EFDB2-94FF-463C-882E-A51518298E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16338" y="3962400"/>
          <a:ext cx="14097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29" name="Equation" r:id="rId8" imgW="1409088" imgH="330057" progId="Equation.3">
                  <p:embed/>
                </p:oleObj>
              </mc:Choice>
              <mc:Fallback>
                <p:oleObj name="Equation" r:id="rId8" imgW="1409088" imgH="330057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6338" y="3962400"/>
                        <a:ext cx="14097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3" name="Text Box 11">
            <a:extLst>
              <a:ext uri="{FF2B5EF4-FFF2-40B4-BE49-F238E27FC236}">
                <a16:creationId xmlns:a16="http://schemas.microsoft.com/office/drawing/2014/main" id="{630687E0-137F-4457-BDB7-BD0A154FE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4437063"/>
            <a:ext cx="61182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/>
              <a:t>该体积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内分子磁矩之和为</a:t>
            </a:r>
          </a:p>
        </p:txBody>
      </p:sp>
      <p:graphicFrame>
        <p:nvGraphicFramePr>
          <p:cNvPr id="18444" name="Object 12">
            <a:extLst>
              <a:ext uri="{FF2B5EF4-FFF2-40B4-BE49-F238E27FC236}">
                <a16:creationId xmlns:a16="http://schemas.microsoft.com/office/drawing/2014/main" id="{D4EC3F32-F637-4B16-8AA9-C602287CC2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24375" y="5049838"/>
          <a:ext cx="695325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30" name="Equation" r:id="rId10" imgW="799753" imgH="355446" progId="Equation.DSMT4">
                  <p:embed/>
                </p:oleObj>
              </mc:Choice>
              <mc:Fallback>
                <p:oleObj name="Equation" r:id="rId10" imgW="799753" imgH="355446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4375" y="5049838"/>
                        <a:ext cx="695325" cy="344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5" name="Object 13">
            <a:extLst>
              <a:ext uri="{FF2B5EF4-FFF2-40B4-BE49-F238E27FC236}">
                <a16:creationId xmlns:a16="http://schemas.microsoft.com/office/drawing/2014/main" id="{9CC2A6AB-3302-46A5-A38E-5835D60CFE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1838" y="5783263"/>
          <a:ext cx="922337" cy="681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31" name="Equation" r:id="rId12" imgW="828686" imgH="609574" progId="Equation.DSMT4">
                  <p:embed/>
                </p:oleObj>
              </mc:Choice>
              <mc:Fallback>
                <p:oleObj name="Equation" r:id="rId12" imgW="828686" imgH="609574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1838" y="5783263"/>
                        <a:ext cx="922337" cy="681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6" name="Text Box 14">
            <a:extLst>
              <a:ext uri="{FF2B5EF4-FFF2-40B4-BE49-F238E27FC236}">
                <a16:creationId xmlns:a16="http://schemas.microsoft.com/office/drawing/2014/main" id="{9ADB8D2F-8DA3-4D9E-98EA-D1E5EB8991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5870575"/>
            <a:ext cx="1758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</a:rPr>
              <a:t>︳ ︳</a:t>
            </a:r>
          </a:p>
        </p:txBody>
      </p:sp>
      <p:sp>
        <p:nvSpPr>
          <p:cNvPr id="18447" name="Text Box 15">
            <a:extLst>
              <a:ext uri="{FF2B5EF4-FFF2-40B4-BE49-F238E27FC236}">
                <a16:creationId xmlns:a16="http://schemas.microsoft.com/office/drawing/2014/main" id="{8FDC0F35-5310-44CB-8ACC-E807D7DFEA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5646738"/>
            <a:ext cx="23288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</a:rPr>
              <a:t>︳            ︳</a:t>
            </a:r>
          </a:p>
        </p:txBody>
      </p:sp>
      <p:graphicFrame>
        <p:nvGraphicFramePr>
          <p:cNvPr id="18448" name="Object 16">
            <a:extLst>
              <a:ext uri="{FF2B5EF4-FFF2-40B4-BE49-F238E27FC236}">
                <a16:creationId xmlns:a16="http://schemas.microsoft.com/office/drawing/2014/main" id="{E9DA014F-7D1D-46AB-BAF1-515C11EA63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24200" y="4997450"/>
          <a:ext cx="1344613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32" name="Equation" r:id="rId14" imgW="1435100" imgH="685800" progId="Equation.DSMT4">
                  <p:embed/>
                </p:oleObj>
              </mc:Choice>
              <mc:Fallback>
                <p:oleObj name="Equation" r:id="rId14" imgW="1435100" imgH="6858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4997450"/>
                        <a:ext cx="1344613" cy="65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9" name="Object 17">
            <a:extLst>
              <a:ext uri="{FF2B5EF4-FFF2-40B4-BE49-F238E27FC236}">
                <a16:creationId xmlns:a16="http://schemas.microsoft.com/office/drawing/2014/main" id="{FFEDA05F-F051-422A-9E60-D37E1CBF064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79900" y="5772150"/>
          <a:ext cx="681038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33" name="Equation" r:id="rId16" imgW="543088" imgH="600191" progId="Equation.DSMT4">
                  <p:embed/>
                </p:oleObj>
              </mc:Choice>
              <mc:Fallback>
                <p:oleObj name="Equation" r:id="rId16" imgW="543088" imgH="600191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9900" y="5772150"/>
                        <a:ext cx="681038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50" name="Object 18">
            <a:extLst>
              <a:ext uri="{FF2B5EF4-FFF2-40B4-BE49-F238E27FC236}">
                <a16:creationId xmlns:a16="http://schemas.microsoft.com/office/drawing/2014/main" id="{7A051921-893C-4B47-ABE2-DE5420946D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00625" y="5916613"/>
          <a:ext cx="5207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34" name="Equation" r:id="rId18" imgW="520474" imgH="355446" progId="Equation.3">
                  <p:embed/>
                </p:oleObj>
              </mc:Choice>
              <mc:Fallback>
                <p:oleObj name="Equation" r:id="rId18" imgW="520474" imgH="355446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625" y="5916613"/>
                        <a:ext cx="5207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9">
            <a:extLst>
              <a:ext uri="{FF2B5EF4-FFF2-40B4-BE49-F238E27FC236}">
                <a16:creationId xmlns:a16="http://schemas.microsoft.com/office/drawing/2014/main" id="{0056B35B-151C-49A5-9F73-795633A668C4}"/>
              </a:ext>
            </a:extLst>
          </p:cNvPr>
          <p:cNvGrpSpPr>
            <a:grpSpLocks/>
          </p:cNvGrpSpPr>
          <p:nvPr/>
        </p:nvGrpSpPr>
        <p:grpSpPr bwMode="auto">
          <a:xfrm>
            <a:off x="5970588" y="4975225"/>
            <a:ext cx="1524000" cy="585788"/>
            <a:chOff x="3696" y="2400"/>
            <a:chExt cx="960" cy="369"/>
          </a:xfrm>
        </p:grpSpPr>
        <p:sp>
          <p:nvSpPr>
            <p:cNvPr id="17474" name="Line 20">
              <a:extLst>
                <a:ext uri="{FF2B5EF4-FFF2-40B4-BE49-F238E27FC236}">
                  <a16:creationId xmlns:a16="http://schemas.microsoft.com/office/drawing/2014/main" id="{6CC59B8D-AA61-4251-9811-04961BC095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6" y="2400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75" name="Line 21">
              <a:extLst>
                <a:ext uri="{FF2B5EF4-FFF2-40B4-BE49-F238E27FC236}">
                  <a16:creationId xmlns:a16="http://schemas.microsoft.com/office/drawing/2014/main" id="{3CCA3AF7-EE18-4AF3-9115-58BAB7931F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6" y="2400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76" name="Line 22">
              <a:extLst>
                <a:ext uri="{FF2B5EF4-FFF2-40B4-BE49-F238E27FC236}">
                  <a16:creationId xmlns:a16="http://schemas.microsoft.com/office/drawing/2014/main" id="{36DFD388-2854-492F-8A50-BE3CFC93A3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6" y="2592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77" name="Line 23">
              <a:extLst>
                <a:ext uri="{FF2B5EF4-FFF2-40B4-BE49-F238E27FC236}">
                  <a16:creationId xmlns:a16="http://schemas.microsoft.com/office/drawing/2014/main" id="{D4AB1CF1-D6BC-458D-9D1C-E8CD9AE12F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72" y="2592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78" name="Text Box 24">
              <a:extLst>
                <a:ext uri="{FF2B5EF4-FFF2-40B4-BE49-F238E27FC236}">
                  <a16:creationId xmlns:a16="http://schemas.microsoft.com/office/drawing/2014/main" id="{31C7EB44-E057-4845-A8D9-969DFAEF52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70" y="2442"/>
              <a:ext cx="25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>
                  <a:latin typeface="Times New Roman" panose="02020603050405020304" pitchFamily="18" charset="0"/>
                </a:rPr>
                <a:t>l</a:t>
              </a:r>
            </a:p>
          </p:txBody>
        </p:sp>
      </p:grpSp>
      <p:sp>
        <p:nvSpPr>
          <p:cNvPr id="18457" name="AutoShape 25">
            <a:extLst>
              <a:ext uri="{FF2B5EF4-FFF2-40B4-BE49-F238E27FC236}">
                <a16:creationId xmlns:a16="http://schemas.microsoft.com/office/drawing/2014/main" id="{B42B39B2-FB70-4F87-A448-69508A2AEEB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446838" y="3789363"/>
            <a:ext cx="647700" cy="1752600"/>
          </a:xfrm>
          <a:prstGeom prst="can">
            <a:avLst>
              <a:gd name="adj" fmla="val 38897"/>
            </a:avLst>
          </a:prstGeom>
          <a:gradFill rotWithShape="0">
            <a:gsLst>
              <a:gs pos="0">
                <a:srgbClr val="182500"/>
              </a:gs>
              <a:gs pos="50000">
                <a:srgbClr val="335100"/>
              </a:gs>
              <a:gs pos="100000">
                <a:srgbClr val="182500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8458" name="Text Box 26">
            <a:extLst>
              <a:ext uri="{FF2B5EF4-FFF2-40B4-BE49-F238E27FC236}">
                <a16:creationId xmlns:a16="http://schemas.microsoft.com/office/drawing/2014/main" id="{E3E300B5-D27E-4E61-A2ED-374FF355BD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8288" y="3894138"/>
            <a:ext cx="9334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>
                <a:latin typeface="Times New Roman" panose="02020603050405020304" pitchFamily="18" charset="0"/>
              </a:rPr>
              <a:t>′</a:t>
            </a:r>
          </a:p>
        </p:txBody>
      </p:sp>
      <p:grpSp>
        <p:nvGrpSpPr>
          <p:cNvPr id="3" name="Group 27">
            <a:extLst>
              <a:ext uri="{FF2B5EF4-FFF2-40B4-BE49-F238E27FC236}">
                <a16:creationId xmlns:a16="http://schemas.microsoft.com/office/drawing/2014/main" id="{A56814C4-A554-43F0-9BD8-3C2316FCDB96}"/>
              </a:ext>
            </a:extLst>
          </p:cNvPr>
          <p:cNvGrpSpPr>
            <a:grpSpLocks/>
          </p:cNvGrpSpPr>
          <p:nvPr/>
        </p:nvGrpSpPr>
        <p:grpSpPr bwMode="auto">
          <a:xfrm>
            <a:off x="6232525" y="4440238"/>
            <a:ext cx="1879600" cy="381000"/>
            <a:chOff x="4512" y="1872"/>
            <a:chExt cx="1184" cy="240"/>
          </a:xfrm>
        </p:grpSpPr>
        <p:graphicFrame>
          <p:nvGraphicFramePr>
            <p:cNvPr id="17472" name="Object 28">
              <a:extLst>
                <a:ext uri="{FF2B5EF4-FFF2-40B4-BE49-F238E27FC236}">
                  <a16:creationId xmlns:a16="http://schemas.microsoft.com/office/drawing/2014/main" id="{579E82E3-876B-44D9-808A-087BDEAFAAC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24" y="1872"/>
            <a:ext cx="272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535" name="Equation" r:id="rId20" imgW="314401" imgH="266558" progId="Equation.3">
                    <p:embed/>
                  </p:oleObj>
                </mc:Choice>
                <mc:Fallback>
                  <p:oleObj name="Equation" r:id="rId20" imgW="314401" imgH="266558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24" y="1872"/>
                          <a:ext cx="272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73" name="Line 29">
              <a:extLst>
                <a:ext uri="{FF2B5EF4-FFF2-40B4-BE49-F238E27FC236}">
                  <a16:creationId xmlns:a16="http://schemas.microsoft.com/office/drawing/2014/main" id="{810F2946-4E0C-4A6C-A163-6B7F3F066F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2016"/>
              <a:ext cx="912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30">
            <a:extLst>
              <a:ext uri="{FF2B5EF4-FFF2-40B4-BE49-F238E27FC236}">
                <a16:creationId xmlns:a16="http://schemas.microsoft.com/office/drawing/2014/main" id="{2D02BAE1-7A1A-4551-8876-A3F4351AE56C}"/>
              </a:ext>
            </a:extLst>
          </p:cNvPr>
          <p:cNvGrpSpPr>
            <a:grpSpLocks/>
          </p:cNvGrpSpPr>
          <p:nvPr/>
        </p:nvGrpSpPr>
        <p:grpSpPr bwMode="auto">
          <a:xfrm>
            <a:off x="5970588" y="4341813"/>
            <a:ext cx="1397000" cy="644525"/>
            <a:chOff x="4368" y="1824"/>
            <a:chExt cx="880" cy="406"/>
          </a:xfrm>
        </p:grpSpPr>
        <p:sp>
          <p:nvSpPr>
            <p:cNvPr id="17467" name="Freeform 31">
              <a:extLst>
                <a:ext uri="{FF2B5EF4-FFF2-40B4-BE49-F238E27FC236}">
                  <a16:creationId xmlns:a16="http://schemas.microsoft.com/office/drawing/2014/main" id="{DC699A08-7E7A-4DF7-BBF9-35C9D8C45981}"/>
                </a:ext>
              </a:extLst>
            </p:cNvPr>
            <p:cNvSpPr>
              <a:spLocks/>
            </p:cNvSpPr>
            <p:nvPr/>
          </p:nvSpPr>
          <p:spPr bwMode="auto">
            <a:xfrm rot="5321072">
              <a:off x="4804" y="1991"/>
              <a:ext cx="403" cy="69"/>
            </a:xfrm>
            <a:custGeom>
              <a:avLst/>
              <a:gdLst>
                <a:gd name="T0" fmla="*/ 0 w 257"/>
                <a:gd name="T1" fmla="*/ 2325 h 55"/>
                <a:gd name="T2" fmla="*/ 5958449 w 257"/>
                <a:gd name="T3" fmla="*/ 12119 h 55"/>
                <a:gd name="T4" fmla="*/ 12556945 w 257"/>
                <a:gd name="T5" fmla="*/ 0 h 55"/>
                <a:gd name="T6" fmla="*/ 0 60000 65536"/>
                <a:gd name="T7" fmla="*/ 0 60000 65536"/>
                <a:gd name="T8" fmla="*/ 0 60000 65536"/>
                <a:gd name="T9" fmla="*/ 0 w 257"/>
                <a:gd name="T10" fmla="*/ 0 h 55"/>
                <a:gd name="T11" fmla="*/ 257 w 257"/>
                <a:gd name="T12" fmla="*/ 55 h 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57" h="55">
                  <a:moveTo>
                    <a:pt x="0" y="10"/>
                  </a:moveTo>
                  <a:cubicBezTo>
                    <a:pt x="20" y="17"/>
                    <a:pt x="79" y="55"/>
                    <a:pt x="122" y="53"/>
                  </a:cubicBezTo>
                  <a:cubicBezTo>
                    <a:pt x="165" y="51"/>
                    <a:pt x="229" y="11"/>
                    <a:pt x="257" y="0"/>
                  </a:cubicBezTo>
                </a:path>
              </a:pathLst>
            </a:custGeom>
            <a:noFill/>
            <a:ln w="28575">
              <a:solidFill>
                <a:srgbClr val="FFFF00"/>
              </a:solidFill>
              <a:round/>
              <a:headEnd type="none" w="med" len="lg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68" name="Freeform 32">
              <a:extLst>
                <a:ext uri="{FF2B5EF4-FFF2-40B4-BE49-F238E27FC236}">
                  <a16:creationId xmlns:a16="http://schemas.microsoft.com/office/drawing/2014/main" id="{FAA3DAF3-F897-47D0-B509-4A586718FE89}"/>
                </a:ext>
              </a:extLst>
            </p:cNvPr>
            <p:cNvSpPr>
              <a:spLocks/>
            </p:cNvSpPr>
            <p:nvPr/>
          </p:nvSpPr>
          <p:spPr bwMode="auto">
            <a:xfrm rot="5321072">
              <a:off x="4604" y="1992"/>
              <a:ext cx="403" cy="69"/>
            </a:xfrm>
            <a:custGeom>
              <a:avLst/>
              <a:gdLst>
                <a:gd name="T0" fmla="*/ 0 w 257"/>
                <a:gd name="T1" fmla="*/ 2325 h 55"/>
                <a:gd name="T2" fmla="*/ 5958449 w 257"/>
                <a:gd name="T3" fmla="*/ 12119 h 55"/>
                <a:gd name="T4" fmla="*/ 12556945 w 257"/>
                <a:gd name="T5" fmla="*/ 0 h 55"/>
                <a:gd name="T6" fmla="*/ 0 60000 65536"/>
                <a:gd name="T7" fmla="*/ 0 60000 65536"/>
                <a:gd name="T8" fmla="*/ 0 60000 65536"/>
                <a:gd name="T9" fmla="*/ 0 w 257"/>
                <a:gd name="T10" fmla="*/ 0 h 55"/>
                <a:gd name="T11" fmla="*/ 257 w 257"/>
                <a:gd name="T12" fmla="*/ 55 h 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57" h="55">
                  <a:moveTo>
                    <a:pt x="0" y="10"/>
                  </a:moveTo>
                  <a:cubicBezTo>
                    <a:pt x="20" y="17"/>
                    <a:pt x="79" y="55"/>
                    <a:pt x="122" y="53"/>
                  </a:cubicBezTo>
                  <a:cubicBezTo>
                    <a:pt x="165" y="51"/>
                    <a:pt x="229" y="11"/>
                    <a:pt x="257" y="0"/>
                  </a:cubicBezTo>
                </a:path>
              </a:pathLst>
            </a:custGeom>
            <a:noFill/>
            <a:ln w="28575">
              <a:solidFill>
                <a:srgbClr val="FFFF00"/>
              </a:solidFill>
              <a:round/>
              <a:headEnd type="none" w="med" len="lg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69" name="Freeform 33">
              <a:extLst>
                <a:ext uri="{FF2B5EF4-FFF2-40B4-BE49-F238E27FC236}">
                  <a16:creationId xmlns:a16="http://schemas.microsoft.com/office/drawing/2014/main" id="{A8A6128A-34C4-4364-8490-8CBD01E877D8}"/>
                </a:ext>
              </a:extLst>
            </p:cNvPr>
            <p:cNvSpPr>
              <a:spLocks/>
            </p:cNvSpPr>
            <p:nvPr/>
          </p:nvSpPr>
          <p:spPr bwMode="auto">
            <a:xfrm rot="5321072">
              <a:off x="4403" y="1992"/>
              <a:ext cx="403" cy="69"/>
            </a:xfrm>
            <a:custGeom>
              <a:avLst/>
              <a:gdLst>
                <a:gd name="T0" fmla="*/ 0 w 257"/>
                <a:gd name="T1" fmla="*/ 2325 h 55"/>
                <a:gd name="T2" fmla="*/ 5958449 w 257"/>
                <a:gd name="T3" fmla="*/ 12119 h 55"/>
                <a:gd name="T4" fmla="*/ 12556945 w 257"/>
                <a:gd name="T5" fmla="*/ 0 h 55"/>
                <a:gd name="T6" fmla="*/ 0 60000 65536"/>
                <a:gd name="T7" fmla="*/ 0 60000 65536"/>
                <a:gd name="T8" fmla="*/ 0 60000 65536"/>
                <a:gd name="T9" fmla="*/ 0 w 257"/>
                <a:gd name="T10" fmla="*/ 0 h 55"/>
                <a:gd name="T11" fmla="*/ 257 w 257"/>
                <a:gd name="T12" fmla="*/ 55 h 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57" h="55">
                  <a:moveTo>
                    <a:pt x="0" y="10"/>
                  </a:moveTo>
                  <a:cubicBezTo>
                    <a:pt x="20" y="17"/>
                    <a:pt x="79" y="55"/>
                    <a:pt x="122" y="53"/>
                  </a:cubicBezTo>
                  <a:cubicBezTo>
                    <a:pt x="165" y="51"/>
                    <a:pt x="229" y="11"/>
                    <a:pt x="257" y="0"/>
                  </a:cubicBezTo>
                </a:path>
              </a:pathLst>
            </a:custGeom>
            <a:noFill/>
            <a:ln w="28575">
              <a:solidFill>
                <a:srgbClr val="FFFF00"/>
              </a:solidFill>
              <a:round/>
              <a:headEnd type="none" w="med" len="lg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70" name="Freeform 34">
              <a:extLst>
                <a:ext uri="{FF2B5EF4-FFF2-40B4-BE49-F238E27FC236}">
                  <a16:creationId xmlns:a16="http://schemas.microsoft.com/office/drawing/2014/main" id="{5CF8191D-8F07-4AE4-8F5F-4D48DBDBD0C5}"/>
                </a:ext>
              </a:extLst>
            </p:cNvPr>
            <p:cNvSpPr>
              <a:spLocks/>
            </p:cNvSpPr>
            <p:nvPr/>
          </p:nvSpPr>
          <p:spPr bwMode="auto">
            <a:xfrm rot="5321072">
              <a:off x="4201" y="1992"/>
              <a:ext cx="403" cy="69"/>
            </a:xfrm>
            <a:custGeom>
              <a:avLst/>
              <a:gdLst>
                <a:gd name="T0" fmla="*/ 0 w 257"/>
                <a:gd name="T1" fmla="*/ 2325 h 55"/>
                <a:gd name="T2" fmla="*/ 5958449 w 257"/>
                <a:gd name="T3" fmla="*/ 12119 h 55"/>
                <a:gd name="T4" fmla="*/ 12556945 w 257"/>
                <a:gd name="T5" fmla="*/ 0 h 55"/>
                <a:gd name="T6" fmla="*/ 0 60000 65536"/>
                <a:gd name="T7" fmla="*/ 0 60000 65536"/>
                <a:gd name="T8" fmla="*/ 0 60000 65536"/>
                <a:gd name="T9" fmla="*/ 0 w 257"/>
                <a:gd name="T10" fmla="*/ 0 h 55"/>
                <a:gd name="T11" fmla="*/ 257 w 257"/>
                <a:gd name="T12" fmla="*/ 55 h 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57" h="55">
                  <a:moveTo>
                    <a:pt x="0" y="10"/>
                  </a:moveTo>
                  <a:cubicBezTo>
                    <a:pt x="20" y="17"/>
                    <a:pt x="79" y="55"/>
                    <a:pt x="122" y="53"/>
                  </a:cubicBezTo>
                  <a:cubicBezTo>
                    <a:pt x="165" y="51"/>
                    <a:pt x="229" y="11"/>
                    <a:pt x="257" y="0"/>
                  </a:cubicBezTo>
                </a:path>
              </a:pathLst>
            </a:custGeom>
            <a:noFill/>
            <a:ln w="28575">
              <a:solidFill>
                <a:srgbClr val="FFFF00"/>
              </a:solidFill>
              <a:round/>
              <a:headEnd type="none" w="med" len="lg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71" name="Freeform 35">
              <a:extLst>
                <a:ext uri="{FF2B5EF4-FFF2-40B4-BE49-F238E27FC236}">
                  <a16:creationId xmlns:a16="http://schemas.microsoft.com/office/drawing/2014/main" id="{9D06FC78-A5F1-4E06-95A9-7BD80C8CB65C}"/>
                </a:ext>
              </a:extLst>
            </p:cNvPr>
            <p:cNvSpPr>
              <a:spLocks/>
            </p:cNvSpPr>
            <p:nvPr/>
          </p:nvSpPr>
          <p:spPr bwMode="auto">
            <a:xfrm rot="5321072">
              <a:off x="5012" y="1994"/>
              <a:ext cx="403" cy="69"/>
            </a:xfrm>
            <a:custGeom>
              <a:avLst/>
              <a:gdLst>
                <a:gd name="T0" fmla="*/ 0 w 257"/>
                <a:gd name="T1" fmla="*/ 2325 h 55"/>
                <a:gd name="T2" fmla="*/ 5958449 w 257"/>
                <a:gd name="T3" fmla="*/ 12119 h 55"/>
                <a:gd name="T4" fmla="*/ 12556945 w 257"/>
                <a:gd name="T5" fmla="*/ 0 h 55"/>
                <a:gd name="T6" fmla="*/ 0 60000 65536"/>
                <a:gd name="T7" fmla="*/ 0 60000 65536"/>
                <a:gd name="T8" fmla="*/ 0 60000 65536"/>
                <a:gd name="T9" fmla="*/ 0 w 257"/>
                <a:gd name="T10" fmla="*/ 0 h 55"/>
                <a:gd name="T11" fmla="*/ 257 w 257"/>
                <a:gd name="T12" fmla="*/ 55 h 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57" h="55">
                  <a:moveTo>
                    <a:pt x="0" y="10"/>
                  </a:moveTo>
                  <a:cubicBezTo>
                    <a:pt x="20" y="17"/>
                    <a:pt x="79" y="55"/>
                    <a:pt x="122" y="53"/>
                  </a:cubicBezTo>
                  <a:cubicBezTo>
                    <a:pt x="165" y="51"/>
                    <a:pt x="229" y="11"/>
                    <a:pt x="257" y="0"/>
                  </a:cubicBezTo>
                </a:path>
              </a:pathLst>
            </a:custGeom>
            <a:noFill/>
            <a:ln w="28575">
              <a:solidFill>
                <a:srgbClr val="FFFF00"/>
              </a:solidFill>
              <a:round/>
              <a:headEnd type="none" w="med" len="lg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8468" name="Text Box 36">
            <a:extLst>
              <a:ext uri="{FF2B5EF4-FFF2-40B4-BE49-F238E27FC236}">
                <a16:creationId xmlns:a16="http://schemas.microsoft.com/office/drawing/2014/main" id="{FCCF99FC-37AD-49F8-85FD-81B577970A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3863" y="5805488"/>
            <a:ext cx="35639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—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磁化面电流密度</a:t>
            </a:r>
          </a:p>
        </p:txBody>
      </p:sp>
      <p:graphicFrame>
        <p:nvGraphicFramePr>
          <p:cNvPr id="18469" name="Object 37">
            <a:extLst>
              <a:ext uri="{FF2B5EF4-FFF2-40B4-BE49-F238E27FC236}">
                <a16:creationId xmlns:a16="http://schemas.microsoft.com/office/drawing/2014/main" id="{C5CFD9AC-1609-47FC-B1B0-F08D4CBBCC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46450" y="390525"/>
          <a:ext cx="504825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36" name="Equation" r:id="rId22" imgW="314401" imgH="266558" progId="Equation.3">
                  <p:embed/>
                </p:oleObj>
              </mc:Choice>
              <mc:Fallback>
                <p:oleObj name="Equation" r:id="rId22" imgW="314401" imgH="266558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6450" y="390525"/>
                        <a:ext cx="504825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70" name="Object 38">
            <a:extLst>
              <a:ext uri="{FF2B5EF4-FFF2-40B4-BE49-F238E27FC236}">
                <a16:creationId xmlns:a16="http://schemas.microsoft.com/office/drawing/2014/main" id="{6FB46820-CCCF-425D-8F51-8CE2156F31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80325" y="4441825"/>
          <a:ext cx="431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37" name="Equation" r:id="rId24" imgW="314401" imgH="266558" progId="Equation.3">
                  <p:embed/>
                </p:oleObj>
              </mc:Choice>
              <mc:Fallback>
                <p:oleObj name="Equation" r:id="rId24" imgW="314401" imgH="266558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0325" y="4441825"/>
                        <a:ext cx="4318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40">
            <a:extLst>
              <a:ext uri="{FF2B5EF4-FFF2-40B4-BE49-F238E27FC236}">
                <a16:creationId xmlns:a16="http://schemas.microsoft.com/office/drawing/2014/main" id="{C1FD13F5-3683-4372-B3E9-57CCFC1387A2}"/>
              </a:ext>
            </a:extLst>
          </p:cNvPr>
          <p:cNvGrpSpPr>
            <a:grpSpLocks/>
          </p:cNvGrpSpPr>
          <p:nvPr/>
        </p:nvGrpSpPr>
        <p:grpSpPr bwMode="auto">
          <a:xfrm>
            <a:off x="5803900" y="0"/>
            <a:ext cx="3384550" cy="1735138"/>
            <a:chOff x="3810" y="0"/>
            <a:chExt cx="2132" cy="1093"/>
          </a:xfrm>
        </p:grpSpPr>
        <p:grpSp>
          <p:nvGrpSpPr>
            <p:cNvPr id="17462" name="Group 41">
              <a:extLst>
                <a:ext uri="{FF2B5EF4-FFF2-40B4-BE49-F238E27FC236}">
                  <a16:creationId xmlns:a16="http://schemas.microsoft.com/office/drawing/2014/main" id="{74CC8E6E-4F18-4865-916C-E24876ACF4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09" y="96"/>
              <a:ext cx="1633" cy="997"/>
              <a:chOff x="4127" y="142"/>
              <a:chExt cx="1633" cy="997"/>
            </a:xfrm>
          </p:grpSpPr>
          <p:sp>
            <p:nvSpPr>
              <p:cNvPr id="17464" name="Rectangle 42">
                <a:extLst>
                  <a:ext uri="{FF2B5EF4-FFF2-40B4-BE49-F238E27FC236}">
                    <a16:creationId xmlns:a16="http://schemas.microsoft.com/office/drawing/2014/main" id="{9FE3F38A-1CE2-4CAC-802F-36F76CB05A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50" y="142"/>
                <a:ext cx="1338" cy="997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7465" name="Text Box 43">
                <a:extLst>
                  <a:ext uri="{FF2B5EF4-FFF2-40B4-BE49-F238E27FC236}">
                    <a16:creationId xmlns:a16="http://schemas.microsoft.com/office/drawing/2014/main" id="{42AB62BE-B45E-4980-85E2-41849DF228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27" y="142"/>
                <a:ext cx="1633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zh-CN" altLang="en-US" sz="2800" b="1">
                    <a:latin typeface="Times New Roman" panose="02020603050405020304" pitchFamily="18" charset="0"/>
                  </a:rPr>
                  <a:t>电极化强度</a:t>
                </a:r>
              </a:p>
            </p:txBody>
          </p:sp>
          <p:graphicFrame>
            <p:nvGraphicFramePr>
              <p:cNvPr id="17466" name="Object 44">
                <a:extLst>
                  <a:ext uri="{FF2B5EF4-FFF2-40B4-BE49-F238E27FC236}">
                    <a16:creationId xmlns:a16="http://schemas.microsoft.com/office/drawing/2014/main" id="{794160E9-C84C-4836-9267-A23F429450C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241" y="459"/>
              <a:ext cx="1039" cy="63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538" name="Equation" r:id="rId26" imgW="1473200" imgH="889000" progId="Equation.DSMT4">
                      <p:embed/>
                    </p:oleObj>
                  </mc:Choice>
                  <mc:Fallback>
                    <p:oleObj name="Equation" r:id="rId26" imgW="1473200" imgH="889000" progId="Equation.DSMT4">
                      <p:embed/>
                      <p:pic>
                        <p:nvPicPr>
                          <p:cNvPr id="0" name="Object 4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41" y="459"/>
                            <a:ext cx="1039" cy="63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pic>
          <p:nvPicPr>
            <p:cNvPr id="17463" name="Picture 45" descr="dove">
              <a:extLst>
                <a:ext uri="{FF2B5EF4-FFF2-40B4-BE49-F238E27FC236}">
                  <a16:creationId xmlns:a16="http://schemas.microsoft.com/office/drawing/2014/main" id="{B21A7D73-3300-449B-8795-669D45CB6D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10" y="0"/>
              <a:ext cx="555" cy="5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2" name="Group 46">
            <a:extLst>
              <a:ext uri="{FF2B5EF4-FFF2-40B4-BE49-F238E27FC236}">
                <a16:creationId xmlns:a16="http://schemas.microsoft.com/office/drawing/2014/main" id="{F8B1F164-AAFD-4C06-B539-06E34852D86E}"/>
              </a:ext>
            </a:extLst>
          </p:cNvPr>
          <p:cNvGrpSpPr>
            <a:grpSpLocks/>
          </p:cNvGrpSpPr>
          <p:nvPr/>
        </p:nvGrpSpPr>
        <p:grpSpPr bwMode="auto">
          <a:xfrm>
            <a:off x="7920038" y="3536950"/>
            <a:ext cx="1009650" cy="1008063"/>
            <a:chOff x="4898" y="2047"/>
            <a:chExt cx="744" cy="744"/>
          </a:xfrm>
        </p:grpSpPr>
        <p:sp>
          <p:nvSpPr>
            <p:cNvPr id="17439" name="Oval 47">
              <a:extLst>
                <a:ext uri="{FF2B5EF4-FFF2-40B4-BE49-F238E27FC236}">
                  <a16:creationId xmlns:a16="http://schemas.microsoft.com/office/drawing/2014/main" id="{B8D0DE23-2B84-40D7-967E-666B8B0BDF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8" y="2047"/>
              <a:ext cx="744" cy="744"/>
            </a:xfrm>
            <a:prstGeom prst="ellipse">
              <a:avLst/>
            </a:prstGeom>
            <a:noFill/>
            <a:ln w="41275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7440" name="Oval 48">
              <a:extLst>
                <a:ext uri="{FF2B5EF4-FFF2-40B4-BE49-F238E27FC236}">
                  <a16:creationId xmlns:a16="http://schemas.microsoft.com/office/drawing/2014/main" id="{C7B7BB60-8FB0-4822-95A4-3CF694BBD9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6" y="2239"/>
              <a:ext cx="192" cy="192"/>
            </a:xfrm>
            <a:prstGeom prst="ellipse">
              <a:avLst/>
            </a:prstGeom>
            <a:noFill/>
            <a:ln w="28575">
              <a:solidFill>
                <a:srgbClr val="CC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7441" name="Line 49">
              <a:extLst>
                <a:ext uri="{FF2B5EF4-FFF2-40B4-BE49-F238E27FC236}">
                  <a16:creationId xmlns:a16="http://schemas.microsoft.com/office/drawing/2014/main" id="{474B80E3-8672-468D-8E74-70751AF995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6" y="2287"/>
              <a:ext cx="0" cy="96"/>
            </a:xfrm>
            <a:prstGeom prst="line">
              <a:avLst/>
            </a:prstGeom>
            <a:noFill/>
            <a:ln w="28575">
              <a:solidFill>
                <a:srgbClr val="CC99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2" name="Oval 50">
              <a:extLst>
                <a:ext uri="{FF2B5EF4-FFF2-40B4-BE49-F238E27FC236}">
                  <a16:creationId xmlns:a16="http://schemas.microsoft.com/office/drawing/2014/main" id="{6D02EDCD-1006-4D44-A8C6-22E26039DD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6" y="2431"/>
              <a:ext cx="192" cy="192"/>
            </a:xfrm>
            <a:prstGeom prst="ellipse">
              <a:avLst/>
            </a:prstGeom>
            <a:noFill/>
            <a:ln w="28575">
              <a:solidFill>
                <a:srgbClr val="CC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7443" name="Line 51">
              <a:extLst>
                <a:ext uri="{FF2B5EF4-FFF2-40B4-BE49-F238E27FC236}">
                  <a16:creationId xmlns:a16="http://schemas.microsoft.com/office/drawing/2014/main" id="{C15CA454-C11E-44E6-A318-FA566668C5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6" y="2479"/>
              <a:ext cx="0" cy="96"/>
            </a:xfrm>
            <a:prstGeom prst="line">
              <a:avLst/>
            </a:prstGeom>
            <a:noFill/>
            <a:ln w="28575">
              <a:solidFill>
                <a:srgbClr val="CC99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4" name="Oval 52">
              <a:extLst>
                <a:ext uri="{FF2B5EF4-FFF2-40B4-BE49-F238E27FC236}">
                  <a16:creationId xmlns:a16="http://schemas.microsoft.com/office/drawing/2014/main" id="{D272E096-D3EC-4F7C-812A-9E37ACBC64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90" y="2575"/>
              <a:ext cx="192" cy="192"/>
            </a:xfrm>
            <a:prstGeom prst="ellipse">
              <a:avLst/>
            </a:prstGeom>
            <a:noFill/>
            <a:ln w="28575">
              <a:solidFill>
                <a:srgbClr val="CC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7445" name="Line 53">
              <a:extLst>
                <a:ext uri="{FF2B5EF4-FFF2-40B4-BE49-F238E27FC236}">
                  <a16:creationId xmlns:a16="http://schemas.microsoft.com/office/drawing/2014/main" id="{E089EC5D-8A41-4ADB-A30A-6B3C499536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90" y="2623"/>
              <a:ext cx="0" cy="96"/>
            </a:xfrm>
            <a:prstGeom prst="line">
              <a:avLst/>
            </a:prstGeom>
            <a:noFill/>
            <a:ln w="28575">
              <a:solidFill>
                <a:srgbClr val="CC99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6" name="Oval 54">
              <a:extLst>
                <a:ext uri="{FF2B5EF4-FFF2-40B4-BE49-F238E27FC236}">
                  <a16:creationId xmlns:a16="http://schemas.microsoft.com/office/drawing/2014/main" id="{EE729672-8024-418F-A61C-270DEDAF33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2" y="2575"/>
              <a:ext cx="192" cy="192"/>
            </a:xfrm>
            <a:prstGeom prst="ellipse">
              <a:avLst/>
            </a:prstGeom>
            <a:noFill/>
            <a:ln w="28575">
              <a:solidFill>
                <a:srgbClr val="CC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7447" name="Line 55">
              <a:extLst>
                <a:ext uri="{FF2B5EF4-FFF2-40B4-BE49-F238E27FC236}">
                  <a16:creationId xmlns:a16="http://schemas.microsoft.com/office/drawing/2014/main" id="{4AADFEEE-4A6D-414B-B9D5-F53E7B569A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2" y="2623"/>
              <a:ext cx="0" cy="96"/>
            </a:xfrm>
            <a:prstGeom prst="line">
              <a:avLst/>
            </a:prstGeom>
            <a:noFill/>
            <a:ln w="28575">
              <a:solidFill>
                <a:srgbClr val="CC99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8" name="Oval 56">
              <a:extLst>
                <a:ext uri="{FF2B5EF4-FFF2-40B4-BE49-F238E27FC236}">
                  <a16:creationId xmlns:a16="http://schemas.microsoft.com/office/drawing/2014/main" id="{2C2C55DB-5720-44BD-A563-1D86F097B7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6" y="2431"/>
              <a:ext cx="192" cy="192"/>
            </a:xfrm>
            <a:prstGeom prst="ellipse">
              <a:avLst/>
            </a:prstGeom>
            <a:noFill/>
            <a:ln w="28575">
              <a:solidFill>
                <a:srgbClr val="CC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7449" name="Line 57">
              <a:extLst>
                <a:ext uri="{FF2B5EF4-FFF2-40B4-BE49-F238E27FC236}">
                  <a16:creationId xmlns:a16="http://schemas.microsoft.com/office/drawing/2014/main" id="{0C53D015-5873-4853-87C0-C4364794D1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26" y="2479"/>
              <a:ext cx="0" cy="96"/>
            </a:xfrm>
            <a:prstGeom prst="line">
              <a:avLst/>
            </a:prstGeom>
            <a:noFill/>
            <a:ln w="28575">
              <a:solidFill>
                <a:srgbClr val="CC99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50" name="Oval 58">
              <a:extLst>
                <a:ext uri="{FF2B5EF4-FFF2-40B4-BE49-F238E27FC236}">
                  <a16:creationId xmlns:a16="http://schemas.microsoft.com/office/drawing/2014/main" id="{2D746A31-7CB4-4798-9117-D064CC8BF8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6" y="2239"/>
              <a:ext cx="192" cy="192"/>
            </a:xfrm>
            <a:prstGeom prst="ellipse">
              <a:avLst/>
            </a:prstGeom>
            <a:noFill/>
            <a:ln w="28575">
              <a:solidFill>
                <a:srgbClr val="CC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7451" name="Line 59">
              <a:extLst>
                <a:ext uri="{FF2B5EF4-FFF2-40B4-BE49-F238E27FC236}">
                  <a16:creationId xmlns:a16="http://schemas.microsoft.com/office/drawing/2014/main" id="{21F5FE5C-989C-437B-94B2-94BCA98C09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26" y="2287"/>
              <a:ext cx="0" cy="96"/>
            </a:xfrm>
            <a:prstGeom prst="line">
              <a:avLst/>
            </a:prstGeom>
            <a:noFill/>
            <a:ln w="28575">
              <a:solidFill>
                <a:srgbClr val="CC99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52" name="Oval 60">
              <a:extLst>
                <a:ext uri="{FF2B5EF4-FFF2-40B4-BE49-F238E27FC236}">
                  <a16:creationId xmlns:a16="http://schemas.microsoft.com/office/drawing/2014/main" id="{22B927B1-1F80-406B-BE5E-C87C7AE086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6" y="2082"/>
              <a:ext cx="192" cy="192"/>
            </a:xfrm>
            <a:prstGeom prst="ellipse">
              <a:avLst/>
            </a:prstGeom>
            <a:noFill/>
            <a:ln w="28575">
              <a:solidFill>
                <a:srgbClr val="CC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7453" name="Line 61">
              <a:extLst>
                <a:ext uri="{FF2B5EF4-FFF2-40B4-BE49-F238E27FC236}">
                  <a16:creationId xmlns:a16="http://schemas.microsoft.com/office/drawing/2014/main" id="{E89D6754-971C-4D80-9679-14B4A3A168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96" y="2130"/>
              <a:ext cx="0" cy="96"/>
            </a:xfrm>
            <a:prstGeom prst="line">
              <a:avLst/>
            </a:prstGeom>
            <a:noFill/>
            <a:ln w="28575">
              <a:solidFill>
                <a:srgbClr val="CC99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54" name="Oval 62">
              <a:extLst>
                <a:ext uri="{FF2B5EF4-FFF2-40B4-BE49-F238E27FC236}">
                  <a16:creationId xmlns:a16="http://schemas.microsoft.com/office/drawing/2014/main" id="{FC9B6768-9C75-4AB2-A0B8-428AA77736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0" y="2070"/>
              <a:ext cx="192" cy="192"/>
            </a:xfrm>
            <a:prstGeom prst="ellipse">
              <a:avLst/>
            </a:prstGeom>
            <a:noFill/>
            <a:ln w="28575">
              <a:solidFill>
                <a:srgbClr val="CC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7455" name="Line 63">
              <a:extLst>
                <a:ext uri="{FF2B5EF4-FFF2-40B4-BE49-F238E27FC236}">
                  <a16:creationId xmlns:a16="http://schemas.microsoft.com/office/drawing/2014/main" id="{9F1CEB5C-E5F5-4A46-B047-072C100623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0" y="2118"/>
              <a:ext cx="0" cy="96"/>
            </a:xfrm>
            <a:prstGeom prst="line">
              <a:avLst/>
            </a:prstGeom>
            <a:noFill/>
            <a:ln w="28575">
              <a:solidFill>
                <a:srgbClr val="CC9900"/>
              </a:solidFill>
              <a:round/>
              <a:headEnd type="none" w="med" len="lg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56" name="Oval 64">
              <a:extLst>
                <a:ext uri="{FF2B5EF4-FFF2-40B4-BE49-F238E27FC236}">
                  <a16:creationId xmlns:a16="http://schemas.microsoft.com/office/drawing/2014/main" id="{448A67D3-B52F-4084-982B-9EC69DD421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8" y="2251"/>
              <a:ext cx="192" cy="192"/>
            </a:xfrm>
            <a:prstGeom prst="ellipse">
              <a:avLst/>
            </a:prstGeom>
            <a:noFill/>
            <a:ln w="28575">
              <a:solidFill>
                <a:srgbClr val="CC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7457" name="Line 65">
              <a:extLst>
                <a:ext uri="{FF2B5EF4-FFF2-40B4-BE49-F238E27FC236}">
                  <a16:creationId xmlns:a16="http://schemas.microsoft.com/office/drawing/2014/main" id="{AC609628-657B-4DA6-B656-926821A1A3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38" y="2299"/>
              <a:ext cx="0" cy="96"/>
            </a:xfrm>
            <a:prstGeom prst="line">
              <a:avLst/>
            </a:prstGeom>
            <a:noFill/>
            <a:ln w="28575">
              <a:solidFill>
                <a:srgbClr val="CC99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58" name="Oval 66">
              <a:extLst>
                <a:ext uri="{FF2B5EF4-FFF2-40B4-BE49-F238E27FC236}">
                  <a16:creationId xmlns:a16="http://schemas.microsoft.com/office/drawing/2014/main" id="{05C732A3-A487-48E1-87BD-92E4921BB2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4" y="2431"/>
              <a:ext cx="192" cy="192"/>
            </a:xfrm>
            <a:prstGeom prst="ellipse">
              <a:avLst/>
            </a:prstGeom>
            <a:noFill/>
            <a:ln w="28575">
              <a:solidFill>
                <a:srgbClr val="CC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7459" name="Line 67">
              <a:extLst>
                <a:ext uri="{FF2B5EF4-FFF2-40B4-BE49-F238E27FC236}">
                  <a16:creationId xmlns:a16="http://schemas.microsoft.com/office/drawing/2014/main" id="{A78B8B05-9493-4536-84FF-93ED4AFB6A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4" y="2479"/>
              <a:ext cx="0" cy="96"/>
            </a:xfrm>
            <a:prstGeom prst="line">
              <a:avLst/>
            </a:prstGeom>
            <a:noFill/>
            <a:ln w="28575">
              <a:solidFill>
                <a:srgbClr val="CC99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60" name="Oval 68">
              <a:extLst>
                <a:ext uri="{FF2B5EF4-FFF2-40B4-BE49-F238E27FC236}">
                  <a16:creationId xmlns:a16="http://schemas.microsoft.com/office/drawing/2014/main" id="{ECB5F033-17FB-4482-ADD3-897A0F8F19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1" y="2069"/>
              <a:ext cx="703" cy="703"/>
            </a:xfrm>
            <a:prstGeom prst="ellipse">
              <a:avLst/>
            </a:prstGeom>
            <a:noFill/>
            <a:ln w="412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7461" name="Line 69">
              <a:extLst>
                <a:ext uri="{FF2B5EF4-FFF2-40B4-BE49-F238E27FC236}">
                  <a16:creationId xmlns:a16="http://schemas.microsoft.com/office/drawing/2014/main" id="{BFBB955A-8025-4856-B2E9-E04AD33662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1" y="2384"/>
              <a:ext cx="0" cy="159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437" name="Text Box 75">
            <a:extLst>
              <a:ext uri="{FF2B5EF4-FFF2-40B4-BE49-F238E27FC236}">
                <a16:creationId xmlns:a16="http://schemas.microsoft.com/office/drawing/2014/main" id="{7D7DEF2C-C3E3-46B3-90EC-86B95AE082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4100" y="6440488"/>
            <a:ext cx="4159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</a:p>
        </p:txBody>
      </p:sp>
      <p:sp>
        <p:nvSpPr>
          <p:cNvPr id="17438" name="灯片编号占位符 5">
            <a:extLst>
              <a:ext uri="{FF2B5EF4-FFF2-40B4-BE49-F238E27FC236}">
                <a16:creationId xmlns:a16="http://schemas.microsoft.com/office/drawing/2014/main" id="{21E3EDF0-E18F-4138-B516-14D3624D6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E66EE25-AEB1-40E7-A609-A1E0406FE7E9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zh-CN" sz="1400"/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" fill="hold"/>
                                        <p:tgtEl>
                                          <p:spTgt spid="184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" fill="hold"/>
                                        <p:tgtEl>
                                          <p:spTgt spid="184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75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8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84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84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9" dur="500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4" dur="500"/>
                                        <p:tgtEl>
                                          <p:spTgt spid="1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18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6" dur="500"/>
                                        <p:tgtEl>
                                          <p:spTgt spid="18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75" fill="hold"/>
                                        <p:tgtEl>
                                          <p:spTgt spid="184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75" fill="hold"/>
                                        <p:tgtEl>
                                          <p:spTgt spid="184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84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84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75" fill="hold"/>
                                        <p:tgtEl>
                                          <p:spTgt spid="184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75" fill="hold"/>
                                        <p:tgtEl>
                                          <p:spTgt spid="184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75" fill="hold"/>
                                        <p:tgtEl>
                                          <p:spTgt spid="184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75" fill="hold"/>
                                        <p:tgtEl>
                                          <p:spTgt spid="184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825"/>
                            </p:stCondLst>
                            <p:childTnLst>
                              <p:par>
                                <p:cTn id="8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1" dur="500"/>
                                        <p:tgtEl>
                                          <p:spTgt spid="18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84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84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7" dur="500"/>
                                        <p:tgtEl>
                                          <p:spTgt spid="18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18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18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84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184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184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184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9" dur="500"/>
                                        <p:tgtEl>
                                          <p:spTgt spid="18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184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184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184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184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184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184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" grpId="0" autoUpdateAnimBg="0"/>
      <p:bldP spid="18436" grpId="0" autoUpdateAnimBg="0"/>
      <p:bldP spid="18437" grpId="0" autoUpdateAnimBg="0"/>
      <p:bldP spid="18438" grpId="0" autoUpdateAnimBg="0"/>
      <p:bldP spid="18439" grpId="0" autoUpdateAnimBg="0"/>
      <p:bldP spid="18441" grpId="0" autoUpdateAnimBg="0"/>
      <p:bldP spid="18443" grpId="0" autoUpdateAnimBg="0"/>
      <p:bldP spid="18446" grpId="0" autoUpdateAnimBg="0"/>
      <p:bldP spid="18447" grpId="0" autoUpdateAnimBg="0"/>
      <p:bldP spid="18457" grpId="0" animBg="1"/>
      <p:bldP spid="18458" grpId="0" autoUpdateAnimBg="0"/>
      <p:bldP spid="18468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06" name="Object 2">
            <a:extLst>
              <a:ext uri="{FF2B5EF4-FFF2-40B4-BE49-F238E27FC236}">
                <a16:creationId xmlns:a16="http://schemas.microsoft.com/office/drawing/2014/main" id="{6F2DB628-D9F9-4335-81C3-A0EEBAB8A674}"/>
              </a:ext>
            </a:extLst>
          </p:cNvPr>
          <p:cNvGraphicFramePr>
            <a:graphicFrameLocks/>
          </p:cNvGraphicFramePr>
          <p:nvPr/>
        </p:nvGraphicFramePr>
        <p:xfrm>
          <a:off x="6172200" y="4121150"/>
          <a:ext cx="379413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36" name="Equation" r:id="rId3" imgW="218970" imgH="314171" progId="Equation.DSMT4">
                  <p:embed/>
                </p:oleObj>
              </mc:Choice>
              <mc:Fallback>
                <p:oleObj name="Equation" r:id="rId3" imgW="218970" imgH="314171" progId="Equation.DSMT4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4121150"/>
                        <a:ext cx="379413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7" name="Object 3">
            <a:extLst>
              <a:ext uri="{FF2B5EF4-FFF2-40B4-BE49-F238E27FC236}">
                <a16:creationId xmlns:a16="http://schemas.microsoft.com/office/drawing/2014/main" id="{6363CF35-18A1-4F16-B6C7-FA9474AF6E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17988" y="1851025"/>
          <a:ext cx="1938337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37" name="Equation" r:id="rId5" imgW="1457488" imgH="380897" progId="Equation.DSMT4">
                  <p:embed/>
                </p:oleObj>
              </mc:Choice>
              <mc:Fallback>
                <p:oleObj name="Equation" r:id="rId5" imgW="1457488" imgH="380897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7988" y="1851025"/>
                        <a:ext cx="1938337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8" name="AutoShape 4">
            <a:extLst>
              <a:ext uri="{FF2B5EF4-FFF2-40B4-BE49-F238E27FC236}">
                <a16:creationId xmlns:a16="http://schemas.microsoft.com/office/drawing/2014/main" id="{937CA4CF-6378-4702-85F5-55A8C8E2429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700713" y="2706688"/>
            <a:ext cx="647700" cy="1752600"/>
          </a:xfrm>
          <a:prstGeom prst="can">
            <a:avLst>
              <a:gd name="adj" fmla="val 38897"/>
            </a:avLst>
          </a:prstGeom>
          <a:gradFill rotWithShape="0">
            <a:gsLst>
              <a:gs pos="0">
                <a:srgbClr val="182500"/>
              </a:gs>
              <a:gs pos="50000">
                <a:srgbClr val="335100"/>
              </a:gs>
              <a:gs pos="100000">
                <a:srgbClr val="182500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21509" name="Object 5">
            <a:extLst>
              <a:ext uri="{FF2B5EF4-FFF2-40B4-BE49-F238E27FC236}">
                <a16:creationId xmlns:a16="http://schemas.microsoft.com/office/drawing/2014/main" id="{5D2067BE-C460-4BFA-A9E6-C0696358CF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72263" y="3944938"/>
          <a:ext cx="431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38" name="Equation" r:id="rId7" imgW="314401" imgH="266558" progId="Equation.3">
                  <p:embed/>
                </p:oleObj>
              </mc:Choice>
              <mc:Fallback>
                <p:oleObj name="Equation" r:id="rId7" imgW="314401" imgH="266558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2263" y="3944938"/>
                        <a:ext cx="4318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0" name="Line 6">
            <a:extLst>
              <a:ext uri="{FF2B5EF4-FFF2-40B4-BE49-F238E27FC236}">
                <a16:creationId xmlns:a16="http://schemas.microsoft.com/office/drawing/2014/main" id="{3EFD166D-11BB-48B1-B512-960E1CD2C7AD}"/>
              </a:ext>
            </a:extLst>
          </p:cNvPr>
          <p:cNvSpPr>
            <a:spLocks noChangeShapeType="1"/>
          </p:cNvSpPr>
          <p:nvPr/>
        </p:nvSpPr>
        <p:spPr bwMode="auto">
          <a:xfrm>
            <a:off x="6138863" y="3892550"/>
            <a:ext cx="7620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1" name="Line 7">
            <a:extLst>
              <a:ext uri="{FF2B5EF4-FFF2-40B4-BE49-F238E27FC236}">
                <a16:creationId xmlns:a16="http://schemas.microsoft.com/office/drawing/2014/main" id="{CBD26A17-53D0-4E4A-AB96-35F848F3AF5F}"/>
              </a:ext>
            </a:extLst>
          </p:cNvPr>
          <p:cNvSpPr>
            <a:spLocks noChangeShapeType="1"/>
          </p:cNvSpPr>
          <p:nvPr/>
        </p:nvSpPr>
        <p:spPr bwMode="auto">
          <a:xfrm>
            <a:off x="6138863" y="3868738"/>
            <a:ext cx="0" cy="4572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2" name="Oval 8">
            <a:extLst>
              <a:ext uri="{FF2B5EF4-FFF2-40B4-BE49-F238E27FC236}">
                <a16:creationId xmlns:a16="http://schemas.microsoft.com/office/drawing/2014/main" id="{C6CF1632-2BAD-44B8-AC36-6FF0845FAC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1663" y="3944938"/>
            <a:ext cx="381000" cy="3810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006600"/>
                </a:solidFill>
                <a:latin typeface="Times New Roman" panose="02020603050405020304" pitchFamily="18" charset="0"/>
              </a:rPr>
              <a:t>×</a:t>
            </a:r>
          </a:p>
        </p:txBody>
      </p:sp>
      <p:sp>
        <p:nvSpPr>
          <p:cNvPr id="21513" name="Text Box 9">
            <a:extLst>
              <a:ext uri="{FF2B5EF4-FFF2-40B4-BE49-F238E27FC236}">
                <a16:creationId xmlns:a16="http://schemas.microsoft.com/office/drawing/2014/main" id="{E76A4B24-1519-4B63-B058-62BB288AAD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2540000"/>
            <a:ext cx="5045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磁化强度矢量      的环流</a:t>
            </a:r>
          </a:p>
        </p:txBody>
      </p:sp>
      <p:sp>
        <p:nvSpPr>
          <p:cNvPr id="21514" name="Line 10">
            <a:extLst>
              <a:ext uri="{FF2B5EF4-FFF2-40B4-BE49-F238E27FC236}">
                <a16:creationId xmlns:a16="http://schemas.microsoft.com/office/drawing/2014/main" id="{86FC5DFA-23C3-4ACD-AA15-E84EC09BC6B2}"/>
              </a:ext>
            </a:extLst>
          </p:cNvPr>
          <p:cNvSpPr>
            <a:spLocks noChangeShapeType="1"/>
          </p:cNvSpPr>
          <p:nvPr/>
        </p:nvSpPr>
        <p:spPr bwMode="auto">
          <a:xfrm>
            <a:off x="5427663" y="3511550"/>
            <a:ext cx="1066800" cy="0"/>
          </a:xfrm>
          <a:prstGeom prst="line">
            <a:avLst/>
          </a:prstGeom>
          <a:noFill/>
          <a:ln w="38100">
            <a:solidFill>
              <a:schemeClr val="bg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5" name="Line 11">
            <a:extLst>
              <a:ext uri="{FF2B5EF4-FFF2-40B4-BE49-F238E27FC236}">
                <a16:creationId xmlns:a16="http://schemas.microsoft.com/office/drawing/2014/main" id="{013A8AA0-4765-4F5A-B86B-A144EE7DD7C1}"/>
              </a:ext>
            </a:extLst>
          </p:cNvPr>
          <p:cNvSpPr>
            <a:spLocks noChangeShapeType="1"/>
          </p:cNvSpPr>
          <p:nvPr/>
        </p:nvSpPr>
        <p:spPr bwMode="auto">
          <a:xfrm>
            <a:off x="5427663" y="2978150"/>
            <a:ext cx="1066800" cy="0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6" name="Freeform 12">
            <a:extLst>
              <a:ext uri="{FF2B5EF4-FFF2-40B4-BE49-F238E27FC236}">
                <a16:creationId xmlns:a16="http://schemas.microsoft.com/office/drawing/2014/main" id="{4705EB8E-89CD-4D8C-AF4B-68961302DBA5}"/>
              </a:ext>
            </a:extLst>
          </p:cNvPr>
          <p:cNvSpPr>
            <a:spLocks/>
          </p:cNvSpPr>
          <p:nvPr/>
        </p:nvSpPr>
        <p:spPr bwMode="auto">
          <a:xfrm rot="5321072">
            <a:off x="5721351" y="3524250"/>
            <a:ext cx="639762" cy="109537"/>
          </a:xfrm>
          <a:custGeom>
            <a:avLst/>
            <a:gdLst>
              <a:gd name="T0" fmla="*/ 0 w 257"/>
              <a:gd name="T1" fmla="*/ 2147483646 h 55"/>
              <a:gd name="T2" fmla="*/ 2147483646 w 257"/>
              <a:gd name="T3" fmla="*/ 2147483646 h 55"/>
              <a:gd name="T4" fmla="*/ 2147483646 w 257"/>
              <a:gd name="T5" fmla="*/ 0 h 55"/>
              <a:gd name="T6" fmla="*/ 0 60000 65536"/>
              <a:gd name="T7" fmla="*/ 0 60000 65536"/>
              <a:gd name="T8" fmla="*/ 0 60000 65536"/>
              <a:gd name="T9" fmla="*/ 0 w 257"/>
              <a:gd name="T10" fmla="*/ 0 h 55"/>
              <a:gd name="T11" fmla="*/ 257 w 257"/>
              <a:gd name="T12" fmla="*/ 55 h 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57" h="55">
                <a:moveTo>
                  <a:pt x="0" y="10"/>
                </a:moveTo>
                <a:cubicBezTo>
                  <a:pt x="20" y="17"/>
                  <a:pt x="79" y="55"/>
                  <a:pt x="122" y="53"/>
                </a:cubicBezTo>
                <a:cubicBezTo>
                  <a:pt x="165" y="51"/>
                  <a:pt x="229" y="11"/>
                  <a:pt x="257" y="0"/>
                </a:cubicBezTo>
              </a:path>
            </a:pathLst>
          </a:custGeom>
          <a:noFill/>
          <a:ln w="41275">
            <a:solidFill>
              <a:srgbClr val="FFFF00"/>
            </a:solidFill>
            <a:round/>
            <a:headEnd type="none" w="med" len="lg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1517" name="Object 13">
            <a:extLst>
              <a:ext uri="{FF2B5EF4-FFF2-40B4-BE49-F238E27FC236}">
                <a16:creationId xmlns:a16="http://schemas.microsoft.com/office/drawing/2014/main" id="{F0342583-484D-4400-8801-543418E832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21338" y="3357563"/>
          <a:ext cx="246062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39" name="Equation" r:id="rId9" imgW="199884" imgH="295404" progId="Equation.3">
                  <p:embed/>
                </p:oleObj>
              </mc:Choice>
              <mc:Fallback>
                <p:oleObj name="Equation" r:id="rId9" imgW="199884" imgH="295404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1338" y="3357563"/>
                        <a:ext cx="246062" cy="43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4">
            <a:extLst>
              <a:ext uri="{FF2B5EF4-FFF2-40B4-BE49-F238E27FC236}">
                <a16:creationId xmlns:a16="http://schemas.microsoft.com/office/drawing/2014/main" id="{29BC241B-DAE3-4542-8198-5778BD1184A3}"/>
              </a:ext>
            </a:extLst>
          </p:cNvPr>
          <p:cNvGrpSpPr>
            <a:grpSpLocks/>
          </p:cNvGrpSpPr>
          <p:nvPr/>
        </p:nvGrpSpPr>
        <p:grpSpPr bwMode="auto">
          <a:xfrm>
            <a:off x="5427663" y="2978150"/>
            <a:ext cx="0" cy="533400"/>
            <a:chOff x="4320" y="2688"/>
            <a:chExt cx="0" cy="336"/>
          </a:xfrm>
        </p:grpSpPr>
        <p:sp>
          <p:nvSpPr>
            <p:cNvPr id="19490" name="Line 15">
              <a:extLst>
                <a:ext uri="{FF2B5EF4-FFF2-40B4-BE49-F238E27FC236}">
                  <a16:creationId xmlns:a16="http://schemas.microsoft.com/office/drawing/2014/main" id="{7E84922F-D42B-44A3-8FB4-960D2A1F0D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2688"/>
              <a:ext cx="0" cy="192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1" name="Line 16">
              <a:extLst>
                <a:ext uri="{FF2B5EF4-FFF2-40B4-BE49-F238E27FC236}">
                  <a16:creationId xmlns:a16="http://schemas.microsoft.com/office/drawing/2014/main" id="{3D830189-B1D9-4B81-BA83-B80A09C8B6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2832"/>
              <a:ext cx="0" cy="192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1521" name="Object 17">
            <a:extLst>
              <a:ext uri="{FF2B5EF4-FFF2-40B4-BE49-F238E27FC236}">
                <a16:creationId xmlns:a16="http://schemas.microsoft.com/office/drawing/2014/main" id="{9CB7B975-ECDC-4021-9A32-872557BA09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43225" y="4095750"/>
          <a:ext cx="973138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40" name="Equation" r:id="rId11" imgW="714516" imgH="218946" progId="Equation.DSMT4">
                  <p:embed/>
                </p:oleObj>
              </mc:Choice>
              <mc:Fallback>
                <p:oleObj name="Equation" r:id="rId11" imgW="714516" imgH="218946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3225" y="4095750"/>
                        <a:ext cx="973138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2" name="Object 18">
            <a:extLst>
              <a:ext uri="{FF2B5EF4-FFF2-40B4-BE49-F238E27FC236}">
                <a16:creationId xmlns:a16="http://schemas.microsoft.com/office/drawing/2014/main" id="{9A9FC698-733A-4373-AE42-BA04E16442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68750" y="4059238"/>
          <a:ext cx="1160463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41" name="Equation" r:id="rId13" imgW="876228" imgH="609574" progId="Equation.DSMT4">
                  <p:embed/>
                </p:oleObj>
              </mc:Choice>
              <mc:Fallback>
                <p:oleObj name="Equation" r:id="rId13" imgW="876228" imgH="609574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8750" y="4059238"/>
                        <a:ext cx="1160463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3" name="Object 19">
            <a:extLst>
              <a:ext uri="{FF2B5EF4-FFF2-40B4-BE49-F238E27FC236}">
                <a16:creationId xmlns:a16="http://schemas.microsoft.com/office/drawing/2014/main" id="{CD773DB1-DB70-4C83-A5F4-1CFA9F4B2C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59100" y="3382963"/>
          <a:ext cx="992188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42" name="Equation" r:id="rId15" imgW="905030" imgH="200179" progId="Equation.DSMT4">
                  <p:embed/>
                </p:oleObj>
              </mc:Choice>
              <mc:Fallback>
                <p:oleObj name="Equation" r:id="rId15" imgW="905030" imgH="200179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100" y="3382963"/>
                        <a:ext cx="992188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0">
            <a:extLst>
              <a:ext uri="{FF2B5EF4-FFF2-40B4-BE49-F238E27FC236}">
                <a16:creationId xmlns:a16="http://schemas.microsoft.com/office/drawing/2014/main" id="{759B30E3-A863-49D5-B993-46324E7A884A}"/>
              </a:ext>
            </a:extLst>
          </p:cNvPr>
          <p:cNvGrpSpPr>
            <a:grpSpLocks/>
          </p:cNvGrpSpPr>
          <p:nvPr/>
        </p:nvGrpSpPr>
        <p:grpSpPr bwMode="auto">
          <a:xfrm>
            <a:off x="6494463" y="2978150"/>
            <a:ext cx="0" cy="533400"/>
            <a:chOff x="4320" y="2688"/>
            <a:chExt cx="0" cy="336"/>
          </a:xfrm>
        </p:grpSpPr>
        <p:sp>
          <p:nvSpPr>
            <p:cNvPr id="19488" name="Line 21">
              <a:extLst>
                <a:ext uri="{FF2B5EF4-FFF2-40B4-BE49-F238E27FC236}">
                  <a16:creationId xmlns:a16="http://schemas.microsoft.com/office/drawing/2014/main" id="{4C751C35-4702-4330-BDFA-2DE68B22C7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2688"/>
              <a:ext cx="0" cy="192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9" name="Line 22">
              <a:extLst>
                <a:ext uri="{FF2B5EF4-FFF2-40B4-BE49-F238E27FC236}">
                  <a16:creationId xmlns:a16="http://schemas.microsoft.com/office/drawing/2014/main" id="{E5B6F387-66F5-485E-BD8E-25FAF1664E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2832"/>
              <a:ext cx="0" cy="192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1527" name="Object 23">
            <a:extLst>
              <a:ext uri="{FF2B5EF4-FFF2-40B4-BE49-F238E27FC236}">
                <a16:creationId xmlns:a16="http://schemas.microsoft.com/office/drawing/2014/main" id="{21C9A3E1-54C9-426E-AD31-4F9C05E698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22963" y="2578100"/>
          <a:ext cx="179387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43" name="Equation" r:id="rId17" imgW="164885" imgH="317087" progId="Equation.DSMT4">
                  <p:embed/>
                </p:oleObj>
              </mc:Choice>
              <mc:Fallback>
                <p:oleObj name="Equation" r:id="rId17" imgW="164885" imgH="317087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2963" y="2578100"/>
                        <a:ext cx="179387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28" name="Text Box 24">
            <a:extLst>
              <a:ext uri="{FF2B5EF4-FFF2-40B4-BE49-F238E27FC236}">
                <a16:creationId xmlns:a16="http://schemas.microsoft.com/office/drawing/2014/main" id="{D250C02C-9F30-42DC-A45A-0CAC708881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1819275"/>
            <a:ext cx="49577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更一般的证明为</a:t>
            </a:r>
          </a:p>
        </p:txBody>
      </p:sp>
      <p:sp>
        <p:nvSpPr>
          <p:cNvPr id="21529" name="Text Box 25">
            <a:extLst>
              <a:ext uri="{FF2B5EF4-FFF2-40B4-BE49-F238E27FC236}">
                <a16:creationId xmlns:a16="http://schemas.microsoft.com/office/drawing/2014/main" id="{E6615A02-BC16-460C-8B7C-26218FCE74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1425" y="2740025"/>
            <a:ext cx="4016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latin typeface="Times New Roman" panose="02020603050405020304" pitchFamily="18" charset="0"/>
              </a:rPr>
              <a:t>L</a:t>
            </a:r>
          </a:p>
        </p:txBody>
      </p:sp>
      <p:sp>
        <p:nvSpPr>
          <p:cNvPr id="21530" name="Line 26">
            <a:extLst>
              <a:ext uri="{FF2B5EF4-FFF2-40B4-BE49-F238E27FC236}">
                <a16:creationId xmlns:a16="http://schemas.microsoft.com/office/drawing/2014/main" id="{7BFAC96A-D542-45BE-8E6D-3C14C1A91B4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81663" y="2978150"/>
            <a:ext cx="304800" cy="0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1532" name="Object 28">
            <a:extLst>
              <a:ext uri="{FF2B5EF4-FFF2-40B4-BE49-F238E27FC236}">
                <a16:creationId xmlns:a16="http://schemas.microsoft.com/office/drawing/2014/main" id="{9BC44BC4-13D8-4441-81FC-FC373A532E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24325" y="1149350"/>
          <a:ext cx="1490663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44" name="Equation" r:id="rId19" imgW="1219084" imgH="371514" progId="Equation.DSMT4">
                  <p:embed/>
                </p:oleObj>
              </mc:Choice>
              <mc:Fallback>
                <p:oleObj name="Equation" r:id="rId19" imgW="1219084" imgH="371514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4325" y="1149350"/>
                        <a:ext cx="1490663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33" name="Text Box 29">
            <a:extLst>
              <a:ext uri="{FF2B5EF4-FFF2-40B4-BE49-F238E27FC236}">
                <a16:creationId xmlns:a16="http://schemas.microsoft.com/office/drawing/2014/main" id="{E90FDBB1-6C3D-498F-8F4D-251CA263DD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0" y="1100138"/>
            <a:ext cx="4117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磁化面电流密度</a:t>
            </a:r>
          </a:p>
        </p:txBody>
      </p:sp>
      <p:graphicFrame>
        <p:nvGraphicFramePr>
          <p:cNvPr id="21534" name="Object 30">
            <a:extLst>
              <a:ext uri="{FF2B5EF4-FFF2-40B4-BE49-F238E27FC236}">
                <a16:creationId xmlns:a16="http://schemas.microsoft.com/office/drawing/2014/main" id="{698849DD-D2FA-43B5-AC45-BB376CB837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90675" y="3306763"/>
          <a:ext cx="128270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45" name="Equation" r:id="rId21" imgW="1205977" imgH="545863" progId="Equation.DSMT4">
                  <p:embed/>
                </p:oleObj>
              </mc:Choice>
              <mc:Fallback>
                <p:oleObj name="Equation" r:id="rId21" imgW="1205977" imgH="545863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0675" y="3306763"/>
                        <a:ext cx="1282700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35" name="Oval 31">
            <a:extLst>
              <a:ext uri="{FF2B5EF4-FFF2-40B4-BE49-F238E27FC236}">
                <a16:creationId xmlns:a16="http://schemas.microsoft.com/office/drawing/2014/main" id="{05A0E094-09C9-4EB2-924C-86C23BF486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3500438"/>
            <a:ext cx="144463" cy="14446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1536" name="Text Box 32">
            <a:extLst>
              <a:ext uri="{FF2B5EF4-FFF2-40B4-BE49-F238E27FC236}">
                <a16:creationId xmlns:a16="http://schemas.microsoft.com/office/drawing/2014/main" id="{C96C7A99-1A8D-4AC0-9569-BC39C747D3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1513" y="4508500"/>
            <a:ext cx="3873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1600" b="1">
                <a:latin typeface="Times New Roman" panose="02020603050405020304" pitchFamily="18" charset="0"/>
              </a:rPr>
              <a:t>内</a:t>
            </a:r>
          </a:p>
        </p:txBody>
      </p:sp>
      <p:graphicFrame>
        <p:nvGraphicFramePr>
          <p:cNvPr id="21537" name="Object 33">
            <a:extLst>
              <a:ext uri="{FF2B5EF4-FFF2-40B4-BE49-F238E27FC236}">
                <a16:creationId xmlns:a16="http://schemas.microsoft.com/office/drawing/2014/main" id="{6542654E-0AF8-4C83-9754-A28E005230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29013" y="2576513"/>
          <a:ext cx="43815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46" name="Equation" r:id="rId23" imgW="314401" imgH="266558" progId="Equation.3">
                  <p:embed/>
                </p:oleObj>
              </mc:Choice>
              <mc:Fallback>
                <p:oleObj name="Equation" r:id="rId23" imgW="314401" imgH="266558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9013" y="2576513"/>
                        <a:ext cx="438150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38" name="Text Box 34">
            <a:extLst>
              <a:ext uri="{FF2B5EF4-FFF2-40B4-BE49-F238E27FC236}">
                <a16:creationId xmlns:a16="http://schemas.microsoft.com/office/drawing/2014/main" id="{BCD29CA8-561F-4BCD-92C5-869446F856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7125" y="4856163"/>
            <a:ext cx="63134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——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对任意闭合路径都成立</a:t>
            </a:r>
          </a:p>
        </p:txBody>
      </p:sp>
      <p:sp>
        <p:nvSpPr>
          <p:cNvPr id="19486" name="Text Box 75">
            <a:extLst>
              <a:ext uri="{FF2B5EF4-FFF2-40B4-BE49-F238E27FC236}">
                <a16:creationId xmlns:a16="http://schemas.microsoft.com/office/drawing/2014/main" id="{0096BEA0-6C79-487B-BB39-6F517E6CC2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4100" y="6440488"/>
            <a:ext cx="4159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</a:p>
        </p:txBody>
      </p:sp>
      <p:sp>
        <p:nvSpPr>
          <p:cNvPr id="19487" name="灯片编号占位符 3">
            <a:extLst>
              <a:ext uri="{FF2B5EF4-FFF2-40B4-BE49-F238E27FC236}">
                <a16:creationId xmlns:a16="http://schemas.microsoft.com/office/drawing/2014/main" id="{009E365D-F021-42F3-9D05-358FFC7B0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D914A66-CAF7-4398-B2D4-78B4FA11ADE1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zh-CN" sz="1400"/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15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15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21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9" dur="75"/>
                                        <p:tgtEl>
                                          <p:spTgt spid="21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9" dur="5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15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15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15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15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1" dur="5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2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0" dur="500"/>
                                        <p:tgtEl>
                                          <p:spTgt spid="2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15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15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21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75"/>
                                        <p:tgtEl>
                                          <p:spTgt spid="2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1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4" dur="500"/>
                                        <p:tgtEl>
                                          <p:spTgt spid="21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2" dur="500"/>
                                        <p:tgtEl>
                                          <p:spTgt spid="21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21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21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15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215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215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215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6" dur="500"/>
                                        <p:tgtEl>
                                          <p:spTgt spid="21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75"/>
                                        <p:tgtEl>
                                          <p:spTgt spid="21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8" grpId="0" animBg="1"/>
      <p:bldP spid="21512" grpId="0" animBg="1" autoUpdateAnimBg="0"/>
      <p:bldP spid="21513" grpId="0" autoUpdateAnimBg="0"/>
      <p:bldP spid="21528" grpId="0" autoUpdateAnimBg="0"/>
      <p:bldP spid="21529" grpId="0" autoUpdateAnimBg="0"/>
      <p:bldP spid="21533" grpId="0" autoUpdateAnimBg="0"/>
      <p:bldP spid="21535" grpId="0" animBg="1"/>
      <p:bldP spid="21536" grpId="0"/>
      <p:bldP spid="21538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AutoShape 2">
            <a:extLst>
              <a:ext uri="{FF2B5EF4-FFF2-40B4-BE49-F238E27FC236}">
                <a16:creationId xmlns:a16="http://schemas.microsoft.com/office/drawing/2014/main" id="{673061B3-2019-4B33-9EC7-B35D61B3F6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601913"/>
            <a:ext cx="1836738" cy="1042987"/>
          </a:xfrm>
          <a:prstGeom prst="wedgeEllipseCallout">
            <a:avLst>
              <a:gd name="adj1" fmla="val 96412"/>
              <a:gd name="adj2" fmla="val -19560"/>
            </a:avLst>
          </a:prstGeom>
          <a:solidFill>
            <a:srgbClr val="FFFF00"/>
          </a:solidFill>
          <a:ln w="9525">
            <a:solidFill>
              <a:srgbClr val="3366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1" lang="zh-CN" altLang="zh-CN" sz="2400" b="1">
              <a:solidFill>
                <a:srgbClr val="0066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31" name="Text Box 3">
            <a:extLst>
              <a:ext uri="{FF2B5EF4-FFF2-40B4-BE49-F238E27FC236}">
                <a16:creationId xmlns:a16="http://schemas.microsoft.com/office/drawing/2014/main" id="{AD1E09C6-6035-4316-B5E7-D1DDFBF92C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938" y="388938"/>
            <a:ext cx="49418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</a:rPr>
              <a:t>3.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磁介质中宏观磁场的规律</a:t>
            </a:r>
          </a:p>
        </p:txBody>
      </p:sp>
      <p:sp>
        <p:nvSpPr>
          <p:cNvPr id="22532" name="Text Box 4">
            <a:extLst>
              <a:ext uri="{FF2B5EF4-FFF2-40B4-BE49-F238E27FC236}">
                <a16:creationId xmlns:a16="http://schemas.microsoft.com/office/drawing/2014/main" id="{C2F8F087-5F67-44CA-98D5-B992A93F6B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463" y="965200"/>
            <a:ext cx="63436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>
                <a:latin typeface="Times New Roman" panose="02020603050405020304" pitchFamily="18" charset="0"/>
              </a:rPr>
              <a:t>1</a:t>
            </a:r>
            <a:r>
              <a:rPr kumimoji="1" lang="zh-CN" altLang="en-US" sz="2800" b="1">
                <a:latin typeface="Times New Roman" panose="02020603050405020304" pitchFamily="18" charset="0"/>
              </a:rPr>
              <a:t>）有介质时的安培环路定理</a:t>
            </a:r>
          </a:p>
        </p:txBody>
      </p:sp>
      <p:graphicFrame>
        <p:nvGraphicFramePr>
          <p:cNvPr id="22533" name="Object 5">
            <a:extLst>
              <a:ext uri="{FF2B5EF4-FFF2-40B4-BE49-F238E27FC236}">
                <a16:creationId xmlns:a16="http://schemas.microsoft.com/office/drawing/2014/main" id="{8F80CC70-5C22-4B9D-B701-DD5F03847F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73375" y="2708275"/>
          <a:ext cx="3859213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6" name="Equation" r:id="rId3" imgW="3743314" imgH="657186" progId="Equation.DSMT4">
                  <p:embed/>
                </p:oleObj>
              </mc:Choice>
              <mc:Fallback>
                <p:oleObj name="Equation" r:id="rId3" imgW="3743314" imgH="657186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3375" y="2708275"/>
                        <a:ext cx="3859213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4" name="Text Box 6">
            <a:extLst>
              <a:ext uri="{FF2B5EF4-FFF2-40B4-BE49-F238E27FC236}">
                <a16:creationId xmlns:a16="http://schemas.microsoft.com/office/drawing/2014/main" id="{F67A81B2-A34A-4812-8871-32D5ACBE69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4738" y="1431925"/>
            <a:ext cx="7889875" cy="98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在有介质的空间，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传导电流</a:t>
            </a:r>
            <a:r>
              <a:rPr kumimoji="1" lang="zh-CN" altLang="en-US" sz="2800" b="1">
                <a:latin typeface="Times New Roman" panose="02020603050405020304" pitchFamily="18" charset="0"/>
              </a:rPr>
              <a:t>与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磁化电流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共同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产生磁场</a:t>
            </a:r>
            <a:r>
              <a:rPr kumimoji="1" lang="zh-CN" altLang="en-US" sz="2800" b="1">
                <a:latin typeface="Times New Roman" panose="02020603050405020304" pitchFamily="18" charset="0"/>
              </a:rPr>
              <a:t>：</a:t>
            </a:r>
          </a:p>
        </p:txBody>
      </p:sp>
      <p:sp>
        <p:nvSpPr>
          <p:cNvPr id="22535" name="AutoShape 7">
            <a:extLst>
              <a:ext uri="{FF2B5EF4-FFF2-40B4-BE49-F238E27FC236}">
                <a16:creationId xmlns:a16="http://schemas.microsoft.com/office/drawing/2014/main" id="{11520E4C-7754-4E94-A307-FF5317585C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8488" y="2528888"/>
            <a:ext cx="1476375" cy="612775"/>
          </a:xfrm>
          <a:prstGeom prst="wedgeEllipseCallout">
            <a:avLst>
              <a:gd name="adj1" fmla="val -78389"/>
              <a:gd name="adj2" fmla="val 26167"/>
            </a:avLst>
          </a:prstGeom>
          <a:gradFill rotWithShape="1">
            <a:gsLst>
              <a:gs pos="0">
                <a:srgbClr val="66FFFF"/>
              </a:gs>
              <a:gs pos="50000">
                <a:srgbClr val="FFFFFF"/>
              </a:gs>
              <a:gs pos="100000">
                <a:srgbClr val="66FFFF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1" lang="zh-CN" altLang="zh-CN" sz="2800" b="1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36" name="AutoShape 8">
            <a:extLst>
              <a:ext uri="{FF2B5EF4-FFF2-40B4-BE49-F238E27FC236}">
                <a16:creationId xmlns:a16="http://schemas.microsoft.com/office/drawing/2014/main" id="{DEF3AD9B-C557-45B1-9A45-F22CFE3B8A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0313" y="2062163"/>
            <a:ext cx="1800225" cy="538162"/>
          </a:xfrm>
          <a:prstGeom prst="wedgeEllipseCallout">
            <a:avLst>
              <a:gd name="adj1" fmla="val -37829"/>
              <a:gd name="adj2" fmla="val 90116"/>
            </a:avLst>
          </a:prstGeom>
          <a:gradFill rotWithShape="1">
            <a:gsLst>
              <a:gs pos="0">
                <a:srgbClr val="FF9999"/>
              </a:gs>
              <a:gs pos="50000">
                <a:schemeClr val="bg1"/>
              </a:gs>
              <a:gs pos="100000">
                <a:srgbClr val="FF9999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zh-CN" altLang="zh-CN" sz="2800" b="1">
              <a:solidFill>
                <a:srgbClr val="990033"/>
              </a:solidFill>
              <a:latin typeface="Times New Roman" pitchFamily="18" charset="0"/>
            </a:endParaRPr>
          </a:p>
        </p:txBody>
      </p:sp>
      <p:sp>
        <p:nvSpPr>
          <p:cNvPr id="22537" name="Text Box 9">
            <a:extLst>
              <a:ext uri="{FF2B5EF4-FFF2-40B4-BE49-F238E27FC236}">
                <a16:creationId xmlns:a16="http://schemas.microsoft.com/office/drawing/2014/main" id="{4D9B7DCC-5937-44C5-B842-76B84F973D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513" y="3357563"/>
            <a:ext cx="26289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则有</a:t>
            </a:r>
          </a:p>
        </p:txBody>
      </p:sp>
      <p:graphicFrame>
        <p:nvGraphicFramePr>
          <p:cNvPr id="22538" name="Object 10">
            <a:extLst>
              <a:ext uri="{FF2B5EF4-FFF2-40B4-BE49-F238E27FC236}">
                <a16:creationId xmlns:a16="http://schemas.microsoft.com/office/drawing/2014/main" id="{1FC5308E-FD17-4ABD-B5F3-A9CD08B682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67063" y="4760913"/>
          <a:ext cx="3424237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7" name="Equation" r:id="rId5" imgW="3133598" imgH="790639" progId="Equation.DSMT4">
                  <p:embed/>
                </p:oleObj>
              </mc:Choice>
              <mc:Fallback>
                <p:oleObj name="Equation" r:id="rId5" imgW="3133598" imgH="790639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7063" y="4760913"/>
                        <a:ext cx="3424237" cy="89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9" name="Text Box 11">
            <a:extLst>
              <a:ext uri="{FF2B5EF4-FFF2-40B4-BE49-F238E27FC236}">
                <a16:creationId xmlns:a16="http://schemas.microsoft.com/office/drawing/2014/main" id="{0746CE90-F234-4E7A-9DA1-FA521AAD3C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2850" y="4876800"/>
            <a:ext cx="264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即</a:t>
            </a:r>
          </a:p>
        </p:txBody>
      </p:sp>
      <p:sp>
        <p:nvSpPr>
          <p:cNvPr id="22540" name="Text Box 12">
            <a:extLst>
              <a:ext uri="{FF2B5EF4-FFF2-40B4-BE49-F238E27FC236}">
                <a16:creationId xmlns:a16="http://schemas.microsoft.com/office/drawing/2014/main" id="{F338C077-F4DA-4DA4-9929-2D246AD141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9063" y="2071688"/>
            <a:ext cx="2397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</a:rPr>
              <a:t>传导电流</a:t>
            </a:r>
          </a:p>
        </p:txBody>
      </p:sp>
      <p:sp>
        <p:nvSpPr>
          <p:cNvPr id="22541" name="Text Box 13">
            <a:extLst>
              <a:ext uri="{FF2B5EF4-FFF2-40B4-BE49-F238E27FC236}">
                <a16:creationId xmlns:a16="http://schemas.microsoft.com/office/drawing/2014/main" id="{3F34A2EE-D38C-43FD-A6C3-F9C429C3AA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7850" y="2586038"/>
            <a:ext cx="2000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</a:rPr>
              <a:t>束缚电流</a:t>
            </a:r>
          </a:p>
        </p:txBody>
      </p:sp>
      <p:sp>
        <p:nvSpPr>
          <p:cNvPr id="22542" name="Text Box 14">
            <a:extLst>
              <a:ext uri="{FF2B5EF4-FFF2-40B4-BE49-F238E27FC236}">
                <a16:creationId xmlns:a16="http://schemas.microsoft.com/office/drawing/2014/main" id="{6EB0C2E2-759D-42B1-B66C-178E374427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8" y="2708275"/>
            <a:ext cx="2592387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0049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有磁介质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0049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的总磁场</a:t>
            </a:r>
          </a:p>
        </p:txBody>
      </p:sp>
      <p:graphicFrame>
        <p:nvGraphicFramePr>
          <p:cNvPr id="22543" name="Object 15">
            <a:extLst>
              <a:ext uri="{FF2B5EF4-FFF2-40B4-BE49-F238E27FC236}">
                <a16:creationId xmlns:a16="http://schemas.microsoft.com/office/drawing/2014/main" id="{4B8749B1-BF90-4D64-A4B6-C89EE9C102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79725" y="3952875"/>
          <a:ext cx="4452938" cy="80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8" name="Equation" r:id="rId7" imgW="4333944" imgH="657186" progId="Equation.DSMT4">
                  <p:embed/>
                </p:oleObj>
              </mc:Choice>
              <mc:Fallback>
                <p:oleObj name="Equation" r:id="rId7" imgW="4333944" imgH="657186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9725" y="3952875"/>
                        <a:ext cx="4452938" cy="808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4" name="Object 16">
            <a:extLst>
              <a:ext uri="{FF2B5EF4-FFF2-40B4-BE49-F238E27FC236}">
                <a16:creationId xmlns:a16="http://schemas.microsoft.com/office/drawing/2014/main" id="{3C12B378-E8B0-4F98-8F55-2CE4F84F31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60675" y="5721350"/>
          <a:ext cx="1854200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9" name="Equation" r:id="rId9" imgW="1752455" imgH="723913" progId="Equation.DSMT4">
                  <p:embed/>
                </p:oleObj>
              </mc:Choice>
              <mc:Fallback>
                <p:oleObj name="Equation" r:id="rId9" imgW="1752455" imgH="723913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0675" y="5721350"/>
                        <a:ext cx="1854200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5" name="Text Box 17">
            <a:extLst>
              <a:ext uri="{FF2B5EF4-FFF2-40B4-BE49-F238E27FC236}">
                <a16:creationId xmlns:a16="http://schemas.microsoft.com/office/drawing/2014/main" id="{674EF5B5-0FA0-4BA6-87B1-F31F2F5958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2888" y="5797550"/>
            <a:ext cx="23383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定义：</a:t>
            </a:r>
          </a:p>
        </p:txBody>
      </p:sp>
      <p:sp>
        <p:nvSpPr>
          <p:cNvPr id="22546" name="Text Box 18">
            <a:extLst>
              <a:ext uri="{FF2B5EF4-FFF2-40B4-BE49-F238E27FC236}">
                <a16:creationId xmlns:a16="http://schemas.microsoft.com/office/drawing/2014/main" id="{69882B29-3BE0-4609-ADB5-E5444484BB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3288" y="5797550"/>
            <a:ext cx="36750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——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磁场强度 </a:t>
            </a:r>
          </a:p>
        </p:txBody>
      </p:sp>
      <p:grpSp>
        <p:nvGrpSpPr>
          <p:cNvPr id="2" name="Group 20">
            <a:extLst>
              <a:ext uri="{FF2B5EF4-FFF2-40B4-BE49-F238E27FC236}">
                <a16:creationId xmlns:a16="http://schemas.microsoft.com/office/drawing/2014/main" id="{A42D82AC-B909-43B1-A9CA-D039C69FFF45}"/>
              </a:ext>
            </a:extLst>
          </p:cNvPr>
          <p:cNvGrpSpPr>
            <a:grpSpLocks/>
          </p:cNvGrpSpPr>
          <p:nvPr/>
        </p:nvGrpSpPr>
        <p:grpSpPr bwMode="auto">
          <a:xfrm>
            <a:off x="5759450" y="549275"/>
            <a:ext cx="3198813" cy="890588"/>
            <a:chOff x="3560" y="346"/>
            <a:chExt cx="2083" cy="561"/>
          </a:xfrm>
        </p:grpSpPr>
        <p:grpSp>
          <p:nvGrpSpPr>
            <p:cNvPr id="20511" name="Group 21">
              <a:extLst>
                <a:ext uri="{FF2B5EF4-FFF2-40B4-BE49-F238E27FC236}">
                  <a16:creationId xmlns:a16="http://schemas.microsoft.com/office/drawing/2014/main" id="{C2F8FB7A-2182-437E-AC2F-E8960DCF52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60" y="346"/>
              <a:ext cx="2083" cy="561"/>
              <a:chOff x="3560" y="300"/>
              <a:chExt cx="2083" cy="561"/>
            </a:xfrm>
          </p:grpSpPr>
          <p:graphicFrame>
            <p:nvGraphicFramePr>
              <p:cNvPr id="20513" name="Object 22">
                <a:extLst>
                  <a:ext uri="{FF2B5EF4-FFF2-40B4-BE49-F238E27FC236}">
                    <a16:creationId xmlns:a16="http://schemas.microsoft.com/office/drawing/2014/main" id="{DA4CBC12-8A35-40E8-9CAC-CB448FD0B3B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184" y="347"/>
              <a:ext cx="1427" cy="46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540" name="Equation" r:id="rId11" imgW="2171657" imgH="657186" progId="Equation.DSMT4">
                      <p:embed/>
                    </p:oleObj>
                  </mc:Choice>
                  <mc:Fallback>
                    <p:oleObj name="Equation" r:id="rId11" imgW="2171657" imgH="657186" progId="Equation.DSMT4">
                      <p:embed/>
                      <p:pic>
                        <p:nvPicPr>
                          <p:cNvPr id="0" name="Object 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84" y="347"/>
                            <a:ext cx="1427" cy="46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0514" name="Rectangle 23">
                <a:extLst>
                  <a:ext uri="{FF2B5EF4-FFF2-40B4-BE49-F238E27FC236}">
                    <a16:creationId xmlns:a16="http://schemas.microsoft.com/office/drawing/2014/main" id="{C99BD9F4-A54F-49AD-9A62-0D0BB80D60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8" y="300"/>
                <a:ext cx="1555" cy="497"/>
              </a:xfrm>
              <a:prstGeom prst="rect">
                <a:avLst/>
              </a:prstGeom>
              <a:noFill/>
              <a:ln w="38100">
                <a:solidFill>
                  <a:srgbClr val="FF66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pic>
            <p:nvPicPr>
              <p:cNvPr id="20515" name="Picture 24" descr="dove">
                <a:extLst>
                  <a:ext uri="{FF2B5EF4-FFF2-40B4-BE49-F238E27FC236}">
                    <a16:creationId xmlns:a16="http://schemas.microsoft.com/office/drawing/2014/main" id="{9F1942AC-010A-4513-8192-BCE3B65FE45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60" y="300"/>
                <a:ext cx="555" cy="5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20512" name="Oval 25">
              <a:extLst>
                <a:ext uri="{FF2B5EF4-FFF2-40B4-BE49-F238E27FC236}">
                  <a16:creationId xmlns:a16="http://schemas.microsoft.com/office/drawing/2014/main" id="{448BD3FF-60DE-4EDD-AA57-C521C800EF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7" y="519"/>
              <a:ext cx="91" cy="9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22554" name="Oval 26">
            <a:extLst>
              <a:ext uri="{FF2B5EF4-FFF2-40B4-BE49-F238E27FC236}">
                <a16:creationId xmlns:a16="http://schemas.microsoft.com/office/drawing/2014/main" id="{E933D60F-0F0D-41F9-8045-5A8DB083D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9725" y="2924175"/>
            <a:ext cx="144463" cy="14446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2555" name="Oval 27">
            <a:extLst>
              <a:ext uri="{FF2B5EF4-FFF2-40B4-BE49-F238E27FC236}">
                <a16:creationId xmlns:a16="http://schemas.microsoft.com/office/drawing/2014/main" id="{CBA08C42-5F96-4AA8-9ED5-262CE0F0A4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0238" y="5084763"/>
            <a:ext cx="144462" cy="14446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2556" name="Oval 28">
            <a:extLst>
              <a:ext uri="{FF2B5EF4-FFF2-40B4-BE49-F238E27FC236}">
                <a16:creationId xmlns:a16="http://schemas.microsoft.com/office/drawing/2014/main" id="{80ED20CD-7325-4E17-9F56-3F65B150D6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1313" y="4148138"/>
            <a:ext cx="144462" cy="14446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2557" name="Oval 29">
            <a:extLst>
              <a:ext uri="{FF2B5EF4-FFF2-40B4-BE49-F238E27FC236}">
                <a16:creationId xmlns:a16="http://schemas.microsoft.com/office/drawing/2014/main" id="{BBEDD9D5-D08C-4750-9817-B63361AB95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4888" y="4133850"/>
            <a:ext cx="144462" cy="14446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2558" name="Text Box 30">
            <a:extLst>
              <a:ext uri="{FF2B5EF4-FFF2-40B4-BE49-F238E27FC236}">
                <a16:creationId xmlns:a16="http://schemas.microsoft.com/office/drawing/2014/main" id="{76C9F279-4D36-4375-BA60-190E8C246E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9338" y="3176588"/>
            <a:ext cx="3873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1600" b="1">
                <a:latin typeface="Times New Roman" panose="02020603050405020304" pitchFamily="18" charset="0"/>
              </a:rPr>
              <a:t>内</a:t>
            </a:r>
          </a:p>
        </p:txBody>
      </p:sp>
      <p:sp>
        <p:nvSpPr>
          <p:cNvPr id="22559" name="Text Box 31">
            <a:extLst>
              <a:ext uri="{FF2B5EF4-FFF2-40B4-BE49-F238E27FC236}">
                <a16:creationId xmlns:a16="http://schemas.microsoft.com/office/drawing/2014/main" id="{B449BC13-DBEF-4B71-8420-CE912518D3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2838" y="3163888"/>
            <a:ext cx="3873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1600" b="1">
                <a:latin typeface="Times New Roman" panose="02020603050405020304" pitchFamily="18" charset="0"/>
              </a:rPr>
              <a:t>内</a:t>
            </a:r>
          </a:p>
        </p:txBody>
      </p:sp>
      <p:sp>
        <p:nvSpPr>
          <p:cNvPr id="22560" name="Text Box 32">
            <a:extLst>
              <a:ext uri="{FF2B5EF4-FFF2-40B4-BE49-F238E27FC236}">
                <a16:creationId xmlns:a16="http://schemas.microsoft.com/office/drawing/2014/main" id="{EE51552C-1F1A-4BCB-8A9A-EA957148DE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1363" y="1016000"/>
            <a:ext cx="3873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1600" b="1">
                <a:latin typeface="Times New Roman" panose="02020603050405020304" pitchFamily="18" charset="0"/>
              </a:rPr>
              <a:t>内</a:t>
            </a:r>
          </a:p>
        </p:txBody>
      </p:sp>
      <p:sp>
        <p:nvSpPr>
          <p:cNvPr id="22561" name="Text Box 33">
            <a:extLst>
              <a:ext uri="{FF2B5EF4-FFF2-40B4-BE49-F238E27FC236}">
                <a16:creationId xmlns:a16="http://schemas.microsoft.com/office/drawing/2014/main" id="{57E88440-CED3-4273-ADE0-EB4B9D575E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9338" y="4424363"/>
            <a:ext cx="3873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1600" b="1">
                <a:latin typeface="Times New Roman" panose="02020603050405020304" pitchFamily="18" charset="0"/>
              </a:rPr>
              <a:t>内</a:t>
            </a:r>
          </a:p>
        </p:txBody>
      </p:sp>
      <p:sp>
        <p:nvSpPr>
          <p:cNvPr id="22562" name="Text Box 34">
            <a:extLst>
              <a:ext uri="{FF2B5EF4-FFF2-40B4-BE49-F238E27FC236}">
                <a16:creationId xmlns:a16="http://schemas.microsoft.com/office/drawing/2014/main" id="{5B5995A7-7ED5-4612-B40C-A6A8F2459F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5324475"/>
            <a:ext cx="3873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1600" b="1">
                <a:latin typeface="Times New Roman" panose="02020603050405020304" pitchFamily="18" charset="0"/>
              </a:rPr>
              <a:t>内</a:t>
            </a:r>
          </a:p>
        </p:txBody>
      </p:sp>
      <p:sp>
        <p:nvSpPr>
          <p:cNvPr id="20509" name="Text Box 75">
            <a:extLst>
              <a:ext uri="{FF2B5EF4-FFF2-40B4-BE49-F238E27FC236}">
                <a16:creationId xmlns:a16="http://schemas.microsoft.com/office/drawing/2014/main" id="{345D3A9D-F015-4443-8D7B-70D99ABA88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4100" y="6440488"/>
            <a:ext cx="4159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</a:p>
        </p:txBody>
      </p:sp>
      <p:sp>
        <p:nvSpPr>
          <p:cNvPr id="20510" name="灯片编号占位符 2">
            <a:extLst>
              <a:ext uri="{FF2B5EF4-FFF2-40B4-BE49-F238E27FC236}">
                <a16:creationId xmlns:a16="http://schemas.microsoft.com/office/drawing/2014/main" id="{66B62617-86DD-4DB3-86B9-DB74463D1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CF6D3D2-3429-498A-A028-E05D3AF81EC1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zh-CN" sz="1400"/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75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5" fill="hold"/>
                                        <p:tgtEl>
                                          <p:spTgt spid="22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" fill="hold"/>
                                        <p:tgtEl>
                                          <p:spTgt spid="22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" fill="hold"/>
                                        <p:tgtEl>
                                          <p:spTgt spid="225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" fill="hold"/>
                                        <p:tgtEl>
                                          <p:spTgt spid="225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2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75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2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75"/>
                                        <p:tgtEl>
                                          <p:spTgt spid="2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2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75"/>
                                        <p:tgtEl>
                                          <p:spTgt spid="22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0" dur="500"/>
                                        <p:tgtEl>
                                          <p:spTgt spid="22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25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25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7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25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25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2" dur="500"/>
                                        <p:tgtEl>
                                          <p:spTgt spid="22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6" dur="500"/>
                                        <p:tgtEl>
                                          <p:spTgt spid="22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75" fill="hold"/>
                                        <p:tgtEl>
                                          <p:spTgt spid="225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75" fill="hold"/>
                                        <p:tgtEl>
                                          <p:spTgt spid="225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225"/>
                            </p:stCondLst>
                            <p:childTnLst>
                              <p:par>
                                <p:cTn id="109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1" dur="500"/>
                                        <p:tgtEl>
                                          <p:spTgt spid="22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25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25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25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225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 animBg="1" autoUpdateAnimBg="0"/>
      <p:bldP spid="22531" grpId="0" autoUpdateAnimBg="0"/>
      <p:bldP spid="22532" grpId="0" autoUpdateAnimBg="0"/>
      <p:bldP spid="22534" grpId="0" autoUpdateAnimBg="0"/>
      <p:bldP spid="22535" grpId="0" animBg="1" autoUpdateAnimBg="0"/>
      <p:bldP spid="22536" grpId="0" animBg="1" autoUpdateAnimBg="0"/>
      <p:bldP spid="22537" grpId="0" autoUpdateAnimBg="0"/>
      <p:bldP spid="22539" grpId="0" autoUpdateAnimBg="0"/>
      <p:bldP spid="22540" grpId="0"/>
      <p:bldP spid="22541" grpId="0"/>
      <p:bldP spid="22542" grpId="0"/>
      <p:bldP spid="22545" grpId="0" autoUpdateAnimBg="0"/>
      <p:bldP spid="22546" grpId="0" autoUpdateAnimBg="0"/>
      <p:bldP spid="22554" grpId="0" animBg="1"/>
      <p:bldP spid="22555" grpId="0" animBg="1"/>
      <p:bldP spid="22556" grpId="0" animBg="1"/>
      <p:bldP spid="22557" grpId="0" animBg="1"/>
      <p:bldP spid="22558" grpId="0"/>
      <p:bldP spid="22559" grpId="0"/>
      <p:bldP spid="22560" grpId="0"/>
      <p:bldP spid="22561" grpId="0"/>
      <p:bldP spid="2256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55" name="Object 3">
            <a:extLst>
              <a:ext uri="{FF2B5EF4-FFF2-40B4-BE49-F238E27FC236}">
                <a16:creationId xmlns:a16="http://schemas.microsoft.com/office/drawing/2014/main" id="{EAAD3224-090D-4FFC-9AF4-0B5E50AA02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73325" y="1397000"/>
          <a:ext cx="1855788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5" name="Equation" r:id="rId3" imgW="1752455" imgH="723913" progId="Equation.DSMT4">
                  <p:embed/>
                </p:oleObj>
              </mc:Choice>
              <mc:Fallback>
                <p:oleObj name="Equation" r:id="rId3" imgW="1752455" imgH="723913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3325" y="1397000"/>
                        <a:ext cx="1855788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6" name="Text Box 4">
            <a:extLst>
              <a:ext uri="{FF2B5EF4-FFF2-40B4-BE49-F238E27FC236}">
                <a16:creationId xmlns:a16="http://schemas.microsoft.com/office/drawing/2014/main" id="{DC367BDD-A58A-48A1-B321-0A0D51D924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3500" y="1449388"/>
            <a:ext cx="23383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定义：</a:t>
            </a:r>
          </a:p>
        </p:txBody>
      </p:sp>
      <p:sp>
        <p:nvSpPr>
          <p:cNvPr id="23557" name="Text Box 5">
            <a:extLst>
              <a:ext uri="{FF2B5EF4-FFF2-40B4-BE49-F238E27FC236}">
                <a16:creationId xmlns:a16="http://schemas.microsoft.com/office/drawing/2014/main" id="{E9F1D125-7457-43BE-9CC8-1B7A017D5D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1473200"/>
            <a:ext cx="36750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——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磁场强度</a:t>
            </a:r>
            <a:r>
              <a:rPr kumimoji="1" lang="zh-CN" altLang="en-US" sz="28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sp>
        <p:nvSpPr>
          <p:cNvPr id="23558" name="Text Box 6">
            <a:extLst>
              <a:ext uri="{FF2B5EF4-FFF2-40B4-BE49-F238E27FC236}">
                <a16:creationId xmlns:a16="http://schemas.microsoft.com/office/drawing/2014/main" id="{9869A853-94AB-4A7E-8093-B05E331ECB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2986088"/>
            <a:ext cx="20732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则有</a:t>
            </a:r>
          </a:p>
        </p:txBody>
      </p:sp>
      <p:graphicFrame>
        <p:nvGraphicFramePr>
          <p:cNvPr id="23559" name="Object 7">
            <a:extLst>
              <a:ext uri="{FF2B5EF4-FFF2-40B4-BE49-F238E27FC236}">
                <a16:creationId xmlns:a16="http://schemas.microsoft.com/office/drawing/2014/main" id="{93B2AE4B-C904-4DFA-9AF7-E4D5C991B9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08263" y="2987675"/>
          <a:ext cx="2251075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6" name="Equation" r:id="rId5" imgW="2124115" imgH="657186" progId="Equation.DSMT4">
                  <p:embed/>
                </p:oleObj>
              </mc:Choice>
              <mc:Fallback>
                <p:oleObj name="Equation" r:id="rId5" imgW="2124115" imgH="657186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8263" y="2987675"/>
                        <a:ext cx="2251075" cy="836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0" name="Text Box 8">
            <a:extLst>
              <a:ext uri="{FF2B5EF4-FFF2-40B4-BE49-F238E27FC236}">
                <a16:creationId xmlns:a16="http://schemas.microsoft.com/office/drawing/2014/main" id="{7CEE0B80-6432-429D-96AE-F26B4E69C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9725" y="3917950"/>
            <a:ext cx="59213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——</a:t>
            </a: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磁场强度的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安培环路定理 </a:t>
            </a:r>
          </a:p>
        </p:txBody>
      </p:sp>
      <p:sp>
        <p:nvSpPr>
          <p:cNvPr id="23561" name="Rectangle 9">
            <a:extLst>
              <a:ext uri="{FF2B5EF4-FFF2-40B4-BE49-F238E27FC236}">
                <a16:creationId xmlns:a16="http://schemas.microsoft.com/office/drawing/2014/main" id="{BEF872E2-F500-40B4-808B-E117DD78D2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5063" y="2952750"/>
            <a:ext cx="2635250" cy="836613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3562" name="Text Box 10">
            <a:extLst>
              <a:ext uri="{FF2B5EF4-FFF2-40B4-BE49-F238E27FC236}">
                <a16:creationId xmlns:a16="http://schemas.microsoft.com/office/drawing/2014/main" id="{BD91444B-407A-4E7A-BE37-C12429A0A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2262188"/>
            <a:ext cx="45751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单位：安培</a:t>
            </a:r>
            <a:r>
              <a:rPr kumimoji="1" lang="en-US" altLang="zh-CN" sz="2800" b="1">
                <a:latin typeface="Times New Roman" panose="02020603050405020304" pitchFamily="18" charset="0"/>
              </a:rPr>
              <a:t>/</a:t>
            </a:r>
            <a:r>
              <a:rPr kumimoji="1" lang="zh-CN" altLang="en-US" sz="2800" b="1">
                <a:latin typeface="Times New Roman" panose="02020603050405020304" pitchFamily="18" charset="0"/>
              </a:rPr>
              <a:t>米（</a:t>
            </a:r>
            <a:r>
              <a:rPr kumimoji="1" lang="en-US" altLang="zh-CN" sz="2800" b="1">
                <a:latin typeface="Times New Roman" panose="02020603050405020304" pitchFamily="18" charset="0"/>
              </a:rPr>
              <a:t>A/m</a:t>
            </a:r>
            <a:r>
              <a:rPr kumimoji="1" lang="zh-CN" altLang="en-US" sz="2800" b="1"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23563" name="Text Box 11">
            <a:extLst>
              <a:ext uri="{FF2B5EF4-FFF2-40B4-BE49-F238E27FC236}">
                <a16:creationId xmlns:a16="http://schemas.microsoft.com/office/drawing/2014/main" id="{FB40606D-6D44-4B93-BD4B-36E43CCA43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5003800"/>
            <a:ext cx="7993062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沿任一闭合路径磁场强度的环流等于该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闭合路径所包围的自由电流的代数和。</a:t>
            </a:r>
          </a:p>
        </p:txBody>
      </p:sp>
      <p:sp>
        <p:nvSpPr>
          <p:cNvPr id="23564" name="AutoShape 12">
            <a:extLst>
              <a:ext uri="{FF2B5EF4-FFF2-40B4-BE49-F238E27FC236}">
                <a16:creationId xmlns:a16="http://schemas.microsoft.com/office/drawing/2014/main" id="{4E9341F6-62E6-4BC6-B6F4-FA8958010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3878263"/>
            <a:ext cx="1908175" cy="990600"/>
          </a:xfrm>
          <a:prstGeom prst="cloudCallout">
            <a:avLst>
              <a:gd name="adj1" fmla="val 49167"/>
              <a:gd name="adj2" fmla="val 78366"/>
            </a:avLst>
          </a:prstGeom>
          <a:solidFill>
            <a:schemeClr val="bg1"/>
          </a:solidFill>
          <a:ln w="38100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1" lang="zh-CN" altLang="zh-CN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3565" name="Text Box 13">
            <a:extLst>
              <a:ext uri="{FF2B5EF4-FFF2-40B4-BE49-F238E27FC236}">
                <a16:creationId xmlns:a16="http://schemas.microsoft.com/office/drawing/2014/main" id="{1C9FBD88-210C-4669-A647-B4FBFEB322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625" y="4062413"/>
            <a:ext cx="30432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物理意义</a:t>
            </a:r>
            <a:endParaRPr kumimoji="1" lang="zh-CN" altLang="en-US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3566" name="Oval 14">
            <a:extLst>
              <a:ext uri="{FF2B5EF4-FFF2-40B4-BE49-F238E27FC236}">
                <a16:creationId xmlns:a16="http://schemas.microsoft.com/office/drawing/2014/main" id="{60C910BE-CD4D-4427-94EA-BAA24D30C2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6200" y="3198813"/>
            <a:ext cx="144463" cy="14446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pSp>
        <p:nvGrpSpPr>
          <p:cNvPr id="2" name="Group 15">
            <a:extLst>
              <a:ext uri="{FF2B5EF4-FFF2-40B4-BE49-F238E27FC236}">
                <a16:creationId xmlns:a16="http://schemas.microsoft.com/office/drawing/2014/main" id="{3D150B4F-BA25-4DE7-B571-E16B0B2DA53D}"/>
              </a:ext>
            </a:extLst>
          </p:cNvPr>
          <p:cNvGrpSpPr>
            <a:grpSpLocks/>
          </p:cNvGrpSpPr>
          <p:nvPr/>
        </p:nvGrpSpPr>
        <p:grpSpPr bwMode="auto">
          <a:xfrm>
            <a:off x="1346200" y="398463"/>
            <a:ext cx="4486275" cy="977900"/>
            <a:chOff x="848" y="251"/>
            <a:chExt cx="2826" cy="616"/>
          </a:xfrm>
        </p:grpSpPr>
        <p:graphicFrame>
          <p:nvGraphicFramePr>
            <p:cNvPr id="21534" name="Object 16">
              <a:extLst>
                <a:ext uri="{FF2B5EF4-FFF2-40B4-BE49-F238E27FC236}">
                  <a16:creationId xmlns:a16="http://schemas.microsoft.com/office/drawing/2014/main" id="{F50E2C51-56B3-47A8-9913-873C9703E70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79" y="251"/>
            <a:ext cx="2059" cy="6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57" name="Equation" r:id="rId7" imgW="3133598" imgH="790639" progId="Equation.DSMT4">
                    <p:embed/>
                  </p:oleObj>
                </mc:Choice>
                <mc:Fallback>
                  <p:oleObj name="Equation" r:id="rId7" imgW="3133598" imgH="790639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9" y="251"/>
                          <a:ext cx="2059" cy="6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35" name="Rectangle 17">
              <a:extLst>
                <a:ext uri="{FF2B5EF4-FFF2-40B4-BE49-F238E27FC236}">
                  <a16:creationId xmlns:a16="http://schemas.microsoft.com/office/drawing/2014/main" id="{3FC9E538-38B2-4984-B91D-0FC1539CEE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5" y="255"/>
              <a:ext cx="2359" cy="590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pic>
          <p:nvPicPr>
            <p:cNvPr id="21536" name="Picture 18" descr="dove">
              <a:extLst>
                <a:ext uri="{FF2B5EF4-FFF2-40B4-BE49-F238E27FC236}">
                  <a16:creationId xmlns:a16="http://schemas.microsoft.com/office/drawing/2014/main" id="{A933410F-CCB2-4FE5-ACEF-151AA6C8A1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8" y="301"/>
              <a:ext cx="500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37" name="Oval 19">
              <a:extLst>
                <a:ext uri="{FF2B5EF4-FFF2-40B4-BE49-F238E27FC236}">
                  <a16:creationId xmlns:a16="http://schemas.microsoft.com/office/drawing/2014/main" id="{EB660BD4-10E8-4601-9ECF-C280EA8114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6" y="459"/>
              <a:ext cx="91" cy="9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1538" name="Text Box 20">
              <a:extLst>
                <a:ext uri="{FF2B5EF4-FFF2-40B4-BE49-F238E27FC236}">
                  <a16:creationId xmlns:a16="http://schemas.microsoft.com/office/drawing/2014/main" id="{E02910DF-BCFF-4826-809F-AA2483C81A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3" y="655"/>
              <a:ext cx="24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600" b="1">
                  <a:latin typeface="Times New Roman" panose="02020603050405020304" pitchFamily="18" charset="0"/>
                </a:rPr>
                <a:t>内</a:t>
              </a:r>
            </a:p>
          </p:txBody>
        </p:sp>
      </p:grpSp>
      <p:sp>
        <p:nvSpPr>
          <p:cNvPr id="23573" name="Text Box 21">
            <a:extLst>
              <a:ext uri="{FF2B5EF4-FFF2-40B4-BE49-F238E27FC236}">
                <a16:creationId xmlns:a16="http://schemas.microsoft.com/office/drawing/2014/main" id="{1BBE3E26-CD85-467A-8C80-5478D8EA80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9113" y="3487738"/>
            <a:ext cx="3873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1600" b="1">
                <a:latin typeface="Times New Roman" panose="02020603050405020304" pitchFamily="18" charset="0"/>
              </a:rPr>
              <a:t>内</a:t>
            </a:r>
          </a:p>
        </p:txBody>
      </p:sp>
      <p:grpSp>
        <p:nvGrpSpPr>
          <p:cNvPr id="3" name="Group 22">
            <a:extLst>
              <a:ext uri="{FF2B5EF4-FFF2-40B4-BE49-F238E27FC236}">
                <a16:creationId xmlns:a16="http://schemas.microsoft.com/office/drawing/2014/main" id="{942A5C5F-9084-4799-815C-011A0D32F335}"/>
              </a:ext>
            </a:extLst>
          </p:cNvPr>
          <p:cNvGrpSpPr>
            <a:grpSpLocks/>
          </p:cNvGrpSpPr>
          <p:nvPr/>
        </p:nvGrpSpPr>
        <p:grpSpPr bwMode="auto">
          <a:xfrm>
            <a:off x="5897563" y="2924175"/>
            <a:ext cx="2635250" cy="900113"/>
            <a:chOff x="3715" y="1842"/>
            <a:chExt cx="1660" cy="567"/>
          </a:xfrm>
        </p:grpSpPr>
        <p:grpSp>
          <p:nvGrpSpPr>
            <p:cNvPr id="21529" name="Group 23">
              <a:extLst>
                <a:ext uri="{FF2B5EF4-FFF2-40B4-BE49-F238E27FC236}">
                  <a16:creationId xmlns:a16="http://schemas.microsoft.com/office/drawing/2014/main" id="{2760DBB4-F670-4ED0-8BF9-B60F6FB48E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55" y="1865"/>
              <a:ext cx="1452" cy="544"/>
              <a:chOff x="3741" y="1775"/>
              <a:chExt cx="1452" cy="544"/>
            </a:xfrm>
          </p:grpSpPr>
          <p:graphicFrame>
            <p:nvGraphicFramePr>
              <p:cNvPr id="21531" name="Object 24">
                <a:extLst>
                  <a:ext uri="{FF2B5EF4-FFF2-40B4-BE49-F238E27FC236}">
                    <a16:creationId xmlns:a16="http://schemas.microsoft.com/office/drawing/2014/main" id="{C09ACDAD-6ABB-41FE-82D4-EFD1ACA3E1D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741" y="1775"/>
              <a:ext cx="1452" cy="5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558" name="Equation" r:id="rId10" imgW="2235200" imgH="787400" progId="Equation.DSMT4">
                      <p:embed/>
                    </p:oleObj>
                  </mc:Choice>
                  <mc:Fallback>
                    <p:oleObj name="Equation" r:id="rId10" imgW="2235200" imgH="787400" progId="Equation.DSMT4">
                      <p:embed/>
                      <p:pic>
                        <p:nvPicPr>
                          <p:cNvPr id="0" name="Object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41" y="1775"/>
                            <a:ext cx="1452" cy="5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1532" name="Oval 25">
                <a:extLst>
                  <a:ext uri="{FF2B5EF4-FFF2-40B4-BE49-F238E27FC236}">
                    <a16:creationId xmlns:a16="http://schemas.microsoft.com/office/drawing/2014/main" id="{86D4505E-4076-4684-9771-AB19F0D289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63" y="1911"/>
                <a:ext cx="90" cy="9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21533" name="Text Box 26">
                <a:extLst>
                  <a:ext uri="{FF2B5EF4-FFF2-40B4-BE49-F238E27FC236}">
                    <a16:creationId xmlns:a16="http://schemas.microsoft.com/office/drawing/2014/main" id="{F2135507-E6CD-4058-84E0-4EB93D932C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12" y="2084"/>
                <a:ext cx="244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zh-CN" altLang="en-US" sz="1600" b="1">
                    <a:latin typeface="Times New Roman" panose="02020603050405020304" pitchFamily="18" charset="0"/>
                  </a:rPr>
                  <a:t>内</a:t>
                </a:r>
              </a:p>
            </p:txBody>
          </p:sp>
        </p:grpSp>
        <p:sp>
          <p:nvSpPr>
            <p:cNvPr id="21530" name="Rectangle 27">
              <a:extLst>
                <a:ext uri="{FF2B5EF4-FFF2-40B4-BE49-F238E27FC236}">
                  <a16:creationId xmlns:a16="http://schemas.microsoft.com/office/drawing/2014/main" id="{880097E6-FBB3-464D-8809-AD0C1EEF73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5" y="1842"/>
              <a:ext cx="1660" cy="527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5" name="Group 28">
            <a:extLst>
              <a:ext uri="{FF2B5EF4-FFF2-40B4-BE49-F238E27FC236}">
                <a16:creationId xmlns:a16="http://schemas.microsoft.com/office/drawing/2014/main" id="{286B9236-8BE9-4B78-AA9E-F46F15C63AC2}"/>
              </a:ext>
            </a:extLst>
          </p:cNvPr>
          <p:cNvGrpSpPr>
            <a:grpSpLocks/>
          </p:cNvGrpSpPr>
          <p:nvPr/>
        </p:nvGrpSpPr>
        <p:grpSpPr bwMode="auto">
          <a:xfrm>
            <a:off x="7162800" y="2168525"/>
            <a:ext cx="1873250" cy="612775"/>
            <a:chOff x="4512" y="1366"/>
            <a:chExt cx="1180" cy="386"/>
          </a:xfrm>
        </p:grpSpPr>
        <p:sp>
          <p:nvSpPr>
            <p:cNvPr id="21527" name="AutoShape 29">
              <a:extLst>
                <a:ext uri="{FF2B5EF4-FFF2-40B4-BE49-F238E27FC236}">
                  <a16:creationId xmlns:a16="http://schemas.microsoft.com/office/drawing/2014/main" id="{A4BEE6ED-CD63-41ED-BC65-6ABD3D3C01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3" y="1366"/>
              <a:ext cx="930" cy="386"/>
            </a:xfrm>
            <a:prstGeom prst="wedgeEllipseCallout">
              <a:avLst>
                <a:gd name="adj1" fmla="val 22366"/>
                <a:gd name="adj2" fmla="val 105181"/>
              </a:avLst>
            </a:prstGeom>
            <a:solidFill>
              <a:srgbClr val="66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1" lang="zh-CN" altLang="zh-CN" sz="2800" b="1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1528" name="Text Box 30">
              <a:extLst>
                <a:ext uri="{FF2B5EF4-FFF2-40B4-BE49-F238E27FC236}">
                  <a16:creationId xmlns:a16="http://schemas.microsoft.com/office/drawing/2014/main" id="{6DE32DEA-E1C4-4B87-8159-C6F17FC440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2" y="1396"/>
              <a:ext cx="11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latin typeface="Times New Roman" panose="02020603050405020304" pitchFamily="18" charset="0"/>
                  <a:ea typeface="黑体" panose="02010609060101010101" pitchFamily="49" charset="-122"/>
                </a:rPr>
                <a:t>自由电荷</a:t>
              </a:r>
            </a:p>
          </p:txBody>
        </p:sp>
      </p:grpSp>
      <p:grpSp>
        <p:nvGrpSpPr>
          <p:cNvPr id="6" name="Group 31">
            <a:extLst>
              <a:ext uri="{FF2B5EF4-FFF2-40B4-BE49-F238E27FC236}">
                <a16:creationId xmlns:a16="http://schemas.microsoft.com/office/drawing/2014/main" id="{8B83954F-5EC9-47E1-BF90-C27C8576D997}"/>
              </a:ext>
            </a:extLst>
          </p:cNvPr>
          <p:cNvGrpSpPr>
            <a:grpSpLocks/>
          </p:cNvGrpSpPr>
          <p:nvPr/>
        </p:nvGrpSpPr>
        <p:grpSpPr bwMode="auto">
          <a:xfrm>
            <a:off x="4967288" y="2205038"/>
            <a:ext cx="2305050" cy="538162"/>
            <a:chOff x="3129" y="1389"/>
            <a:chExt cx="1452" cy="339"/>
          </a:xfrm>
        </p:grpSpPr>
        <p:sp>
          <p:nvSpPr>
            <p:cNvPr id="21525" name="AutoShape 32">
              <a:extLst>
                <a:ext uri="{FF2B5EF4-FFF2-40B4-BE49-F238E27FC236}">
                  <a16:creationId xmlns:a16="http://schemas.microsoft.com/office/drawing/2014/main" id="{9815E552-837D-4F64-86BF-25B25BC533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9" y="1389"/>
              <a:ext cx="1134" cy="339"/>
            </a:xfrm>
            <a:prstGeom prst="wedgeEllipseCallout">
              <a:avLst>
                <a:gd name="adj1" fmla="val -59787"/>
                <a:gd name="adj2" fmla="val 118731"/>
              </a:avLst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1" lang="zh-CN" altLang="zh-CN" sz="2800" b="1">
                <a:solidFill>
                  <a:srgbClr val="990033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1526" name="Text Box 33">
              <a:extLst>
                <a:ext uri="{FF2B5EF4-FFF2-40B4-BE49-F238E27FC236}">
                  <a16:creationId xmlns:a16="http://schemas.microsoft.com/office/drawing/2014/main" id="{6A1A7C7A-8E6D-4494-8D75-6A047F864F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7" y="1412"/>
              <a:ext cx="1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latin typeface="Times New Roman" panose="02020603050405020304" pitchFamily="18" charset="0"/>
                  <a:ea typeface="黑体" panose="02010609060101010101" pitchFamily="49" charset="-122"/>
                </a:rPr>
                <a:t>自由电流</a:t>
              </a:r>
            </a:p>
          </p:txBody>
        </p:sp>
      </p:grpSp>
      <p:sp>
        <p:nvSpPr>
          <p:cNvPr id="21523" name="Text Box 75">
            <a:extLst>
              <a:ext uri="{FF2B5EF4-FFF2-40B4-BE49-F238E27FC236}">
                <a16:creationId xmlns:a16="http://schemas.microsoft.com/office/drawing/2014/main" id="{FAFCD050-DED8-4BED-A6DC-B8668F661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4100" y="6440488"/>
            <a:ext cx="4159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</a:p>
        </p:txBody>
      </p:sp>
      <p:sp>
        <p:nvSpPr>
          <p:cNvPr id="21524" name="灯片编号占位符 3">
            <a:extLst>
              <a:ext uri="{FF2B5EF4-FFF2-40B4-BE49-F238E27FC236}">
                <a16:creationId xmlns:a16="http://schemas.microsoft.com/office/drawing/2014/main" id="{2FF19308-DE68-4285-88E1-11C49CFB2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C3328F1-24A8-4835-B32B-FB8F36C375EE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zh-CN" sz="1400"/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" fill="hold"/>
                                        <p:tgtEl>
                                          <p:spTgt spid="235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" fill="hold"/>
                                        <p:tgtEl>
                                          <p:spTgt spid="235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225"/>
                            </p:stCondLst>
                            <p:childTnLst>
                              <p:par>
                                <p:cTn id="16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8" dur="500"/>
                                        <p:tgtEl>
                                          <p:spTgt spid="23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725"/>
                            </p:stCondLst>
                            <p:childTnLst>
                              <p:par>
                                <p:cTn id="20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75" fill="hold"/>
                                        <p:tgtEl>
                                          <p:spTgt spid="235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5" fill="hold"/>
                                        <p:tgtEl>
                                          <p:spTgt spid="235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35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35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35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35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9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1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3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75" fill="hold"/>
                                        <p:tgtEl>
                                          <p:spTgt spid="235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75" fill="hold"/>
                                        <p:tgtEl>
                                          <p:spTgt spid="235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75"/>
                                        <p:tgtEl>
                                          <p:spTgt spid="23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5" dur="80"/>
                                        <p:tgtEl>
                                          <p:spTgt spid="235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6" dur="80"/>
                                        <p:tgtEl>
                                          <p:spTgt spid="235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7" dur="80"/>
                                        <p:tgtEl>
                                          <p:spTgt spid="235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200"/>
                            </p:stCondLst>
                            <p:childTnLst>
                              <p:par>
                                <p:cTn id="69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1" dur="500"/>
                                        <p:tgtEl>
                                          <p:spTgt spid="23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6" grpId="0" autoUpdateAnimBg="0"/>
      <p:bldP spid="23557" grpId="0" autoUpdateAnimBg="0"/>
      <p:bldP spid="23558" grpId="0" autoUpdateAnimBg="0"/>
      <p:bldP spid="23560" grpId="0" autoUpdateAnimBg="0"/>
      <p:bldP spid="23561" grpId="0" animBg="1"/>
      <p:bldP spid="23562" grpId="0" autoUpdateAnimBg="0"/>
      <p:bldP spid="23563" grpId="0" autoUpdateAnimBg="0"/>
      <p:bldP spid="23564" grpId="0" animBg="1" autoUpdateAnimBg="0"/>
      <p:bldP spid="23565" grpId="0"/>
      <p:bldP spid="23566" grpId="0" animBg="1"/>
      <p:bldP spid="2357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AutoShape 2">
            <a:extLst>
              <a:ext uri="{FF2B5EF4-FFF2-40B4-BE49-F238E27FC236}">
                <a16:creationId xmlns:a16="http://schemas.microsoft.com/office/drawing/2014/main" id="{F91397FC-B7AC-4706-999B-BB34D575F4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8663" y="5448300"/>
            <a:ext cx="1600200" cy="1066800"/>
          </a:xfrm>
          <a:prstGeom prst="wedgeRectCallout">
            <a:avLst>
              <a:gd name="adj1" fmla="val 75991"/>
              <a:gd name="adj2" fmla="val -23958"/>
            </a:avLst>
          </a:prstGeom>
          <a:solidFill>
            <a:schemeClr val="bg1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1" lang="zh-CN" altLang="zh-CN" sz="2800" b="1">
              <a:latin typeface="Times New Roman" panose="02020603050405020304" pitchFamily="18" charset="0"/>
            </a:endParaRPr>
          </a:p>
        </p:txBody>
      </p:sp>
      <p:sp>
        <p:nvSpPr>
          <p:cNvPr id="24579" name="AutoShape 3">
            <a:extLst>
              <a:ext uri="{FF2B5EF4-FFF2-40B4-BE49-F238E27FC236}">
                <a16:creationId xmlns:a16="http://schemas.microsoft.com/office/drawing/2014/main" id="{7F442818-F3A2-408A-B47A-B8EAAF042A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3813" y="3498850"/>
            <a:ext cx="1600200" cy="685800"/>
          </a:xfrm>
          <a:prstGeom prst="wedgeEllipseCallout">
            <a:avLst>
              <a:gd name="adj1" fmla="val 55356"/>
              <a:gd name="adj2" fmla="val 2546"/>
            </a:avLst>
          </a:prstGeom>
          <a:solidFill>
            <a:schemeClr val="bg1"/>
          </a:solidFill>
          <a:ln w="28575">
            <a:solidFill>
              <a:srgbClr val="80008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1" lang="zh-CN" altLang="zh-CN" sz="2800" b="1">
              <a:latin typeface="Times New Roman" panose="02020603050405020304" pitchFamily="18" charset="0"/>
            </a:endParaRPr>
          </a:p>
        </p:txBody>
      </p:sp>
      <p:sp>
        <p:nvSpPr>
          <p:cNvPr id="24580" name="AutoShape 4">
            <a:extLst>
              <a:ext uri="{FF2B5EF4-FFF2-40B4-BE49-F238E27FC236}">
                <a16:creationId xmlns:a16="http://schemas.microsoft.com/office/drawing/2014/main" id="{7E5B83DB-5BF3-4E0B-9745-F56C0B090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7675" y="2654300"/>
            <a:ext cx="2133600" cy="685800"/>
          </a:xfrm>
          <a:prstGeom prst="wedgeEllipseCallout">
            <a:avLst>
              <a:gd name="adj1" fmla="val 80731"/>
              <a:gd name="adj2" fmla="val 14120"/>
            </a:avLst>
          </a:prstGeom>
          <a:solidFill>
            <a:schemeClr val="bg1"/>
          </a:solidFill>
          <a:ln w="28575">
            <a:solidFill>
              <a:srgbClr val="FF3399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1" lang="zh-CN" altLang="zh-CN" sz="2800" b="1">
              <a:latin typeface="Times New Roman" panose="02020603050405020304" pitchFamily="18" charset="0"/>
            </a:endParaRPr>
          </a:p>
        </p:txBody>
      </p:sp>
      <p:sp>
        <p:nvSpPr>
          <p:cNvPr id="24582" name="Text Box 6">
            <a:extLst>
              <a:ext uri="{FF2B5EF4-FFF2-40B4-BE49-F238E27FC236}">
                <a16:creationId xmlns:a16="http://schemas.microsoft.com/office/drawing/2014/main" id="{651A8875-16F4-4853-B4C6-42E0A53E0E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461963"/>
            <a:ext cx="70913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>
                <a:latin typeface="Times New Roman" panose="02020603050405020304" pitchFamily="18" charset="0"/>
              </a:rPr>
              <a:t>2</a:t>
            </a:r>
            <a:r>
              <a:rPr kumimoji="1" lang="zh-CN" altLang="en-US" sz="2800" b="1">
                <a:latin typeface="Times New Roman" panose="02020603050405020304" pitchFamily="18" charset="0"/>
              </a:rPr>
              <a:t>）                   三矢量之间的关系</a:t>
            </a:r>
          </a:p>
        </p:txBody>
      </p:sp>
      <p:graphicFrame>
        <p:nvGraphicFramePr>
          <p:cNvPr id="24583" name="Object 7">
            <a:extLst>
              <a:ext uri="{FF2B5EF4-FFF2-40B4-BE49-F238E27FC236}">
                <a16:creationId xmlns:a16="http://schemas.microsoft.com/office/drawing/2014/main" id="{F185293E-AFA9-49AE-BA96-A05BBA8451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00188" y="473075"/>
          <a:ext cx="1816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4" name="Equation" r:id="rId3" imgW="1704914" imgH="352399" progId="Equation.DSMT4">
                  <p:embed/>
                </p:oleObj>
              </mc:Choice>
              <mc:Fallback>
                <p:oleObj name="Equation" r:id="rId3" imgW="1704914" imgH="352399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0188" y="473075"/>
                        <a:ext cx="1816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4" name="Text Box 8">
            <a:extLst>
              <a:ext uri="{FF2B5EF4-FFF2-40B4-BE49-F238E27FC236}">
                <a16:creationId xmlns:a16="http://schemas.microsoft.com/office/drawing/2014/main" id="{3C508166-40FB-406F-AE54-245A49A550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4575" y="1020763"/>
            <a:ext cx="76311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实验指出：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各向同性的线性磁介质有</a:t>
            </a:r>
          </a:p>
        </p:txBody>
      </p:sp>
      <p:graphicFrame>
        <p:nvGraphicFramePr>
          <p:cNvPr id="24585" name="Object 9">
            <a:extLst>
              <a:ext uri="{FF2B5EF4-FFF2-40B4-BE49-F238E27FC236}">
                <a16:creationId xmlns:a16="http://schemas.microsoft.com/office/drawing/2014/main" id="{53F8440F-41EF-435F-95C6-4E5BDE45A5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71775" y="1601788"/>
          <a:ext cx="1524000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5" name="Equation" r:id="rId5" imgW="1485943" imgH="352399" progId="Equation.3">
                  <p:embed/>
                </p:oleObj>
              </mc:Choice>
              <mc:Fallback>
                <p:oleObj name="Equation" r:id="rId5" imgW="1485943" imgH="352399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1601788"/>
                        <a:ext cx="1524000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6" name="Object 10">
            <a:extLst>
              <a:ext uri="{FF2B5EF4-FFF2-40B4-BE49-F238E27FC236}">
                <a16:creationId xmlns:a16="http://schemas.microsoft.com/office/drawing/2014/main" id="{FB7E630C-76E7-479A-96A6-C52380EE2D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92650" y="1549400"/>
          <a:ext cx="533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6" name="Equation" r:id="rId7" imgW="533169" imgH="444307" progId="Equation.3">
                  <p:embed/>
                </p:oleObj>
              </mc:Choice>
              <mc:Fallback>
                <p:oleObj name="Equation" r:id="rId7" imgW="533169" imgH="444307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2650" y="1549400"/>
                        <a:ext cx="5334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7" name="Text Box 11">
            <a:extLst>
              <a:ext uri="{FF2B5EF4-FFF2-40B4-BE49-F238E27FC236}">
                <a16:creationId xmlns:a16="http://schemas.microsoft.com/office/drawing/2014/main" id="{AE440D73-6DC2-48EB-AEB6-65813970DC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6375" y="1539875"/>
            <a:ext cx="37496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——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介质磁化率</a:t>
            </a:r>
          </a:p>
        </p:txBody>
      </p:sp>
      <p:graphicFrame>
        <p:nvGraphicFramePr>
          <p:cNvPr id="24588" name="Object 12">
            <a:extLst>
              <a:ext uri="{FF2B5EF4-FFF2-40B4-BE49-F238E27FC236}">
                <a16:creationId xmlns:a16="http://schemas.microsoft.com/office/drawing/2014/main" id="{2E783C62-2E4B-4B71-A768-570E105069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4075" y="2151063"/>
          <a:ext cx="2247900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7" name="Equation" r:id="rId9" imgW="2428799" imgH="447624" progId="Equation.DSMT4">
                  <p:embed/>
                </p:oleObj>
              </mc:Choice>
              <mc:Fallback>
                <p:oleObj name="Equation" r:id="rId9" imgW="2428799" imgH="447624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2151063"/>
                        <a:ext cx="2247900" cy="528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9" name="Text Box 13">
            <a:extLst>
              <a:ext uri="{FF2B5EF4-FFF2-40B4-BE49-F238E27FC236}">
                <a16:creationId xmlns:a16="http://schemas.microsoft.com/office/drawing/2014/main" id="{7EAD21D9-34E1-4BB8-8377-FFB29F745C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1088" y="2100263"/>
            <a:ext cx="2266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那么</a:t>
            </a:r>
          </a:p>
        </p:txBody>
      </p:sp>
      <p:graphicFrame>
        <p:nvGraphicFramePr>
          <p:cNvPr id="24590" name="Object 14">
            <a:extLst>
              <a:ext uri="{FF2B5EF4-FFF2-40B4-BE49-F238E27FC236}">
                <a16:creationId xmlns:a16="http://schemas.microsoft.com/office/drawing/2014/main" id="{83425B82-3F13-4217-8B76-DD4E44B893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64050" y="2127250"/>
          <a:ext cx="1976438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8" name="Equation" r:id="rId11" imgW="2374900" imgH="558800" progId="Equation.DSMT4">
                  <p:embed/>
                </p:oleObj>
              </mc:Choice>
              <mc:Fallback>
                <p:oleObj name="Equation" r:id="rId11" imgW="2374900" imgH="5588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4050" y="2127250"/>
                        <a:ext cx="1976438" cy="52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1" name="Object 15">
            <a:extLst>
              <a:ext uri="{FF2B5EF4-FFF2-40B4-BE49-F238E27FC236}">
                <a16:creationId xmlns:a16="http://schemas.microsoft.com/office/drawing/2014/main" id="{9BF21C4A-5CF6-4A2F-9142-1B4698EBC8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96050" y="2163763"/>
          <a:ext cx="125730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9" name="Equation" r:id="rId13" imgW="1473200" imgH="558800" progId="Equation.DSMT4">
                  <p:embed/>
                </p:oleObj>
              </mc:Choice>
              <mc:Fallback>
                <p:oleObj name="Equation" r:id="rId13" imgW="1473200" imgH="5588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6050" y="2163763"/>
                        <a:ext cx="1257300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2" name="Object 16">
            <a:extLst>
              <a:ext uri="{FF2B5EF4-FFF2-40B4-BE49-F238E27FC236}">
                <a16:creationId xmlns:a16="http://schemas.microsoft.com/office/drawing/2014/main" id="{D2EF4D42-F984-4F8E-B29A-780F3910E0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16275" y="2792413"/>
          <a:ext cx="16891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50" name="Equation" r:id="rId15" imgW="1688367" imgH="444307" progId="Equation.3">
                  <p:embed/>
                </p:oleObj>
              </mc:Choice>
              <mc:Fallback>
                <p:oleObj name="Equation" r:id="rId15" imgW="1688367" imgH="444307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6275" y="2792413"/>
                        <a:ext cx="16891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3" name="Text Box 17">
            <a:extLst>
              <a:ext uri="{FF2B5EF4-FFF2-40B4-BE49-F238E27FC236}">
                <a16:creationId xmlns:a16="http://schemas.microsoft.com/office/drawing/2014/main" id="{7CDA13A6-A1C7-4842-BCC0-1CB8560281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0875" y="2730500"/>
            <a:ext cx="18224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其中</a:t>
            </a:r>
          </a:p>
        </p:txBody>
      </p:sp>
      <p:graphicFrame>
        <p:nvGraphicFramePr>
          <p:cNvPr id="24594" name="Object 18">
            <a:extLst>
              <a:ext uri="{FF2B5EF4-FFF2-40B4-BE49-F238E27FC236}">
                <a16:creationId xmlns:a16="http://schemas.microsoft.com/office/drawing/2014/main" id="{8F0062BA-7B85-48BC-BE20-F619EB24D8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87575" y="3563938"/>
          <a:ext cx="1447800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51" name="Equation" r:id="rId17" imgW="1066742" imgH="352399" progId="Equation.3">
                  <p:embed/>
                </p:oleObj>
              </mc:Choice>
              <mc:Fallback>
                <p:oleObj name="Equation" r:id="rId17" imgW="1066742" imgH="352399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7575" y="3563938"/>
                        <a:ext cx="1447800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5" name="Text Box 19">
            <a:extLst>
              <a:ext uri="{FF2B5EF4-FFF2-40B4-BE49-F238E27FC236}">
                <a16:creationId xmlns:a16="http://schemas.microsoft.com/office/drawing/2014/main" id="{A57FE35A-BA39-4A92-B390-CDF96D753C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9863" y="3505200"/>
            <a:ext cx="19161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即</a:t>
            </a:r>
          </a:p>
        </p:txBody>
      </p:sp>
      <p:sp>
        <p:nvSpPr>
          <p:cNvPr id="24596" name="Text Box 20">
            <a:extLst>
              <a:ext uri="{FF2B5EF4-FFF2-40B4-BE49-F238E27FC236}">
                <a16:creationId xmlns:a16="http://schemas.microsoft.com/office/drawing/2014/main" id="{9B085655-6A24-4D62-A7FD-AA173E207B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6313" y="4241800"/>
            <a:ext cx="816768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b="1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</a:t>
            </a:r>
            <a:r>
              <a:rPr kumimoji="1" lang="en-US" altLang="zh-CN" sz="2800" b="1" i="1" baseline="-250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kumimoji="1" lang="en-US" altLang="zh-CN" sz="28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与</a:t>
            </a:r>
            <a:r>
              <a:rPr kumimoji="1" lang="zh-CN" altLang="en-US" b="1" i="1">
                <a:latin typeface="Times New Roman" panose="02020603050405020304" pitchFamily="18" charset="0"/>
              </a:rPr>
              <a:t> </a:t>
            </a:r>
            <a:r>
              <a:rPr kumimoji="1" lang="zh-CN" altLang="en-US" b="1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</a:t>
            </a:r>
            <a:r>
              <a:rPr kumimoji="1" lang="en-US" altLang="zh-CN" sz="3600" b="1" i="1" baseline="-250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kumimoji="1" lang="en-US" altLang="zh-CN" sz="2800" b="1" baseline="-25000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均为纯数</a:t>
            </a:r>
            <a:r>
              <a:rPr kumimoji="1" lang="en-US" altLang="zh-CN" sz="2800" b="1">
                <a:latin typeface="Times New Roman" panose="02020603050405020304" pitchFamily="18" charset="0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描述磁介质特性的物理量</a:t>
            </a:r>
          </a:p>
        </p:txBody>
      </p:sp>
      <p:graphicFrame>
        <p:nvGraphicFramePr>
          <p:cNvPr id="24597" name="Object 21">
            <a:extLst>
              <a:ext uri="{FF2B5EF4-FFF2-40B4-BE49-F238E27FC236}">
                <a16:creationId xmlns:a16="http://schemas.microsoft.com/office/drawing/2014/main" id="{E9551691-7C45-40B0-9E52-085507740F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4463" y="3549650"/>
          <a:ext cx="14605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52" name="Equation" r:id="rId19" imgW="1459866" imgH="495085" progId="Equation.DSMT4">
                  <p:embed/>
                </p:oleObj>
              </mc:Choice>
              <mc:Fallback>
                <p:oleObj name="Equation" r:id="rId19" imgW="1459866" imgH="495085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4463" y="3549650"/>
                        <a:ext cx="14605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8" name="AutoShape 22">
            <a:extLst>
              <a:ext uri="{FF2B5EF4-FFF2-40B4-BE49-F238E27FC236}">
                <a16:creationId xmlns:a16="http://schemas.microsoft.com/office/drawing/2014/main" id="{3A0199DC-4CF8-45B0-83B9-F667DBAA2F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7413" y="3498850"/>
            <a:ext cx="2133600" cy="609600"/>
          </a:xfrm>
          <a:prstGeom prst="wedgeRoundRectCallout">
            <a:avLst>
              <a:gd name="adj1" fmla="val -72694"/>
              <a:gd name="adj2" fmla="val 13801"/>
              <a:gd name="adj3" fmla="val 16667"/>
            </a:avLst>
          </a:prstGeom>
          <a:solidFill>
            <a:srgbClr val="FFFF00"/>
          </a:solidFill>
          <a:ln w="9525">
            <a:solidFill>
              <a:srgbClr val="80008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1" lang="zh-CN" altLang="zh-CN" sz="2800" b="1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4599" name="Object 23">
            <a:extLst>
              <a:ext uri="{FF2B5EF4-FFF2-40B4-BE49-F238E27FC236}">
                <a16:creationId xmlns:a16="http://schemas.microsoft.com/office/drawing/2014/main" id="{4F566C63-F989-4141-A952-9833D871DA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85875" y="4965700"/>
          <a:ext cx="1041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53" name="Equation" r:id="rId21" imgW="1040948" imgH="444307" progId="Equation.3">
                  <p:embed/>
                </p:oleObj>
              </mc:Choice>
              <mc:Fallback>
                <p:oleObj name="Equation" r:id="rId21" imgW="1040948" imgH="444307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5875" y="4965700"/>
                        <a:ext cx="10414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00" name="Object 24">
            <a:extLst>
              <a:ext uri="{FF2B5EF4-FFF2-40B4-BE49-F238E27FC236}">
                <a16:creationId xmlns:a16="http://schemas.microsoft.com/office/drawing/2014/main" id="{46648D07-5D9E-41EF-9739-7C871619C8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17775" y="4965700"/>
          <a:ext cx="9017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54" name="Equation" r:id="rId23" imgW="901309" imgH="444307" progId="Equation.3">
                  <p:embed/>
                </p:oleObj>
              </mc:Choice>
              <mc:Fallback>
                <p:oleObj name="Equation" r:id="rId23" imgW="901309" imgH="444307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7775" y="4965700"/>
                        <a:ext cx="9017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01" name="Line 25">
            <a:extLst>
              <a:ext uri="{FF2B5EF4-FFF2-40B4-BE49-F238E27FC236}">
                <a16:creationId xmlns:a16="http://schemas.microsoft.com/office/drawing/2014/main" id="{BD9E3DCF-68D3-4570-BEE2-ADDACED006D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5375" y="5154613"/>
            <a:ext cx="533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02" name="Text Box 26">
            <a:extLst>
              <a:ext uri="{FF2B5EF4-FFF2-40B4-BE49-F238E27FC236}">
                <a16:creationId xmlns:a16="http://schemas.microsoft.com/office/drawing/2014/main" id="{C1DF77B4-C852-4091-94B5-5A92306D4C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0200" y="4878388"/>
            <a:ext cx="2489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顺磁质</a:t>
            </a:r>
          </a:p>
        </p:txBody>
      </p:sp>
      <p:graphicFrame>
        <p:nvGraphicFramePr>
          <p:cNvPr id="24603" name="Object 27">
            <a:extLst>
              <a:ext uri="{FF2B5EF4-FFF2-40B4-BE49-F238E27FC236}">
                <a16:creationId xmlns:a16="http://schemas.microsoft.com/office/drawing/2014/main" id="{6421886F-CD3C-4D0A-86FF-4B25223A4D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85875" y="5530850"/>
          <a:ext cx="1041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55" name="Equation" r:id="rId25" imgW="1040948" imgH="444307" progId="Equation.3">
                  <p:embed/>
                </p:oleObj>
              </mc:Choice>
              <mc:Fallback>
                <p:oleObj name="Equation" r:id="rId25" imgW="1040948" imgH="444307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5875" y="5530850"/>
                        <a:ext cx="10414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04" name="Object 28">
            <a:extLst>
              <a:ext uri="{FF2B5EF4-FFF2-40B4-BE49-F238E27FC236}">
                <a16:creationId xmlns:a16="http://schemas.microsoft.com/office/drawing/2014/main" id="{EE2BE71E-EACD-4A00-BAA7-6382A14F18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55875" y="5529263"/>
          <a:ext cx="9017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56" name="Equation" r:id="rId27" imgW="901309" imgH="444307" progId="Equation.3">
                  <p:embed/>
                </p:oleObj>
              </mc:Choice>
              <mc:Fallback>
                <p:oleObj name="Equation" r:id="rId27" imgW="901309" imgH="444307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5529263"/>
                        <a:ext cx="9017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05" name="Line 29">
            <a:extLst>
              <a:ext uri="{FF2B5EF4-FFF2-40B4-BE49-F238E27FC236}">
                <a16:creationId xmlns:a16="http://schemas.microsoft.com/office/drawing/2014/main" id="{0508643D-9C4E-4BCE-8E15-3BCC20776022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5375" y="5759450"/>
            <a:ext cx="533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06" name="Text Box 30">
            <a:extLst>
              <a:ext uri="{FF2B5EF4-FFF2-40B4-BE49-F238E27FC236}">
                <a16:creationId xmlns:a16="http://schemas.microsoft.com/office/drawing/2014/main" id="{C8C9B1CC-8E88-4774-B89D-263D001924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0200" y="5454650"/>
            <a:ext cx="2981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抗磁质</a:t>
            </a:r>
          </a:p>
        </p:txBody>
      </p:sp>
      <p:graphicFrame>
        <p:nvGraphicFramePr>
          <p:cNvPr id="24607" name="Object 31">
            <a:extLst>
              <a:ext uri="{FF2B5EF4-FFF2-40B4-BE49-F238E27FC236}">
                <a16:creationId xmlns:a16="http://schemas.microsoft.com/office/drawing/2014/main" id="{5C00889A-289D-4A59-AF64-F24C32434F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11275" y="6105525"/>
          <a:ext cx="1041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57" name="Equation" r:id="rId29" imgW="1040948" imgH="444307" progId="Equation.3">
                  <p:embed/>
                </p:oleObj>
              </mc:Choice>
              <mc:Fallback>
                <p:oleObj name="Equation" r:id="rId29" imgW="1040948" imgH="444307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1275" y="6105525"/>
                        <a:ext cx="10414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08" name="Object 32">
            <a:extLst>
              <a:ext uri="{FF2B5EF4-FFF2-40B4-BE49-F238E27FC236}">
                <a16:creationId xmlns:a16="http://schemas.microsoft.com/office/drawing/2014/main" id="{A0F4D1A7-453B-4DE1-A3CA-13F3EBBC72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5075" y="6118225"/>
          <a:ext cx="914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58" name="Equation" r:id="rId31" imgW="914400" imgH="444500" progId="Equation.3">
                  <p:embed/>
                </p:oleObj>
              </mc:Choice>
              <mc:Fallback>
                <p:oleObj name="Equation" r:id="rId31" imgW="914400" imgH="44450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5075" y="6118225"/>
                        <a:ext cx="9144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09" name="Line 33">
            <a:extLst>
              <a:ext uri="{FF2B5EF4-FFF2-40B4-BE49-F238E27FC236}">
                <a16:creationId xmlns:a16="http://schemas.microsoft.com/office/drawing/2014/main" id="{22E7D037-3F9E-43A4-A11F-C3AB44AE2DF7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5375" y="6383338"/>
            <a:ext cx="533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10" name="Text Box 34">
            <a:extLst>
              <a:ext uri="{FF2B5EF4-FFF2-40B4-BE49-F238E27FC236}">
                <a16:creationId xmlns:a16="http://schemas.microsoft.com/office/drawing/2014/main" id="{07ACBA71-39FB-4060-B151-FF30C1997A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6713" y="6078538"/>
            <a:ext cx="23447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真  空</a:t>
            </a:r>
          </a:p>
        </p:txBody>
      </p:sp>
      <p:graphicFrame>
        <p:nvGraphicFramePr>
          <p:cNvPr id="24611" name="Object 35">
            <a:extLst>
              <a:ext uri="{FF2B5EF4-FFF2-40B4-BE49-F238E27FC236}">
                <a16:creationId xmlns:a16="http://schemas.microsoft.com/office/drawing/2014/main" id="{FA6EA4DD-AC04-47CC-9767-677E25654F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99163" y="5448300"/>
          <a:ext cx="1257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59" name="Equation" r:id="rId33" imgW="1256755" imgH="444307" progId="Equation.3">
                  <p:embed/>
                </p:oleObj>
              </mc:Choice>
              <mc:Fallback>
                <p:oleObj name="Equation" r:id="rId33" imgW="1256755" imgH="444307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9163" y="5448300"/>
                        <a:ext cx="12573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12" name="Object 36">
            <a:extLst>
              <a:ext uri="{FF2B5EF4-FFF2-40B4-BE49-F238E27FC236}">
                <a16:creationId xmlns:a16="http://schemas.microsoft.com/office/drawing/2014/main" id="{BF99D0EC-3DF2-4442-964F-18A199FE35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13463" y="5981700"/>
          <a:ext cx="9398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60" name="Equation" r:id="rId35" imgW="939392" imgH="444307" progId="Equation.3">
                  <p:embed/>
                </p:oleObj>
              </mc:Choice>
              <mc:Fallback>
                <p:oleObj name="Equation" r:id="rId35" imgW="939392" imgH="444307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3463" y="5981700"/>
                        <a:ext cx="9398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13" name="Text Box 37">
            <a:extLst>
              <a:ext uri="{FF2B5EF4-FFF2-40B4-BE49-F238E27FC236}">
                <a16:creationId xmlns:a16="http://schemas.microsoft.com/office/drawing/2014/main" id="{58BC3533-E1A1-4016-881E-5DC04B7403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8613" y="4876800"/>
            <a:ext cx="611187" cy="1828800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超导体</a:t>
            </a:r>
          </a:p>
        </p:txBody>
      </p:sp>
      <p:grpSp>
        <p:nvGrpSpPr>
          <p:cNvPr id="2" name="Group 39">
            <a:extLst>
              <a:ext uri="{FF2B5EF4-FFF2-40B4-BE49-F238E27FC236}">
                <a16:creationId xmlns:a16="http://schemas.microsoft.com/office/drawing/2014/main" id="{E4043F2D-0D37-41B9-8D3D-A07304EAFF19}"/>
              </a:ext>
            </a:extLst>
          </p:cNvPr>
          <p:cNvGrpSpPr>
            <a:grpSpLocks/>
          </p:cNvGrpSpPr>
          <p:nvPr/>
        </p:nvGrpSpPr>
        <p:grpSpPr bwMode="auto">
          <a:xfrm>
            <a:off x="6156325" y="277813"/>
            <a:ext cx="2709863" cy="990600"/>
            <a:chOff x="3789" y="0"/>
            <a:chExt cx="1707" cy="624"/>
          </a:xfrm>
        </p:grpSpPr>
        <p:graphicFrame>
          <p:nvGraphicFramePr>
            <p:cNvPr id="22570" name="Object 40">
              <a:extLst>
                <a:ext uri="{FF2B5EF4-FFF2-40B4-BE49-F238E27FC236}">
                  <a16:creationId xmlns:a16="http://schemas.microsoft.com/office/drawing/2014/main" id="{A91BD65B-0075-4C71-94E6-D54AAD3BF48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36" y="40"/>
            <a:ext cx="1160" cy="5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61" name="Equation" r:id="rId37" imgW="1743086" imgH="752411" progId="Equation.DSMT4">
                    <p:embed/>
                  </p:oleObj>
                </mc:Choice>
                <mc:Fallback>
                  <p:oleObj name="Equation" r:id="rId37" imgW="1743086" imgH="752411" progId="Equation.DSMT4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36" y="40"/>
                          <a:ext cx="1160" cy="542"/>
                        </a:xfrm>
                        <a:prstGeom prst="rect">
                          <a:avLst/>
                        </a:prstGeom>
                        <a:noFill/>
                        <a:ln w="38100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22571" name="Picture 41" descr="dove">
              <a:extLst>
                <a:ext uri="{FF2B5EF4-FFF2-40B4-BE49-F238E27FC236}">
                  <a16:creationId xmlns:a16="http://schemas.microsoft.com/office/drawing/2014/main" id="{FB6DCB38-0A07-4A05-A5C6-81CD21C235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89" y="0"/>
              <a:ext cx="579" cy="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4618" name="Text Box 42">
            <a:extLst>
              <a:ext uri="{FF2B5EF4-FFF2-40B4-BE49-F238E27FC236}">
                <a16:creationId xmlns:a16="http://schemas.microsoft.com/office/drawing/2014/main" id="{ED85D3A4-D702-46A0-BDE9-8FFC040912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2820988"/>
            <a:ext cx="28638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相对磁导率</a:t>
            </a:r>
          </a:p>
        </p:txBody>
      </p:sp>
      <p:sp>
        <p:nvSpPr>
          <p:cNvPr id="24619" name="Text Box 43">
            <a:extLst>
              <a:ext uri="{FF2B5EF4-FFF2-40B4-BE49-F238E27FC236}">
                <a16:creationId xmlns:a16="http://schemas.microsoft.com/office/drawing/2014/main" id="{AFEC00C3-D0A3-454B-B960-671EF98462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8375" y="3556000"/>
            <a:ext cx="28082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介质磁导率</a:t>
            </a:r>
          </a:p>
        </p:txBody>
      </p:sp>
      <p:sp>
        <p:nvSpPr>
          <p:cNvPr id="22568" name="Text Box 75">
            <a:extLst>
              <a:ext uri="{FF2B5EF4-FFF2-40B4-BE49-F238E27FC236}">
                <a16:creationId xmlns:a16="http://schemas.microsoft.com/office/drawing/2014/main" id="{42C5EA6B-10BB-46A2-97C3-76AE287BDF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4100" y="6440488"/>
            <a:ext cx="4159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</p:txBody>
      </p:sp>
      <p:sp>
        <p:nvSpPr>
          <p:cNvPr id="22569" name="灯片编号占位符 2">
            <a:extLst>
              <a:ext uri="{FF2B5EF4-FFF2-40B4-BE49-F238E27FC236}">
                <a16:creationId xmlns:a16="http://schemas.microsoft.com/office/drawing/2014/main" id="{8DC922DB-A9DE-4F77-8822-8FD1E0D2D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AAFE9A1-D0AE-4D7C-8C34-A43791957E59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zh-CN" sz="1400"/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75" fill="hold"/>
                                        <p:tgtEl>
                                          <p:spTgt spid="245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" fill="hold"/>
                                        <p:tgtEl>
                                          <p:spTgt spid="245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500"/>
                                        <p:tgtEl>
                                          <p:spTgt spid="24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500"/>
                                        <p:tgtEl>
                                          <p:spTgt spid="24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4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4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45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45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75" fill="hold"/>
                                        <p:tgtEl>
                                          <p:spTgt spid="245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5" fill="hold"/>
                                        <p:tgtEl>
                                          <p:spTgt spid="245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4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4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45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45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45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45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45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45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45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45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45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45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84" dur="500"/>
                                        <p:tgtEl>
                                          <p:spTgt spid="246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5" dur="500"/>
                                        <p:tgtEl>
                                          <p:spTgt spid="246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6" dur="500"/>
                                        <p:tgtEl>
                                          <p:spTgt spid="246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1" dur="500"/>
                                        <p:tgtEl>
                                          <p:spTgt spid="24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3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45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45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4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24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2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14" dur="500"/>
                                        <p:tgtEl>
                                          <p:spTgt spid="246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15" dur="500"/>
                                        <p:tgtEl>
                                          <p:spTgt spid="246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6" dur="500"/>
                                        <p:tgtEl>
                                          <p:spTgt spid="246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1" dur="500"/>
                                        <p:tgtEl>
                                          <p:spTgt spid="24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6" dur="500"/>
                                        <p:tgtEl>
                                          <p:spTgt spid="24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246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46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24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41" dur="75"/>
                                        <p:tgtEl>
                                          <p:spTgt spid="24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6" dur="500"/>
                                        <p:tgtEl>
                                          <p:spTgt spid="24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246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246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246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24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246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246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2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4" dur="75"/>
                                        <p:tgtEl>
                                          <p:spTgt spid="24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 nodeType="clickPar">
                      <p:stCondLst>
                        <p:cond delay="indefinite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9" dur="500"/>
                                        <p:tgtEl>
                                          <p:spTgt spid="24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 nodeType="clickPar">
                      <p:stCondLst>
                        <p:cond delay="indefinite"/>
                      </p:stCondLst>
                      <p:childTnLst>
                        <p:par>
                          <p:cTn id="1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2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246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246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 nodeType="clickPar">
                      <p:stCondLst>
                        <p:cond delay="indefinite"/>
                      </p:stCondLst>
                      <p:childTnLst>
                        <p:par>
                          <p:cTn id="1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80" dur="500"/>
                                        <p:tgtEl>
                                          <p:spTgt spid="24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2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4" dur="75" fill="hold"/>
                                        <p:tgtEl>
                                          <p:spTgt spid="246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75" fill="hold"/>
                                        <p:tgtEl>
                                          <p:spTgt spid="246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 nodeType="clickPar">
                      <p:stCondLst>
                        <p:cond delay="indefinite"/>
                      </p:stCondLst>
                      <p:childTnLst>
                        <p:par>
                          <p:cTn id="1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8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246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246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 nodeType="clickPar">
                      <p:stCondLst>
                        <p:cond delay="indefinite"/>
                      </p:stCondLst>
                      <p:childTnLst>
                        <p:par>
                          <p:cTn id="1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246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246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 nodeType="clickPar">
                      <p:stCondLst>
                        <p:cond delay="indefinite"/>
                      </p:stCondLst>
                      <p:childTnLst>
                        <p:par>
                          <p:cTn id="1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02" dur="500"/>
                                        <p:tgtEl>
                                          <p:spTgt spid="24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4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6" dur="75" fill="hold"/>
                                        <p:tgtEl>
                                          <p:spTgt spid="246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75" fill="hold"/>
                                        <p:tgtEl>
                                          <p:spTgt spid="246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8" grpId="0" animBg="1" autoUpdateAnimBg="0"/>
      <p:bldP spid="24579" grpId="0" animBg="1" autoUpdateAnimBg="0"/>
      <p:bldP spid="24580" grpId="0" animBg="1" autoUpdateAnimBg="0"/>
      <p:bldP spid="24582" grpId="0"/>
      <p:bldP spid="24584" grpId="0" autoUpdateAnimBg="0"/>
      <p:bldP spid="24587" grpId="0" autoUpdateAnimBg="0"/>
      <p:bldP spid="24589" grpId="0" autoUpdateAnimBg="0"/>
      <p:bldP spid="24593" grpId="0" autoUpdateAnimBg="0"/>
      <p:bldP spid="24595" grpId="0" autoUpdateAnimBg="0"/>
      <p:bldP spid="24596" grpId="0" autoUpdateAnimBg="0"/>
      <p:bldP spid="24598" grpId="0" animBg="1" autoUpdateAnimBg="0"/>
      <p:bldP spid="24602" grpId="0" autoUpdateAnimBg="0"/>
      <p:bldP spid="24606" grpId="0" autoUpdateAnimBg="0"/>
      <p:bldP spid="24610" grpId="0" autoUpdateAnimBg="0"/>
      <p:bldP spid="24613" grpId="0" animBg="1" autoUpdateAnimBg="0"/>
      <p:bldP spid="24618" grpId="0"/>
      <p:bldP spid="2461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 descr="褐色大理石">
            <a:extLst>
              <a:ext uri="{FF2B5EF4-FFF2-40B4-BE49-F238E27FC236}">
                <a16:creationId xmlns:a16="http://schemas.microsoft.com/office/drawing/2014/main" id="{DBF1124F-2680-483F-856A-DCAE1A5545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9450" y="3824288"/>
            <a:ext cx="2628900" cy="1117600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25603" name="Object 3">
            <a:extLst>
              <a:ext uri="{FF2B5EF4-FFF2-40B4-BE49-F238E27FC236}">
                <a16:creationId xmlns:a16="http://schemas.microsoft.com/office/drawing/2014/main" id="{5516AF6C-5BD3-4FB3-8E5F-84D9C4D117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6500" y="5373688"/>
          <a:ext cx="363538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48" name="公式" r:id="rId4" imgW="0" imgH="28498" progId="Equation.3">
                  <p:embed/>
                </p:oleObj>
              </mc:Choice>
              <mc:Fallback>
                <p:oleObj name="公式" r:id="rId4" imgW="0" imgH="28498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0" y="5373688"/>
                        <a:ext cx="363538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4" name="Object 4">
            <a:extLst>
              <a:ext uri="{FF2B5EF4-FFF2-40B4-BE49-F238E27FC236}">
                <a16:creationId xmlns:a16="http://schemas.microsoft.com/office/drawing/2014/main" id="{0D762047-35D7-4016-BD0A-9CE7495E2E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19988" y="4005263"/>
          <a:ext cx="404812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49" name="公式" r:id="rId6" imgW="9370" imgH="66726" progId="Equation.3">
                  <p:embed/>
                </p:oleObj>
              </mc:Choice>
              <mc:Fallback>
                <p:oleObj name="公式" r:id="rId6" imgW="9370" imgH="66726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9988" y="4005263"/>
                        <a:ext cx="404812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5" name="Object 5">
            <a:extLst>
              <a:ext uri="{FF2B5EF4-FFF2-40B4-BE49-F238E27FC236}">
                <a16:creationId xmlns:a16="http://schemas.microsoft.com/office/drawing/2014/main" id="{88A443BB-1E9E-47FE-9A82-363F70535A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95975" y="4081463"/>
          <a:ext cx="404813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50" name="公式" r:id="rId8" imgW="9370" imgH="28498" progId="Equation.3">
                  <p:embed/>
                </p:oleObj>
              </mc:Choice>
              <mc:Fallback>
                <p:oleObj name="公式" r:id="rId8" imgW="9370" imgH="28498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5975" y="4081463"/>
                        <a:ext cx="404813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6" name="Object 6">
            <a:extLst>
              <a:ext uri="{FF2B5EF4-FFF2-40B4-BE49-F238E27FC236}">
                <a16:creationId xmlns:a16="http://schemas.microsoft.com/office/drawing/2014/main" id="{D75F57A8-5BBA-46C1-8AA6-4993BFB02A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26138" y="5341938"/>
          <a:ext cx="450850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51" name="公式" r:id="rId10" imgW="28456" imgH="66726" progId="Equation.3">
                  <p:embed/>
                </p:oleObj>
              </mc:Choice>
              <mc:Fallback>
                <p:oleObj name="公式" r:id="rId10" imgW="28456" imgH="66726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6138" y="5341938"/>
                        <a:ext cx="450850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7" name="Line 7">
            <a:extLst>
              <a:ext uri="{FF2B5EF4-FFF2-40B4-BE49-F238E27FC236}">
                <a16:creationId xmlns:a16="http://schemas.microsoft.com/office/drawing/2014/main" id="{87464DFD-76BA-4ECE-BAFD-DBA2028430E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81650" y="4545013"/>
            <a:ext cx="2841625" cy="0"/>
          </a:xfrm>
          <a:prstGeom prst="line">
            <a:avLst/>
          </a:prstGeom>
          <a:noFill/>
          <a:ln w="57150">
            <a:solidFill>
              <a:schemeClr val="bg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8">
            <a:extLst>
              <a:ext uri="{FF2B5EF4-FFF2-40B4-BE49-F238E27FC236}">
                <a16:creationId xmlns:a16="http://schemas.microsoft.com/office/drawing/2014/main" id="{C41F21D7-A454-4D4E-8DC1-859ABF104C76}"/>
              </a:ext>
            </a:extLst>
          </p:cNvPr>
          <p:cNvGrpSpPr>
            <a:grpSpLocks/>
          </p:cNvGrpSpPr>
          <p:nvPr/>
        </p:nvGrpSpPr>
        <p:grpSpPr bwMode="auto">
          <a:xfrm>
            <a:off x="5386388" y="3767138"/>
            <a:ext cx="3124200" cy="87312"/>
            <a:chOff x="2832" y="1872"/>
            <a:chExt cx="2864" cy="96"/>
          </a:xfrm>
        </p:grpSpPr>
        <p:sp>
          <p:nvSpPr>
            <p:cNvPr id="23659" name="Line 9">
              <a:extLst>
                <a:ext uri="{FF2B5EF4-FFF2-40B4-BE49-F238E27FC236}">
                  <a16:creationId xmlns:a16="http://schemas.microsoft.com/office/drawing/2014/main" id="{84A45898-9A3A-4286-9350-8D6E9189CF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1872"/>
              <a:ext cx="2400" cy="0"/>
            </a:xfrm>
            <a:prstGeom prst="line">
              <a:avLst/>
            </a:prstGeom>
            <a:noFill/>
            <a:ln w="4762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60" name="Line 10">
              <a:extLst>
                <a:ext uri="{FF2B5EF4-FFF2-40B4-BE49-F238E27FC236}">
                  <a16:creationId xmlns:a16="http://schemas.microsoft.com/office/drawing/2014/main" id="{E57DFE3A-B4CB-44E1-B491-B8882E3278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1968"/>
              <a:ext cx="2400" cy="0"/>
            </a:xfrm>
            <a:prstGeom prst="line">
              <a:avLst/>
            </a:prstGeom>
            <a:noFill/>
            <a:ln w="4762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61" name="Line 11">
              <a:extLst>
                <a:ext uri="{FF2B5EF4-FFF2-40B4-BE49-F238E27FC236}">
                  <a16:creationId xmlns:a16="http://schemas.microsoft.com/office/drawing/2014/main" id="{567E2D0C-34CC-4807-8228-62C45521B6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1872"/>
              <a:ext cx="384" cy="0"/>
            </a:xfrm>
            <a:prstGeom prst="line">
              <a:avLst/>
            </a:prstGeom>
            <a:noFill/>
            <a:ln w="47625">
              <a:solidFill>
                <a:srgbClr val="FF66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62" name="Line 12">
              <a:extLst>
                <a:ext uri="{FF2B5EF4-FFF2-40B4-BE49-F238E27FC236}">
                  <a16:creationId xmlns:a16="http://schemas.microsoft.com/office/drawing/2014/main" id="{89D81C9F-1BFB-4287-BD14-6800D771B9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1968"/>
              <a:ext cx="384" cy="0"/>
            </a:xfrm>
            <a:prstGeom prst="line">
              <a:avLst/>
            </a:prstGeom>
            <a:noFill/>
            <a:ln w="47625">
              <a:solidFill>
                <a:srgbClr val="FF66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63" name="Line 13">
              <a:extLst>
                <a:ext uri="{FF2B5EF4-FFF2-40B4-BE49-F238E27FC236}">
                  <a16:creationId xmlns:a16="http://schemas.microsoft.com/office/drawing/2014/main" id="{CC7C0CC3-824D-42F6-B4C0-4D85A6B5DE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12" y="1872"/>
              <a:ext cx="384" cy="0"/>
            </a:xfrm>
            <a:prstGeom prst="line">
              <a:avLst/>
            </a:prstGeom>
            <a:noFill/>
            <a:ln w="47625">
              <a:solidFill>
                <a:srgbClr val="FF66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5614" name="Line 14">
            <a:extLst>
              <a:ext uri="{FF2B5EF4-FFF2-40B4-BE49-F238E27FC236}">
                <a16:creationId xmlns:a16="http://schemas.microsoft.com/office/drawing/2014/main" id="{B56501B9-A53F-4A62-A6F3-E0D6767AC273}"/>
              </a:ext>
            </a:extLst>
          </p:cNvPr>
          <p:cNvSpPr>
            <a:spLocks noChangeShapeType="1"/>
          </p:cNvSpPr>
          <p:nvPr/>
        </p:nvSpPr>
        <p:spPr bwMode="auto">
          <a:xfrm>
            <a:off x="6537325" y="5481638"/>
            <a:ext cx="781050" cy="0"/>
          </a:xfrm>
          <a:prstGeom prst="line">
            <a:avLst/>
          </a:prstGeom>
          <a:noFill/>
          <a:ln w="57150">
            <a:solidFill>
              <a:srgbClr val="990033"/>
            </a:solidFill>
            <a:round/>
            <a:headEnd type="arrow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15" name="Line 15">
            <a:extLst>
              <a:ext uri="{FF2B5EF4-FFF2-40B4-BE49-F238E27FC236}">
                <a16:creationId xmlns:a16="http://schemas.microsoft.com/office/drawing/2014/main" id="{B944AFBA-8564-415C-BB3F-B874A15FEE40}"/>
              </a:ext>
            </a:extLst>
          </p:cNvPr>
          <p:cNvSpPr>
            <a:spLocks noChangeShapeType="1"/>
          </p:cNvSpPr>
          <p:nvPr/>
        </p:nvSpPr>
        <p:spPr bwMode="auto">
          <a:xfrm>
            <a:off x="5697538" y="4545013"/>
            <a:ext cx="819150" cy="0"/>
          </a:xfrm>
          <a:prstGeom prst="line">
            <a:avLst/>
          </a:prstGeom>
          <a:noFill/>
          <a:ln w="44450">
            <a:solidFill>
              <a:schemeClr val="bg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5616" name="Object 16">
            <a:extLst>
              <a:ext uri="{FF2B5EF4-FFF2-40B4-BE49-F238E27FC236}">
                <a16:creationId xmlns:a16="http://schemas.microsoft.com/office/drawing/2014/main" id="{9A813BAF-2AE5-40B7-99EC-34A77A51DB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56213" y="4292600"/>
          <a:ext cx="430212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52" name="Equation" r:id="rId12" imgW="257142" imgH="276289" progId="Equation.DSMT4">
                  <p:embed/>
                </p:oleObj>
              </mc:Choice>
              <mc:Fallback>
                <p:oleObj name="Equation" r:id="rId12" imgW="257142" imgH="276289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6213" y="4292600"/>
                        <a:ext cx="430212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7" name="Text Box 17">
            <a:extLst>
              <a:ext uri="{FF2B5EF4-FFF2-40B4-BE49-F238E27FC236}">
                <a16:creationId xmlns:a16="http://schemas.microsoft.com/office/drawing/2014/main" id="{02A4AF9C-8896-48FC-987E-0788159CAC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404813"/>
            <a:ext cx="8275637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例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12.</a:t>
            </a:r>
            <a:r>
              <a:rPr kumimoji="1" lang="en-US" altLang="zh-CN" sz="2800" b="1"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长直螺线管内充满均匀磁介质</a:t>
            </a:r>
            <a:r>
              <a:rPr kumimoji="1" lang="zh-CN" altLang="en-US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</a:t>
            </a:r>
            <a:r>
              <a:rPr kumimoji="1" lang="en-US" altLang="zh-CN" sz="28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kumimoji="1"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单位长度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         上的匝数为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n</a:t>
            </a:r>
            <a:r>
              <a:rPr kumimoji="1" lang="en-US" altLang="zh-CN" sz="2800" b="1">
                <a:latin typeface="Times New Roman" panose="02020603050405020304" pitchFamily="18" charset="0"/>
              </a:rPr>
              <a:t>,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通有电流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I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。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     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求</a:t>
            </a:r>
            <a:r>
              <a:rPr kumimoji="1" lang="zh-CN" altLang="en-US" sz="2800" b="1">
                <a:latin typeface="Times New Roman" panose="02020603050405020304" pitchFamily="18" charset="0"/>
              </a:rPr>
              <a:t> 管内的磁感应强度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B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及磁化强度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M</a:t>
            </a:r>
            <a:r>
              <a:rPr kumimoji="1" lang="zh-CN" altLang="en-US" sz="2800" b="1">
                <a:latin typeface="Times New Roman" panose="02020603050405020304" pitchFamily="18" charset="0"/>
              </a:rPr>
              <a:t>。</a:t>
            </a:r>
            <a:endParaRPr kumimoji="1" lang="zh-CN" altLang="en-US" b="1">
              <a:latin typeface="Times New Roman" panose="02020603050405020304" pitchFamily="18" charset="0"/>
            </a:endParaRPr>
          </a:p>
        </p:txBody>
      </p:sp>
      <p:sp>
        <p:nvSpPr>
          <p:cNvPr id="25618" name="Text Box 18">
            <a:extLst>
              <a:ext uri="{FF2B5EF4-FFF2-40B4-BE49-F238E27FC236}">
                <a16:creationId xmlns:a16="http://schemas.microsoft.com/office/drawing/2014/main" id="{CF54080E-9684-4B6F-A50B-80B71643D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875" y="1773238"/>
            <a:ext cx="11636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解：</a:t>
            </a:r>
          </a:p>
        </p:txBody>
      </p:sp>
      <p:graphicFrame>
        <p:nvGraphicFramePr>
          <p:cNvPr id="25619" name="Object 19">
            <a:extLst>
              <a:ext uri="{FF2B5EF4-FFF2-40B4-BE49-F238E27FC236}">
                <a16:creationId xmlns:a16="http://schemas.microsoft.com/office/drawing/2014/main" id="{AF51E011-BF91-4B22-83C5-66393502C7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68563" y="3028950"/>
          <a:ext cx="2297112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53" name="Equation" r:id="rId14" imgW="2400343" imgH="276289" progId="Equation.DSMT4">
                  <p:embed/>
                </p:oleObj>
              </mc:Choice>
              <mc:Fallback>
                <p:oleObj name="Equation" r:id="rId14" imgW="2400343" imgH="276289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8563" y="3028950"/>
                        <a:ext cx="2297112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0" name="Object 20">
            <a:extLst>
              <a:ext uri="{FF2B5EF4-FFF2-40B4-BE49-F238E27FC236}">
                <a16:creationId xmlns:a16="http://schemas.microsoft.com/office/drawing/2014/main" id="{7DDD14AD-64F1-439A-9AF6-7C2138638D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51100" y="3525838"/>
          <a:ext cx="120015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54" name="Equation" r:id="rId16" imgW="990745" imgH="190449" progId="Equation.DSMT4">
                  <p:embed/>
                </p:oleObj>
              </mc:Choice>
              <mc:Fallback>
                <p:oleObj name="Equation" r:id="rId16" imgW="990745" imgH="190449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1100" y="3525838"/>
                        <a:ext cx="120015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1" name="Object 21">
            <a:extLst>
              <a:ext uri="{FF2B5EF4-FFF2-40B4-BE49-F238E27FC236}">
                <a16:creationId xmlns:a16="http://schemas.microsoft.com/office/drawing/2014/main" id="{048A9588-879C-4EB6-A773-93D1204651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54250" y="4005263"/>
          <a:ext cx="1560513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55" name="Equation" r:id="rId18" imgW="1571658" imgH="314171" progId="Equation.DSMT4">
                  <p:embed/>
                </p:oleObj>
              </mc:Choice>
              <mc:Fallback>
                <p:oleObj name="Equation" r:id="rId18" imgW="1571658" imgH="314171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4250" y="4005263"/>
                        <a:ext cx="1560513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2" name="Object 22">
            <a:extLst>
              <a:ext uri="{FF2B5EF4-FFF2-40B4-BE49-F238E27FC236}">
                <a16:creationId xmlns:a16="http://schemas.microsoft.com/office/drawing/2014/main" id="{30AC7704-FCCF-4ECF-A88C-2B9796EF3D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7150" y="4500563"/>
          <a:ext cx="1362075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56" name="Equation" r:id="rId20" imgW="1438402" imgH="380897" progId="Equation.DSMT4">
                  <p:embed/>
                </p:oleObj>
              </mc:Choice>
              <mc:Fallback>
                <p:oleObj name="Equation" r:id="rId20" imgW="1438402" imgH="380897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7150" y="4500563"/>
                        <a:ext cx="1362075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3" name="Object 23">
            <a:extLst>
              <a:ext uri="{FF2B5EF4-FFF2-40B4-BE49-F238E27FC236}">
                <a16:creationId xmlns:a16="http://schemas.microsoft.com/office/drawing/2014/main" id="{33511BB8-26CD-4DE3-8BE5-47FADBFCEE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28738" y="5051425"/>
          <a:ext cx="1905000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57" name="Equation" r:id="rId22" imgW="1752455" imgH="333285" progId="Equation.3">
                  <p:embed/>
                </p:oleObj>
              </mc:Choice>
              <mc:Fallback>
                <p:oleObj name="Equation" r:id="rId22" imgW="1752455" imgH="333285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8738" y="5051425"/>
                        <a:ext cx="1905000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24" name="Text Box 24">
            <a:extLst>
              <a:ext uri="{FF2B5EF4-FFF2-40B4-BE49-F238E27FC236}">
                <a16:creationId xmlns:a16="http://schemas.microsoft.com/office/drawing/2014/main" id="{943FD34F-5C50-4473-A457-A28B57A3C0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3363" y="5589588"/>
            <a:ext cx="19573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顺磁质</a:t>
            </a:r>
          </a:p>
        </p:txBody>
      </p:sp>
      <p:graphicFrame>
        <p:nvGraphicFramePr>
          <p:cNvPr id="25625" name="Object 25">
            <a:extLst>
              <a:ext uri="{FF2B5EF4-FFF2-40B4-BE49-F238E27FC236}">
                <a16:creationId xmlns:a16="http://schemas.microsoft.com/office/drawing/2014/main" id="{76F81A14-D8AC-48CF-B6EE-F88E2B54E3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98763" y="5640388"/>
          <a:ext cx="1044575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58" name="Equation" r:id="rId24" imgW="723886" imgH="314171" progId="Equation.DSMT4">
                  <p:embed/>
                </p:oleObj>
              </mc:Choice>
              <mc:Fallback>
                <p:oleObj name="Equation" r:id="rId24" imgW="723886" imgH="314171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8763" y="5640388"/>
                        <a:ext cx="1044575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26" name="Text Box 26">
            <a:extLst>
              <a:ext uri="{FF2B5EF4-FFF2-40B4-BE49-F238E27FC236}">
                <a16:creationId xmlns:a16="http://schemas.microsoft.com/office/drawing/2014/main" id="{5E39E672-6141-4CAA-A3FD-A329AEE80C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3363" y="6137275"/>
            <a:ext cx="18843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抗磁质</a:t>
            </a:r>
          </a:p>
        </p:txBody>
      </p:sp>
      <p:graphicFrame>
        <p:nvGraphicFramePr>
          <p:cNvPr id="25627" name="Object 27">
            <a:extLst>
              <a:ext uri="{FF2B5EF4-FFF2-40B4-BE49-F238E27FC236}">
                <a16:creationId xmlns:a16="http://schemas.microsoft.com/office/drawing/2014/main" id="{91182A4B-8F1F-4226-9EEA-54F6316476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98763" y="6165850"/>
          <a:ext cx="1027112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59" name="Equation" r:id="rId26" imgW="723886" imgH="314171" progId="Equation.DSMT4">
                  <p:embed/>
                </p:oleObj>
              </mc:Choice>
              <mc:Fallback>
                <p:oleObj name="Equation" r:id="rId26" imgW="723886" imgH="314171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8763" y="6165850"/>
                        <a:ext cx="1027112" cy="46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8" name="Object 28">
            <a:extLst>
              <a:ext uri="{FF2B5EF4-FFF2-40B4-BE49-F238E27FC236}">
                <a16:creationId xmlns:a16="http://schemas.microsoft.com/office/drawing/2014/main" id="{9B817DEA-9415-4EC0-8AF0-32FC565CB0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78250" y="4057650"/>
          <a:ext cx="936625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60" name="Equation" r:id="rId28" imgW="838055" imgH="266558" progId="Equation.3">
                  <p:embed/>
                </p:oleObj>
              </mc:Choice>
              <mc:Fallback>
                <p:oleObj name="Equation" r:id="rId28" imgW="838055" imgH="266558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8250" y="4057650"/>
                        <a:ext cx="936625" cy="398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9" name="Object 29">
            <a:extLst>
              <a:ext uri="{FF2B5EF4-FFF2-40B4-BE49-F238E27FC236}">
                <a16:creationId xmlns:a16="http://schemas.microsoft.com/office/drawing/2014/main" id="{F39C0291-0334-497D-BDA1-D4B344233F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86138" y="5081588"/>
          <a:ext cx="1827212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61" name="Equation" r:id="rId30" imgW="1685827" imgH="304787" progId="Equation.3">
                  <p:embed/>
                </p:oleObj>
              </mc:Choice>
              <mc:Fallback>
                <p:oleObj name="Equation" r:id="rId30" imgW="1685827" imgH="304787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6138" y="5081588"/>
                        <a:ext cx="1827212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30" name="Object 30">
            <a:extLst>
              <a:ext uri="{FF2B5EF4-FFF2-40B4-BE49-F238E27FC236}">
                <a16:creationId xmlns:a16="http://schemas.microsoft.com/office/drawing/2014/main" id="{107A7134-88D9-47D1-977F-8F4028E5F6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59238" y="6165850"/>
          <a:ext cx="1049337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62" name="Equation" r:id="rId32" imgW="1133370" imgH="371514" progId="Equation.DSMT4">
                  <p:embed/>
                </p:oleObj>
              </mc:Choice>
              <mc:Fallback>
                <p:oleObj name="Equation" r:id="rId32" imgW="1133370" imgH="371514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9238" y="6165850"/>
                        <a:ext cx="1049337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31" name="Object 31">
            <a:extLst>
              <a:ext uri="{FF2B5EF4-FFF2-40B4-BE49-F238E27FC236}">
                <a16:creationId xmlns:a16="http://schemas.microsoft.com/office/drawing/2014/main" id="{039CEDD0-E92D-4B24-8221-3C5813B8B9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95750" y="5597525"/>
          <a:ext cx="1030288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63" name="Equation" r:id="rId34" imgW="847772" imgH="295404" progId="Equation.DSMT4">
                  <p:embed/>
                </p:oleObj>
              </mc:Choice>
              <mc:Fallback>
                <p:oleObj name="Equation" r:id="rId34" imgW="847772" imgH="295404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5750" y="5597525"/>
                        <a:ext cx="1030288" cy="423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32" name="AutoShape 32">
            <a:extLst>
              <a:ext uri="{FF2B5EF4-FFF2-40B4-BE49-F238E27FC236}">
                <a16:creationId xmlns:a16="http://schemas.microsoft.com/office/drawing/2014/main" id="{4C612754-C249-46CF-A9F2-DA2E53DA0F08}"/>
              </a:ext>
            </a:extLst>
          </p:cNvPr>
          <p:cNvSpPr>
            <a:spLocks/>
          </p:cNvSpPr>
          <p:nvPr/>
        </p:nvSpPr>
        <p:spPr bwMode="auto">
          <a:xfrm>
            <a:off x="1198563" y="5741988"/>
            <a:ext cx="304800" cy="838200"/>
          </a:xfrm>
          <a:prstGeom prst="leftBrace">
            <a:avLst>
              <a:gd name="adj1" fmla="val 22917"/>
              <a:gd name="adj2" fmla="val 49421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25633" name="Object 33">
            <a:extLst>
              <a:ext uri="{FF2B5EF4-FFF2-40B4-BE49-F238E27FC236}">
                <a16:creationId xmlns:a16="http://schemas.microsoft.com/office/drawing/2014/main" id="{25A7CC14-7DAF-4636-80AA-5778D0B20B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48600" y="4076700"/>
          <a:ext cx="45720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64" name="Equation" r:id="rId36" imgW="314401" imgH="238061" progId="Equation.3">
                  <p:embed/>
                </p:oleObj>
              </mc:Choice>
              <mc:Fallback>
                <p:oleObj name="Equation" r:id="rId36" imgW="314401" imgH="238061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4076700"/>
                        <a:ext cx="457200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34" name="Oval 34">
            <a:extLst>
              <a:ext uri="{FF2B5EF4-FFF2-40B4-BE49-F238E27FC236}">
                <a16:creationId xmlns:a16="http://schemas.microsoft.com/office/drawing/2014/main" id="{52C22283-BCE7-4367-AE5E-9E99AA5A13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8700" y="4995863"/>
            <a:ext cx="304800" cy="304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FF3300"/>
                </a:solidFill>
                <a:latin typeface="Times New Roman" panose="02020603050405020304" pitchFamily="18" charset="0"/>
              </a:rPr>
              <a:t>×</a:t>
            </a:r>
          </a:p>
        </p:txBody>
      </p:sp>
      <p:sp>
        <p:nvSpPr>
          <p:cNvPr id="25635" name="Line 35">
            <a:extLst>
              <a:ext uri="{FF2B5EF4-FFF2-40B4-BE49-F238E27FC236}">
                <a16:creationId xmlns:a16="http://schemas.microsoft.com/office/drawing/2014/main" id="{C59C8930-F5B5-441A-B251-7717724DF5F6}"/>
              </a:ext>
            </a:extLst>
          </p:cNvPr>
          <p:cNvSpPr>
            <a:spLocks noChangeShapeType="1"/>
          </p:cNvSpPr>
          <p:nvPr/>
        </p:nvSpPr>
        <p:spPr bwMode="auto">
          <a:xfrm rot="5400000" flipH="1">
            <a:off x="8083550" y="4273550"/>
            <a:ext cx="0" cy="685800"/>
          </a:xfrm>
          <a:prstGeom prst="line">
            <a:avLst/>
          </a:prstGeom>
          <a:noFill/>
          <a:ln w="57150">
            <a:solidFill>
              <a:srgbClr val="FFFF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" name="Group 36">
            <a:extLst>
              <a:ext uri="{FF2B5EF4-FFF2-40B4-BE49-F238E27FC236}">
                <a16:creationId xmlns:a16="http://schemas.microsoft.com/office/drawing/2014/main" id="{0FE620C8-F8A6-4385-8ECE-29355AD93953}"/>
              </a:ext>
            </a:extLst>
          </p:cNvPr>
          <p:cNvGrpSpPr>
            <a:grpSpLocks/>
          </p:cNvGrpSpPr>
          <p:nvPr/>
        </p:nvGrpSpPr>
        <p:grpSpPr bwMode="auto">
          <a:xfrm>
            <a:off x="5543550" y="2289175"/>
            <a:ext cx="3302000" cy="1284288"/>
            <a:chOff x="3744" y="333"/>
            <a:chExt cx="2080" cy="809"/>
          </a:xfrm>
        </p:grpSpPr>
        <p:graphicFrame>
          <p:nvGraphicFramePr>
            <p:cNvPr id="23645" name="Object 37">
              <a:extLst>
                <a:ext uri="{FF2B5EF4-FFF2-40B4-BE49-F238E27FC236}">
                  <a16:creationId xmlns:a16="http://schemas.microsoft.com/office/drawing/2014/main" id="{F8834582-1B7D-4740-BFB8-D5A6D2284D4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08" y="432"/>
            <a:ext cx="416" cy="3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65" name="Equation" r:id="rId38" imgW="47542" imgH="76110" progId="Equation.DSMT4">
                    <p:embed/>
                  </p:oleObj>
                </mc:Choice>
                <mc:Fallback>
                  <p:oleObj name="Equation" r:id="rId38" imgW="47542" imgH="76110" progId="Equation.DSMT4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08" y="432"/>
                          <a:ext cx="416" cy="3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646" name="Rectangle 38" descr="棕色大理石">
              <a:extLst>
                <a:ext uri="{FF2B5EF4-FFF2-40B4-BE49-F238E27FC236}">
                  <a16:creationId xmlns:a16="http://schemas.microsoft.com/office/drawing/2014/main" id="{8FA31A2F-914A-4175-BA8F-C06F93231D4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3792" y="480"/>
              <a:ext cx="1608" cy="336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3647" name="Freeform 39">
              <a:extLst>
                <a:ext uri="{FF2B5EF4-FFF2-40B4-BE49-F238E27FC236}">
                  <a16:creationId xmlns:a16="http://schemas.microsoft.com/office/drawing/2014/main" id="{8A6194F4-4D55-4B22-B8AD-DA879F85CE1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8" y="816"/>
              <a:ext cx="48" cy="326"/>
            </a:xfrm>
            <a:custGeom>
              <a:avLst/>
              <a:gdLst>
                <a:gd name="T0" fmla="*/ 0 w 1"/>
                <a:gd name="T1" fmla="*/ 0 h 370"/>
                <a:gd name="T2" fmla="*/ 2147483646 w 1"/>
                <a:gd name="T3" fmla="*/ 18 h 370"/>
                <a:gd name="T4" fmla="*/ 0 60000 65536"/>
                <a:gd name="T5" fmla="*/ 0 60000 65536"/>
                <a:gd name="T6" fmla="*/ 0 w 1"/>
                <a:gd name="T7" fmla="*/ 0 h 370"/>
                <a:gd name="T8" fmla="*/ 1 w 1"/>
                <a:gd name="T9" fmla="*/ 370 h 3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370">
                  <a:moveTo>
                    <a:pt x="0" y="0"/>
                  </a:moveTo>
                  <a:lnTo>
                    <a:pt x="1" y="370"/>
                  </a:lnTo>
                </a:path>
              </a:pathLst>
            </a:custGeom>
            <a:noFill/>
            <a:ln w="60325">
              <a:solidFill>
                <a:srgbClr val="FF9933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48" name="Freeform 40">
              <a:extLst>
                <a:ext uri="{FF2B5EF4-FFF2-40B4-BE49-F238E27FC236}">
                  <a16:creationId xmlns:a16="http://schemas.microsoft.com/office/drawing/2014/main" id="{E8DD4DB0-7692-48C2-9C88-F622E6AD189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4" y="771"/>
              <a:ext cx="51" cy="237"/>
            </a:xfrm>
            <a:custGeom>
              <a:avLst/>
              <a:gdLst>
                <a:gd name="T0" fmla="*/ 0 w 1"/>
                <a:gd name="T1" fmla="*/ 0 h 370"/>
                <a:gd name="T2" fmla="*/ 2147483646 w 1"/>
                <a:gd name="T3" fmla="*/ 1 h 370"/>
                <a:gd name="T4" fmla="*/ 0 60000 65536"/>
                <a:gd name="T5" fmla="*/ 0 60000 65536"/>
                <a:gd name="T6" fmla="*/ 0 w 1"/>
                <a:gd name="T7" fmla="*/ 0 h 370"/>
                <a:gd name="T8" fmla="*/ 1 w 1"/>
                <a:gd name="T9" fmla="*/ 370 h 3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370">
                  <a:moveTo>
                    <a:pt x="0" y="0"/>
                  </a:moveTo>
                  <a:lnTo>
                    <a:pt x="1" y="370"/>
                  </a:lnTo>
                </a:path>
              </a:pathLst>
            </a:custGeom>
            <a:noFill/>
            <a:ln w="60325">
              <a:solidFill>
                <a:srgbClr val="FF9933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3649" name="Object 41">
              <a:extLst>
                <a:ext uri="{FF2B5EF4-FFF2-40B4-BE49-F238E27FC236}">
                  <a16:creationId xmlns:a16="http://schemas.microsoft.com/office/drawing/2014/main" id="{1EE7DAF8-FACD-4E82-824B-755116E380E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19" y="911"/>
            <a:ext cx="209" cy="1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66" name="Equation" r:id="rId40" imgW="114170" imgH="181065" progId="Equation.3">
                    <p:embed/>
                  </p:oleObj>
                </mc:Choice>
                <mc:Fallback>
                  <p:oleObj name="Equation" r:id="rId40" imgW="114170" imgH="181065" progId="Equation.3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19" y="911"/>
                          <a:ext cx="209" cy="1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650" name="Line 42">
              <a:extLst>
                <a:ext uri="{FF2B5EF4-FFF2-40B4-BE49-F238E27FC236}">
                  <a16:creationId xmlns:a16="http://schemas.microsoft.com/office/drawing/2014/main" id="{CBACCF94-80FE-4301-A997-E13521E45F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624"/>
              <a:ext cx="1480" cy="1"/>
            </a:xfrm>
            <a:prstGeom prst="line">
              <a:avLst/>
            </a:prstGeom>
            <a:noFill/>
            <a:ln w="41275">
              <a:solidFill>
                <a:srgbClr val="00FFFF"/>
              </a:solidFill>
              <a:round/>
              <a:headEnd/>
              <a:tailEnd type="arrow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3651" name="Group 43">
              <a:extLst>
                <a:ext uri="{FF2B5EF4-FFF2-40B4-BE49-F238E27FC236}">
                  <a16:creationId xmlns:a16="http://schemas.microsoft.com/office/drawing/2014/main" id="{1EEE0FB2-1B10-4B8C-811F-3C825CD6F7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2" y="333"/>
              <a:ext cx="1531" cy="579"/>
              <a:chOff x="1903" y="2688"/>
              <a:chExt cx="1554" cy="981"/>
            </a:xfrm>
          </p:grpSpPr>
          <p:sp>
            <p:nvSpPr>
              <p:cNvPr id="23652" name="Freeform 44">
                <a:extLst>
                  <a:ext uri="{FF2B5EF4-FFF2-40B4-BE49-F238E27FC236}">
                    <a16:creationId xmlns:a16="http://schemas.microsoft.com/office/drawing/2014/main" id="{C3A462E7-4D86-4CD1-8C3A-75772CA1BD0C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967" y="2688"/>
                <a:ext cx="258" cy="981"/>
              </a:xfrm>
              <a:custGeom>
                <a:avLst/>
                <a:gdLst>
                  <a:gd name="T0" fmla="*/ 0 w 315"/>
                  <a:gd name="T1" fmla="*/ 6 h 1146"/>
                  <a:gd name="T2" fmla="*/ 2 w 315"/>
                  <a:gd name="T3" fmla="*/ 3 h 1146"/>
                  <a:gd name="T4" fmla="*/ 2 w 315"/>
                  <a:gd name="T5" fmla="*/ 24 h 1146"/>
                  <a:gd name="T6" fmla="*/ 2 w 315"/>
                  <a:gd name="T7" fmla="*/ 23 h 114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5"/>
                  <a:gd name="T13" fmla="*/ 0 h 1146"/>
                  <a:gd name="T14" fmla="*/ 315 w 315"/>
                  <a:gd name="T15" fmla="*/ 1146 h 114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5" h="1146">
                    <a:moveTo>
                      <a:pt x="0" y="261"/>
                    </a:moveTo>
                    <a:cubicBezTo>
                      <a:pt x="14" y="238"/>
                      <a:pt x="59" y="0"/>
                      <a:pt x="94" y="125"/>
                    </a:cubicBezTo>
                    <a:cubicBezTo>
                      <a:pt x="138" y="260"/>
                      <a:pt x="173" y="872"/>
                      <a:pt x="210" y="1009"/>
                    </a:cubicBezTo>
                    <a:cubicBezTo>
                      <a:pt x="247" y="1146"/>
                      <a:pt x="293" y="958"/>
                      <a:pt x="315" y="945"/>
                    </a:cubicBezTo>
                  </a:path>
                </a:pathLst>
              </a:custGeom>
              <a:noFill/>
              <a:ln w="69850">
                <a:solidFill>
                  <a:srgbClr val="FF99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53" name="Freeform 45">
                <a:extLst>
                  <a:ext uri="{FF2B5EF4-FFF2-40B4-BE49-F238E27FC236}">
                    <a16:creationId xmlns:a16="http://schemas.microsoft.com/office/drawing/2014/main" id="{19921B38-7156-47F8-A2AB-0A7D0A54387F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733" y="2688"/>
                <a:ext cx="254" cy="981"/>
              </a:xfrm>
              <a:custGeom>
                <a:avLst/>
                <a:gdLst>
                  <a:gd name="T0" fmla="*/ 0 w 315"/>
                  <a:gd name="T1" fmla="*/ 6 h 1146"/>
                  <a:gd name="T2" fmla="*/ 2 w 315"/>
                  <a:gd name="T3" fmla="*/ 3 h 1146"/>
                  <a:gd name="T4" fmla="*/ 2 w 315"/>
                  <a:gd name="T5" fmla="*/ 24 h 1146"/>
                  <a:gd name="T6" fmla="*/ 2 w 315"/>
                  <a:gd name="T7" fmla="*/ 23 h 114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5"/>
                  <a:gd name="T13" fmla="*/ 0 h 1146"/>
                  <a:gd name="T14" fmla="*/ 315 w 315"/>
                  <a:gd name="T15" fmla="*/ 1146 h 114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5" h="1146">
                    <a:moveTo>
                      <a:pt x="0" y="261"/>
                    </a:moveTo>
                    <a:cubicBezTo>
                      <a:pt x="14" y="238"/>
                      <a:pt x="59" y="0"/>
                      <a:pt x="94" y="125"/>
                    </a:cubicBezTo>
                    <a:cubicBezTo>
                      <a:pt x="138" y="260"/>
                      <a:pt x="173" y="872"/>
                      <a:pt x="210" y="1009"/>
                    </a:cubicBezTo>
                    <a:cubicBezTo>
                      <a:pt x="247" y="1146"/>
                      <a:pt x="293" y="958"/>
                      <a:pt x="315" y="945"/>
                    </a:cubicBezTo>
                  </a:path>
                </a:pathLst>
              </a:custGeom>
              <a:noFill/>
              <a:ln w="69850">
                <a:solidFill>
                  <a:srgbClr val="FF99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54" name="Freeform 46">
                <a:extLst>
                  <a:ext uri="{FF2B5EF4-FFF2-40B4-BE49-F238E27FC236}">
                    <a16:creationId xmlns:a16="http://schemas.microsoft.com/office/drawing/2014/main" id="{5BF7C003-6DFA-49E7-B530-2F5EF04FEC1B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497" y="2688"/>
                <a:ext cx="258" cy="981"/>
              </a:xfrm>
              <a:custGeom>
                <a:avLst/>
                <a:gdLst>
                  <a:gd name="T0" fmla="*/ 0 w 315"/>
                  <a:gd name="T1" fmla="*/ 6 h 1146"/>
                  <a:gd name="T2" fmla="*/ 2 w 315"/>
                  <a:gd name="T3" fmla="*/ 3 h 1146"/>
                  <a:gd name="T4" fmla="*/ 2 w 315"/>
                  <a:gd name="T5" fmla="*/ 24 h 1146"/>
                  <a:gd name="T6" fmla="*/ 2 w 315"/>
                  <a:gd name="T7" fmla="*/ 23 h 114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5"/>
                  <a:gd name="T13" fmla="*/ 0 h 1146"/>
                  <a:gd name="T14" fmla="*/ 315 w 315"/>
                  <a:gd name="T15" fmla="*/ 1146 h 114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5" h="1146">
                    <a:moveTo>
                      <a:pt x="0" y="261"/>
                    </a:moveTo>
                    <a:cubicBezTo>
                      <a:pt x="14" y="238"/>
                      <a:pt x="59" y="0"/>
                      <a:pt x="94" y="125"/>
                    </a:cubicBezTo>
                    <a:cubicBezTo>
                      <a:pt x="138" y="260"/>
                      <a:pt x="173" y="872"/>
                      <a:pt x="210" y="1009"/>
                    </a:cubicBezTo>
                    <a:cubicBezTo>
                      <a:pt x="247" y="1146"/>
                      <a:pt x="293" y="958"/>
                      <a:pt x="315" y="945"/>
                    </a:cubicBezTo>
                  </a:path>
                </a:pathLst>
              </a:custGeom>
              <a:noFill/>
              <a:ln w="69850">
                <a:solidFill>
                  <a:srgbClr val="FF99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55" name="Freeform 47">
                <a:extLst>
                  <a:ext uri="{FF2B5EF4-FFF2-40B4-BE49-F238E27FC236}">
                    <a16:creationId xmlns:a16="http://schemas.microsoft.com/office/drawing/2014/main" id="{98956139-A91F-4B87-B2ED-7338D443203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262" y="2688"/>
                <a:ext cx="255" cy="981"/>
              </a:xfrm>
              <a:custGeom>
                <a:avLst/>
                <a:gdLst>
                  <a:gd name="T0" fmla="*/ 0 w 315"/>
                  <a:gd name="T1" fmla="*/ 6 h 1146"/>
                  <a:gd name="T2" fmla="*/ 2 w 315"/>
                  <a:gd name="T3" fmla="*/ 3 h 1146"/>
                  <a:gd name="T4" fmla="*/ 2 w 315"/>
                  <a:gd name="T5" fmla="*/ 24 h 1146"/>
                  <a:gd name="T6" fmla="*/ 2 w 315"/>
                  <a:gd name="T7" fmla="*/ 23 h 114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5"/>
                  <a:gd name="T13" fmla="*/ 0 h 1146"/>
                  <a:gd name="T14" fmla="*/ 315 w 315"/>
                  <a:gd name="T15" fmla="*/ 1146 h 114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5" h="1146">
                    <a:moveTo>
                      <a:pt x="0" y="261"/>
                    </a:moveTo>
                    <a:cubicBezTo>
                      <a:pt x="14" y="238"/>
                      <a:pt x="59" y="0"/>
                      <a:pt x="94" y="125"/>
                    </a:cubicBezTo>
                    <a:cubicBezTo>
                      <a:pt x="138" y="260"/>
                      <a:pt x="173" y="872"/>
                      <a:pt x="210" y="1009"/>
                    </a:cubicBezTo>
                    <a:cubicBezTo>
                      <a:pt x="247" y="1146"/>
                      <a:pt x="293" y="958"/>
                      <a:pt x="315" y="945"/>
                    </a:cubicBezTo>
                  </a:path>
                </a:pathLst>
              </a:custGeom>
              <a:noFill/>
              <a:ln w="69850">
                <a:solidFill>
                  <a:srgbClr val="FF99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56" name="Freeform 48">
                <a:extLst>
                  <a:ext uri="{FF2B5EF4-FFF2-40B4-BE49-F238E27FC236}">
                    <a16:creationId xmlns:a16="http://schemas.microsoft.com/office/drawing/2014/main" id="{75FBB1B7-46C6-436B-88F9-83DB568A438A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027" y="2688"/>
                <a:ext cx="258" cy="981"/>
              </a:xfrm>
              <a:custGeom>
                <a:avLst/>
                <a:gdLst>
                  <a:gd name="T0" fmla="*/ 0 w 315"/>
                  <a:gd name="T1" fmla="*/ 6 h 1146"/>
                  <a:gd name="T2" fmla="*/ 2 w 315"/>
                  <a:gd name="T3" fmla="*/ 3 h 1146"/>
                  <a:gd name="T4" fmla="*/ 2 w 315"/>
                  <a:gd name="T5" fmla="*/ 24 h 1146"/>
                  <a:gd name="T6" fmla="*/ 2 w 315"/>
                  <a:gd name="T7" fmla="*/ 23 h 114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5"/>
                  <a:gd name="T13" fmla="*/ 0 h 1146"/>
                  <a:gd name="T14" fmla="*/ 315 w 315"/>
                  <a:gd name="T15" fmla="*/ 1146 h 114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5" h="1146">
                    <a:moveTo>
                      <a:pt x="0" y="261"/>
                    </a:moveTo>
                    <a:cubicBezTo>
                      <a:pt x="14" y="238"/>
                      <a:pt x="59" y="0"/>
                      <a:pt x="94" y="125"/>
                    </a:cubicBezTo>
                    <a:cubicBezTo>
                      <a:pt x="138" y="260"/>
                      <a:pt x="173" y="872"/>
                      <a:pt x="210" y="1009"/>
                    </a:cubicBezTo>
                    <a:cubicBezTo>
                      <a:pt x="247" y="1146"/>
                      <a:pt x="293" y="958"/>
                      <a:pt x="315" y="945"/>
                    </a:cubicBezTo>
                  </a:path>
                </a:pathLst>
              </a:custGeom>
              <a:noFill/>
              <a:ln w="69850">
                <a:solidFill>
                  <a:srgbClr val="FF99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57" name="Freeform 49">
                <a:extLst>
                  <a:ext uri="{FF2B5EF4-FFF2-40B4-BE49-F238E27FC236}">
                    <a16:creationId xmlns:a16="http://schemas.microsoft.com/office/drawing/2014/main" id="{B22828E4-5D59-4D04-8142-084AA48D65A3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203" y="2688"/>
                <a:ext cx="254" cy="981"/>
              </a:xfrm>
              <a:custGeom>
                <a:avLst/>
                <a:gdLst>
                  <a:gd name="T0" fmla="*/ 0 w 315"/>
                  <a:gd name="T1" fmla="*/ 6 h 1146"/>
                  <a:gd name="T2" fmla="*/ 2 w 315"/>
                  <a:gd name="T3" fmla="*/ 3 h 1146"/>
                  <a:gd name="T4" fmla="*/ 2 w 315"/>
                  <a:gd name="T5" fmla="*/ 24 h 1146"/>
                  <a:gd name="T6" fmla="*/ 2 w 315"/>
                  <a:gd name="T7" fmla="*/ 23 h 114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5"/>
                  <a:gd name="T13" fmla="*/ 0 h 1146"/>
                  <a:gd name="T14" fmla="*/ 315 w 315"/>
                  <a:gd name="T15" fmla="*/ 1146 h 114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5" h="1146">
                    <a:moveTo>
                      <a:pt x="0" y="261"/>
                    </a:moveTo>
                    <a:cubicBezTo>
                      <a:pt x="14" y="238"/>
                      <a:pt x="59" y="0"/>
                      <a:pt x="94" y="125"/>
                    </a:cubicBezTo>
                    <a:cubicBezTo>
                      <a:pt x="138" y="260"/>
                      <a:pt x="173" y="872"/>
                      <a:pt x="210" y="1009"/>
                    </a:cubicBezTo>
                    <a:cubicBezTo>
                      <a:pt x="247" y="1146"/>
                      <a:pt x="293" y="958"/>
                      <a:pt x="315" y="945"/>
                    </a:cubicBezTo>
                  </a:path>
                </a:pathLst>
              </a:custGeom>
              <a:noFill/>
              <a:ln w="69850">
                <a:solidFill>
                  <a:srgbClr val="FF99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58" name="Freeform 50">
                <a:extLst>
                  <a:ext uri="{FF2B5EF4-FFF2-40B4-BE49-F238E27FC236}">
                    <a16:creationId xmlns:a16="http://schemas.microsoft.com/office/drawing/2014/main" id="{B94487D1-3ECD-4749-B652-7FB4A4113A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3" y="2688"/>
                <a:ext cx="162" cy="879"/>
              </a:xfrm>
              <a:custGeom>
                <a:avLst/>
                <a:gdLst>
                  <a:gd name="T0" fmla="*/ 162 w 162"/>
                  <a:gd name="T1" fmla="*/ 225 h 879"/>
                  <a:gd name="T2" fmla="*/ 85 w 162"/>
                  <a:gd name="T3" fmla="*/ 109 h 879"/>
                  <a:gd name="T4" fmla="*/ 0 w 162"/>
                  <a:gd name="T5" fmla="*/ 879 h 879"/>
                  <a:gd name="T6" fmla="*/ 0 60000 65536"/>
                  <a:gd name="T7" fmla="*/ 0 60000 65536"/>
                  <a:gd name="T8" fmla="*/ 0 60000 65536"/>
                  <a:gd name="T9" fmla="*/ 0 w 162"/>
                  <a:gd name="T10" fmla="*/ 0 h 879"/>
                  <a:gd name="T11" fmla="*/ 162 w 162"/>
                  <a:gd name="T12" fmla="*/ 879 h 87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62" h="879">
                    <a:moveTo>
                      <a:pt x="162" y="225"/>
                    </a:moveTo>
                    <a:cubicBezTo>
                      <a:pt x="151" y="206"/>
                      <a:pt x="112" y="0"/>
                      <a:pt x="85" y="109"/>
                    </a:cubicBezTo>
                    <a:cubicBezTo>
                      <a:pt x="49" y="225"/>
                      <a:pt x="18" y="719"/>
                      <a:pt x="0" y="879"/>
                    </a:cubicBezTo>
                  </a:path>
                </a:pathLst>
              </a:custGeom>
              <a:noFill/>
              <a:ln w="69850">
                <a:solidFill>
                  <a:srgbClr val="FF99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5651" name="Text Box 51">
            <a:extLst>
              <a:ext uri="{FF2B5EF4-FFF2-40B4-BE49-F238E27FC236}">
                <a16:creationId xmlns:a16="http://schemas.microsoft.com/office/drawing/2014/main" id="{2416368C-C2EC-4752-848A-BD4E72B230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1787525"/>
            <a:ext cx="60340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因管外磁场为零，取图示的回路</a:t>
            </a:r>
          </a:p>
        </p:txBody>
      </p:sp>
      <p:sp>
        <p:nvSpPr>
          <p:cNvPr id="25652" name="Text Box 52">
            <a:extLst>
              <a:ext uri="{FF2B5EF4-FFF2-40B4-BE49-F238E27FC236}">
                <a16:creationId xmlns:a16="http://schemas.microsoft.com/office/drawing/2014/main" id="{4B62E3E0-99A1-4CB1-9184-01FA2F5D0D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2276475"/>
            <a:ext cx="20685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根据</a:t>
            </a:r>
          </a:p>
        </p:txBody>
      </p:sp>
      <p:sp>
        <p:nvSpPr>
          <p:cNvPr id="25653" name="Oval 53">
            <a:extLst>
              <a:ext uri="{FF2B5EF4-FFF2-40B4-BE49-F238E27FC236}">
                <a16:creationId xmlns:a16="http://schemas.microsoft.com/office/drawing/2014/main" id="{F708EA3B-5817-4424-B39C-DF23AF596E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5900" y="4995863"/>
            <a:ext cx="304800" cy="304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FF3300"/>
                </a:solidFill>
                <a:latin typeface="Times New Roman" panose="02020603050405020304" pitchFamily="18" charset="0"/>
              </a:rPr>
              <a:t>×</a:t>
            </a:r>
          </a:p>
        </p:txBody>
      </p:sp>
      <p:sp>
        <p:nvSpPr>
          <p:cNvPr id="25654" name="Oval 54">
            <a:extLst>
              <a:ext uri="{FF2B5EF4-FFF2-40B4-BE49-F238E27FC236}">
                <a16:creationId xmlns:a16="http://schemas.microsoft.com/office/drawing/2014/main" id="{2E487981-CD9A-438B-AB49-B550B6327D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0" y="4995863"/>
            <a:ext cx="304800" cy="304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FF3300"/>
                </a:solidFill>
                <a:latin typeface="Times New Roman" panose="02020603050405020304" pitchFamily="18" charset="0"/>
              </a:rPr>
              <a:t>×</a:t>
            </a:r>
          </a:p>
        </p:txBody>
      </p:sp>
      <p:grpSp>
        <p:nvGrpSpPr>
          <p:cNvPr id="5" name="Group 55">
            <a:extLst>
              <a:ext uri="{FF2B5EF4-FFF2-40B4-BE49-F238E27FC236}">
                <a16:creationId xmlns:a16="http://schemas.microsoft.com/office/drawing/2014/main" id="{9933F872-DB05-48DF-BDB9-1A1E48476F52}"/>
              </a:ext>
            </a:extLst>
          </p:cNvPr>
          <p:cNvGrpSpPr>
            <a:grpSpLocks/>
          </p:cNvGrpSpPr>
          <p:nvPr/>
        </p:nvGrpSpPr>
        <p:grpSpPr bwMode="auto">
          <a:xfrm>
            <a:off x="7518400" y="3000375"/>
            <a:ext cx="336550" cy="823913"/>
            <a:chOff x="4560" y="912"/>
            <a:chExt cx="234" cy="519"/>
          </a:xfrm>
        </p:grpSpPr>
        <p:sp>
          <p:nvSpPr>
            <p:cNvPr id="23643" name="Oval 56">
              <a:extLst>
                <a:ext uri="{FF2B5EF4-FFF2-40B4-BE49-F238E27FC236}">
                  <a16:creationId xmlns:a16="http://schemas.microsoft.com/office/drawing/2014/main" id="{6D32DD6B-265F-456C-9766-04290567687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4560" y="1200"/>
              <a:ext cx="192" cy="17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rot="10800000"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1" lang="zh-CN" altLang="zh-CN" sz="2800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644" name="Text Box 57">
              <a:extLst>
                <a:ext uri="{FF2B5EF4-FFF2-40B4-BE49-F238E27FC236}">
                  <a16:creationId xmlns:a16="http://schemas.microsoft.com/office/drawing/2014/main" id="{A4020C42-877E-4AFB-BE5E-A84677F0E5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912"/>
              <a:ext cx="234" cy="5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.</a:t>
              </a:r>
            </a:p>
          </p:txBody>
        </p:sp>
      </p:grpSp>
      <p:grpSp>
        <p:nvGrpSpPr>
          <p:cNvPr id="6" name="Group 58">
            <a:extLst>
              <a:ext uri="{FF2B5EF4-FFF2-40B4-BE49-F238E27FC236}">
                <a16:creationId xmlns:a16="http://schemas.microsoft.com/office/drawing/2014/main" id="{FB2D7839-5A61-4A32-A5CA-F36D386F07A8}"/>
              </a:ext>
            </a:extLst>
          </p:cNvPr>
          <p:cNvGrpSpPr>
            <a:grpSpLocks/>
          </p:cNvGrpSpPr>
          <p:nvPr/>
        </p:nvGrpSpPr>
        <p:grpSpPr bwMode="auto">
          <a:xfrm>
            <a:off x="7943850" y="3000375"/>
            <a:ext cx="336550" cy="823913"/>
            <a:chOff x="4560" y="912"/>
            <a:chExt cx="234" cy="519"/>
          </a:xfrm>
        </p:grpSpPr>
        <p:sp>
          <p:nvSpPr>
            <p:cNvPr id="23641" name="Oval 59">
              <a:extLst>
                <a:ext uri="{FF2B5EF4-FFF2-40B4-BE49-F238E27FC236}">
                  <a16:creationId xmlns:a16="http://schemas.microsoft.com/office/drawing/2014/main" id="{48F458AE-6308-4D2F-8770-23784A2E8C6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4560" y="1200"/>
              <a:ext cx="192" cy="17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rot="10800000"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1" lang="zh-CN" altLang="zh-CN" sz="2800" b="1">
                <a:latin typeface="Times New Roman" panose="02020603050405020304" pitchFamily="18" charset="0"/>
              </a:endParaRPr>
            </a:p>
          </p:txBody>
        </p:sp>
        <p:sp>
          <p:nvSpPr>
            <p:cNvPr id="23642" name="Text Box 60">
              <a:extLst>
                <a:ext uri="{FF2B5EF4-FFF2-40B4-BE49-F238E27FC236}">
                  <a16:creationId xmlns:a16="http://schemas.microsoft.com/office/drawing/2014/main" id="{D0DF223A-F839-46BA-A0DA-673628B615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912"/>
              <a:ext cx="234" cy="5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.</a:t>
              </a:r>
            </a:p>
          </p:txBody>
        </p:sp>
      </p:grpSp>
      <p:grpSp>
        <p:nvGrpSpPr>
          <p:cNvPr id="7" name="Group 61">
            <a:extLst>
              <a:ext uri="{FF2B5EF4-FFF2-40B4-BE49-F238E27FC236}">
                <a16:creationId xmlns:a16="http://schemas.microsoft.com/office/drawing/2014/main" id="{14A319B2-4B3B-4FCB-B067-0B3FB742F957}"/>
              </a:ext>
            </a:extLst>
          </p:cNvPr>
          <p:cNvGrpSpPr>
            <a:grpSpLocks/>
          </p:cNvGrpSpPr>
          <p:nvPr/>
        </p:nvGrpSpPr>
        <p:grpSpPr bwMode="auto">
          <a:xfrm>
            <a:off x="7061200" y="3000375"/>
            <a:ext cx="336550" cy="823913"/>
            <a:chOff x="4560" y="912"/>
            <a:chExt cx="234" cy="519"/>
          </a:xfrm>
        </p:grpSpPr>
        <p:sp>
          <p:nvSpPr>
            <p:cNvPr id="23639" name="Oval 62">
              <a:extLst>
                <a:ext uri="{FF2B5EF4-FFF2-40B4-BE49-F238E27FC236}">
                  <a16:creationId xmlns:a16="http://schemas.microsoft.com/office/drawing/2014/main" id="{461CB217-60D8-492B-A9EA-2CBD923A3F5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4560" y="1200"/>
              <a:ext cx="192" cy="17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rot="10800000"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1" lang="zh-CN" altLang="zh-CN" sz="2800" b="1">
                <a:latin typeface="Times New Roman" panose="02020603050405020304" pitchFamily="18" charset="0"/>
              </a:endParaRPr>
            </a:p>
          </p:txBody>
        </p:sp>
        <p:sp>
          <p:nvSpPr>
            <p:cNvPr id="23640" name="Text Box 63">
              <a:extLst>
                <a:ext uri="{FF2B5EF4-FFF2-40B4-BE49-F238E27FC236}">
                  <a16:creationId xmlns:a16="http://schemas.microsoft.com/office/drawing/2014/main" id="{8DDD6E5A-8AA5-4309-923D-6E890EB816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912"/>
              <a:ext cx="234" cy="5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.</a:t>
              </a:r>
            </a:p>
          </p:txBody>
        </p:sp>
      </p:grpSp>
      <p:graphicFrame>
        <p:nvGraphicFramePr>
          <p:cNvPr id="25665" name="Object 65">
            <a:extLst>
              <a:ext uri="{FF2B5EF4-FFF2-40B4-BE49-F238E27FC236}">
                <a16:creationId xmlns:a16="http://schemas.microsoft.com/office/drawing/2014/main" id="{DDA9E1D9-CF1B-4F74-8017-6B19BED5F2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86013" y="2259013"/>
          <a:ext cx="2401887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67" name="Equation" r:id="rId42" imgW="2095659" imgH="647803" progId="Equation.DSMT4">
                  <p:embed/>
                </p:oleObj>
              </mc:Choice>
              <mc:Fallback>
                <p:oleObj name="Equation" r:id="rId42" imgW="2095659" imgH="647803" progId="Equation.DSMT4">
                  <p:embed/>
                  <p:pic>
                    <p:nvPicPr>
                      <p:cNvPr id="0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6013" y="2259013"/>
                        <a:ext cx="2401887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66" name="Oval 66">
            <a:extLst>
              <a:ext uri="{FF2B5EF4-FFF2-40B4-BE49-F238E27FC236}">
                <a16:creationId xmlns:a16="http://schemas.microsoft.com/office/drawing/2014/main" id="{6C918D5D-CDB0-4E44-B4D1-9F84C451A7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413" y="2466975"/>
            <a:ext cx="144462" cy="14446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5667" name="Text Box 67">
            <a:extLst>
              <a:ext uri="{FF2B5EF4-FFF2-40B4-BE49-F238E27FC236}">
                <a16:creationId xmlns:a16="http://schemas.microsoft.com/office/drawing/2014/main" id="{BF432874-B6E8-4AD9-8FA3-8475CAC686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1663" y="4473575"/>
            <a:ext cx="16573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又</a:t>
            </a:r>
          </a:p>
        </p:txBody>
      </p:sp>
      <p:sp>
        <p:nvSpPr>
          <p:cNvPr id="25668" name="Text Box 68">
            <a:extLst>
              <a:ext uri="{FF2B5EF4-FFF2-40B4-BE49-F238E27FC236}">
                <a16:creationId xmlns:a16="http://schemas.microsoft.com/office/drawing/2014/main" id="{F5D7CF8B-FE74-4F00-9AC3-4B6B102DED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025" y="3414713"/>
            <a:ext cx="16573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则</a:t>
            </a:r>
          </a:p>
        </p:txBody>
      </p:sp>
      <p:sp>
        <p:nvSpPr>
          <p:cNvPr id="25669" name="Text Box 69">
            <a:extLst>
              <a:ext uri="{FF2B5EF4-FFF2-40B4-BE49-F238E27FC236}">
                <a16:creationId xmlns:a16="http://schemas.microsoft.com/office/drawing/2014/main" id="{9D2852B9-C976-449E-A7E8-482387551D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4650" y="2732088"/>
            <a:ext cx="3873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1600" b="1">
                <a:latin typeface="Times New Roman" panose="02020603050405020304" pitchFamily="18" charset="0"/>
              </a:rPr>
              <a:t>内</a:t>
            </a:r>
          </a:p>
        </p:txBody>
      </p:sp>
      <p:grpSp>
        <p:nvGrpSpPr>
          <p:cNvPr id="8" name="Group 70">
            <a:extLst>
              <a:ext uri="{FF2B5EF4-FFF2-40B4-BE49-F238E27FC236}">
                <a16:creationId xmlns:a16="http://schemas.microsoft.com/office/drawing/2014/main" id="{59E7B7C0-86EA-4BEE-95EA-FCDA293E5E55}"/>
              </a:ext>
            </a:extLst>
          </p:cNvPr>
          <p:cNvGrpSpPr>
            <a:grpSpLocks/>
          </p:cNvGrpSpPr>
          <p:nvPr/>
        </p:nvGrpSpPr>
        <p:grpSpPr bwMode="auto">
          <a:xfrm>
            <a:off x="6149975" y="2997200"/>
            <a:ext cx="336550" cy="823913"/>
            <a:chOff x="4560" y="912"/>
            <a:chExt cx="234" cy="519"/>
          </a:xfrm>
        </p:grpSpPr>
        <p:sp>
          <p:nvSpPr>
            <p:cNvPr id="23637" name="Oval 71">
              <a:extLst>
                <a:ext uri="{FF2B5EF4-FFF2-40B4-BE49-F238E27FC236}">
                  <a16:creationId xmlns:a16="http://schemas.microsoft.com/office/drawing/2014/main" id="{5C840686-697C-4A08-AF8C-FA5E7022266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4560" y="1200"/>
              <a:ext cx="192" cy="17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rot="10800000"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1" lang="zh-CN" altLang="zh-CN" sz="2800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638" name="Text Box 72">
              <a:extLst>
                <a:ext uri="{FF2B5EF4-FFF2-40B4-BE49-F238E27FC236}">
                  <a16:creationId xmlns:a16="http://schemas.microsoft.com/office/drawing/2014/main" id="{E06EC06A-9C69-4F78-93D1-77FD4B9508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912"/>
              <a:ext cx="234" cy="5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.</a:t>
              </a:r>
            </a:p>
          </p:txBody>
        </p:sp>
      </p:grpSp>
      <p:grpSp>
        <p:nvGrpSpPr>
          <p:cNvPr id="9" name="Group 73">
            <a:extLst>
              <a:ext uri="{FF2B5EF4-FFF2-40B4-BE49-F238E27FC236}">
                <a16:creationId xmlns:a16="http://schemas.microsoft.com/office/drawing/2014/main" id="{AF2EEAC3-E858-4E39-8EE6-A7086D81A9ED}"/>
              </a:ext>
            </a:extLst>
          </p:cNvPr>
          <p:cNvGrpSpPr>
            <a:grpSpLocks/>
          </p:cNvGrpSpPr>
          <p:nvPr/>
        </p:nvGrpSpPr>
        <p:grpSpPr bwMode="auto">
          <a:xfrm>
            <a:off x="6575425" y="2997200"/>
            <a:ext cx="336550" cy="823913"/>
            <a:chOff x="4560" y="912"/>
            <a:chExt cx="234" cy="519"/>
          </a:xfrm>
        </p:grpSpPr>
        <p:sp>
          <p:nvSpPr>
            <p:cNvPr id="23635" name="Oval 74">
              <a:extLst>
                <a:ext uri="{FF2B5EF4-FFF2-40B4-BE49-F238E27FC236}">
                  <a16:creationId xmlns:a16="http://schemas.microsoft.com/office/drawing/2014/main" id="{A3204EFE-787E-427A-A622-6FFAF971C05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4560" y="1200"/>
              <a:ext cx="192" cy="17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rot="10800000"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1" lang="zh-CN" altLang="zh-CN" sz="2800" b="1">
                <a:latin typeface="Times New Roman" panose="02020603050405020304" pitchFamily="18" charset="0"/>
              </a:endParaRPr>
            </a:p>
          </p:txBody>
        </p:sp>
        <p:sp>
          <p:nvSpPr>
            <p:cNvPr id="23636" name="Text Box 75">
              <a:extLst>
                <a:ext uri="{FF2B5EF4-FFF2-40B4-BE49-F238E27FC236}">
                  <a16:creationId xmlns:a16="http://schemas.microsoft.com/office/drawing/2014/main" id="{C5B95154-EAB6-45B8-8133-C4A35C4D58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912"/>
              <a:ext cx="234" cy="5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.</a:t>
              </a:r>
            </a:p>
          </p:txBody>
        </p:sp>
      </p:grpSp>
      <p:grpSp>
        <p:nvGrpSpPr>
          <p:cNvPr id="10" name="Group 76">
            <a:extLst>
              <a:ext uri="{FF2B5EF4-FFF2-40B4-BE49-F238E27FC236}">
                <a16:creationId xmlns:a16="http://schemas.microsoft.com/office/drawing/2014/main" id="{7E775A8C-D646-4B5A-9005-3061BABD3ECF}"/>
              </a:ext>
            </a:extLst>
          </p:cNvPr>
          <p:cNvGrpSpPr>
            <a:grpSpLocks/>
          </p:cNvGrpSpPr>
          <p:nvPr/>
        </p:nvGrpSpPr>
        <p:grpSpPr bwMode="auto">
          <a:xfrm>
            <a:off x="5692775" y="2997200"/>
            <a:ext cx="336550" cy="823913"/>
            <a:chOff x="4560" y="912"/>
            <a:chExt cx="234" cy="519"/>
          </a:xfrm>
        </p:grpSpPr>
        <p:sp>
          <p:nvSpPr>
            <p:cNvPr id="23633" name="Oval 77">
              <a:extLst>
                <a:ext uri="{FF2B5EF4-FFF2-40B4-BE49-F238E27FC236}">
                  <a16:creationId xmlns:a16="http://schemas.microsoft.com/office/drawing/2014/main" id="{27541DDA-E77C-4138-8708-3380950806C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4560" y="1200"/>
              <a:ext cx="192" cy="17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rot="10800000"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1" lang="zh-CN" altLang="zh-CN" sz="2800" b="1">
                <a:latin typeface="Times New Roman" panose="02020603050405020304" pitchFamily="18" charset="0"/>
              </a:endParaRPr>
            </a:p>
          </p:txBody>
        </p:sp>
        <p:sp>
          <p:nvSpPr>
            <p:cNvPr id="23634" name="Text Box 78">
              <a:extLst>
                <a:ext uri="{FF2B5EF4-FFF2-40B4-BE49-F238E27FC236}">
                  <a16:creationId xmlns:a16="http://schemas.microsoft.com/office/drawing/2014/main" id="{A7BC0857-AAC3-4886-82F8-CDD70507D1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912"/>
              <a:ext cx="234" cy="5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48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.</a:t>
              </a:r>
            </a:p>
          </p:txBody>
        </p:sp>
      </p:grpSp>
      <p:sp>
        <p:nvSpPr>
          <p:cNvPr id="25679" name="Oval 79">
            <a:extLst>
              <a:ext uri="{FF2B5EF4-FFF2-40B4-BE49-F238E27FC236}">
                <a16:creationId xmlns:a16="http://schemas.microsoft.com/office/drawing/2014/main" id="{7188C1D1-AC33-4AD1-9B72-140B2765D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1888" y="4995863"/>
            <a:ext cx="304800" cy="304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FF3300"/>
                </a:solidFill>
                <a:latin typeface="Times New Roman" panose="02020603050405020304" pitchFamily="18" charset="0"/>
              </a:rPr>
              <a:t>×</a:t>
            </a:r>
          </a:p>
        </p:txBody>
      </p:sp>
      <p:sp>
        <p:nvSpPr>
          <p:cNvPr id="25680" name="Oval 80">
            <a:extLst>
              <a:ext uri="{FF2B5EF4-FFF2-40B4-BE49-F238E27FC236}">
                <a16:creationId xmlns:a16="http://schemas.microsoft.com/office/drawing/2014/main" id="{E1409244-BE9A-439F-BEA4-7DBD3D0D6D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9088" y="4995863"/>
            <a:ext cx="304800" cy="304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FF3300"/>
                </a:solidFill>
                <a:latin typeface="Times New Roman" panose="02020603050405020304" pitchFamily="18" charset="0"/>
              </a:rPr>
              <a:t>×</a:t>
            </a:r>
          </a:p>
        </p:txBody>
      </p:sp>
      <p:sp>
        <p:nvSpPr>
          <p:cNvPr id="25681" name="Oval 81">
            <a:extLst>
              <a:ext uri="{FF2B5EF4-FFF2-40B4-BE49-F238E27FC236}">
                <a16:creationId xmlns:a16="http://schemas.microsoft.com/office/drawing/2014/main" id="{873D1081-98C5-4A85-9447-27708458D5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4688" y="4995863"/>
            <a:ext cx="304800" cy="304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FF3300"/>
                </a:solidFill>
                <a:latin typeface="Times New Roman" panose="02020603050405020304" pitchFamily="18" charset="0"/>
              </a:rPr>
              <a:t>×</a:t>
            </a:r>
          </a:p>
        </p:txBody>
      </p:sp>
      <p:grpSp>
        <p:nvGrpSpPr>
          <p:cNvPr id="11" name="Group 82">
            <a:extLst>
              <a:ext uri="{FF2B5EF4-FFF2-40B4-BE49-F238E27FC236}">
                <a16:creationId xmlns:a16="http://schemas.microsoft.com/office/drawing/2014/main" id="{E019D3D2-AB1C-4E7E-81EA-E9DFCD98AFE6}"/>
              </a:ext>
            </a:extLst>
          </p:cNvPr>
          <p:cNvGrpSpPr>
            <a:grpSpLocks/>
          </p:cNvGrpSpPr>
          <p:nvPr/>
        </p:nvGrpSpPr>
        <p:grpSpPr bwMode="auto">
          <a:xfrm>
            <a:off x="5386388" y="4902200"/>
            <a:ext cx="3124200" cy="87313"/>
            <a:chOff x="2832" y="1872"/>
            <a:chExt cx="2864" cy="96"/>
          </a:xfrm>
        </p:grpSpPr>
        <p:sp>
          <p:nvSpPr>
            <p:cNvPr id="23628" name="Line 83">
              <a:extLst>
                <a:ext uri="{FF2B5EF4-FFF2-40B4-BE49-F238E27FC236}">
                  <a16:creationId xmlns:a16="http://schemas.microsoft.com/office/drawing/2014/main" id="{0C0E7DB8-9F4B-40DF-A557-AA89FB6548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1872"/>
              <a:ext cx="2400" cy="0"/>
            </a:xfrm>
            <a:prstGeom prst="line">
              <a:avLst/>
            </a:prstGeom>
            <a:noFill/>
            <a:ln w="4762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29" name="Line 84">
              <a:extLst>
                <a:ext uri="{FF2B5EF4-FFF2-40B4-BE49-F238E27FC236}">
                  <a16:creationId xmlns:a16="http://schemas.microsoft.com/office/drawing/2014/main" id="{6F11E551-FD44-4509-BCFE-46EC0CA83C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1968"/>
              <a:ext cx="2400" cy="0"/>
            </a:xfrm>
            <a:prstGeom prst="line">
              <a:avLst/>
            </a:prstGeom>
            <a:noFill/>
            <a:ln w="4762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30" name="Line 85">
              <a:extLst>
                <a:ext uri="{FF2B5EF4-FFF2-40B4-BE49-F238E27FC236}">
                  <a16:creationId xmlns:a16="http://schemas.microsoft.com/office/drawing/2014/main" id="{1ADF7ED8-9C63-4BE9-B573-4714EBF1AA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1872"/>
              <a:ext cx="384" cy="0"/>
            </a:xfrm>
            <a:prstGeom prst="line">
              <a:avLst/>
            </a:prstGeom>
            <a:noFill/>
            <a:ln w="47625">
              <a:solidFill>
                <a:srgbClr val="FF66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31" name="Line 86">
              <a:extLst>
                <a:ext uri="{FF2B5EF4-FFF2-40B4-BE49-F238E27FC236}">
                  <a16:creationId xmlns:a16="http://schemas.microsoft.com/office/drawing/2014/main" id="{78A8B24B-FA24-4C70-BA57-03875505AB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1968"/>
              <a:ext cx="384" cy="0"/>
            </a:xfrm>
            <a:prstGeom prst="line">
              <a:avLst/>
            </a:prstGeom>
            <a:noFill/>
            <a:ln w="47625">
              <a:solidFill>
                <a:srgbClr val="FF66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32" name="Line 87">
              <a:extLst>
                <a:ext uri="{FF2B5EF4-FFF2-40B4-BE49-F238E27FC236}">
                  <a16:creationId xmlns:a16="http://schemas.microsoft.com/office/drawing/2014/main" id="{8C2EF447-6B0B-4A4B-8FEE-AEC5257838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12" y="1872"/>
              <a:ext cx="384" cy="0"/>
            </a:xfrm>
            <a:prstGeom prst="line">
              <a:avLst/>
            </a:prstGeom>
            <a:noFill/>
            <a:ln w="47625">
              <a:solidFill>
                <a:srgbClr val="FF66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5688" name="Line 88">
            <a:extLst>
              <a:ext uri="{FF2B5EF4-FFF2-40B4-BE49-F238E27FC236}">
                <a16:creationId xmlns:a16="http://schemas.microsoft.com/office/drawing/2014/main" id="{856F345B-D7F4-4815-A329-B4A526DF6EC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16575" y="4221163"/>
            <a:ext cx="2841625" cy="0"/>
          </a:xfrm>
          <a:prstGeom prst="line">
            <a:avLst/>
          </a:prstGeom>
          <a:noFill/>
          <a:ln w="57150">
            <a:solidFill>
              <a:schemeClr val="bg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2" name="Group 89">
            <a:extLst>
              <a:ext uri="{FF2B5EF4-FFF2-40B4-BE49-F238E27FC236}">
                <a16:creationId xmlns:a16="http://schemas.microsoft.com/office/drawing/2014/main" id="{5915F1F1-8BC6-4FA9-A68C-E4E18C86E68D}"/>
              </a:ext>
            </a:extLst>
          </p:cNvPr>
          <p:cNvGrpSpPr>
            <a:grpSpLocks/>
          </p:cNvGrpSpPr>
          <p:nvPr/>
        </p:nvGrpSpPr>
        <p:grpSpPr bwMode="auto">
          <a:xfrm>
            <a:off x="6265863" y="4202113"/>
            <a:ext cx="1366837" cy="342900"/>
            <a:chOff x="3984" y="2688"/>
            <a:chExt cx="1008" cy="336"/>
          </a:xfrm>
        </p:grpSpPr>
        <p:sp>
          <p:nvSpPr>
            <p:cNvPr id="23624" name="Line 90">
              <a:extLst>
                <a:ext uri="{FF2B5EF4-FFF2-40B4-BE49-F238E27FC236}">
                  <a16:creationId xmlns:a16="http://schemas.microsoft.com/office/drawing/2014/main" id="{F1D7760B-8932-4902-93B8-83A179871B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3024"/>
              <a:ext cx="1008" cy="0"/>
            </a:xfrm>
            <a:prstGeom prst="line">
              <a:avLst/>
            </a:prstGeom>
            <a:noFill/>
            <a:ln w="4127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25" name="Line 91">
              <a:extLst>
                <a:ext uri="{FF2B5EF4-FFF2-40B4-BE49-F238E27FC236}">
                  <a16:creationId xmlns:a16="http://schemas.microsoft.com/office/drawing/2014/main" id="{685EC296-2CA4-4185-867A-73C39ECD70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2688"/>
              <a:ext cx="1008" cy="0"/>
            </a:xfrm>
            <a:prstGeom prst="line">
              <a:avLst/>
            </a:prstGeom>
            <a:noFill/>
            <a:ln w="4127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26" name="Line 92">
              <a:extLst>
                <a:ext uri="{FF2B5EF4-FFF2-40B4-BE49-F238E27FC236}">
                  <a16:creationId xmlns:a16="http://schemas.microsoft.com/office/drawing/2014/main" id="{55DF0B95-7320-4ACD-819B-9A9A52D97C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2688"/>
              <a:ext cx="0" cy="336"/>
            </a:xfrm>
            <a:prstGeom prst="line">
              <a:avLst/>
            </a:prstGeom>
            <a:noFill/>
            <a:ln w="4127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27" name="Line 93">
              <a:extLst>
                <a:ext uri="{FF2B5EF4-FFF2-40B4-BE49-F238E27FC236}">
                  <a16:creationId xmlns:a16="http://schemas.microsoft.com/office/drawing/2014/main" id="{6D139BAF-6C60-442A-A905-26A90A2EFC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2688"/>
              <a:ext cx="0" cy="336"/>
            </a:xfrm>
            <a:prstGeom prst="line">
              <a:avLst/>
            </a:prstGeom>
            <a:noFill/>
            <a:ln w="4127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" name="Group 94">
            <a:extLst>
              <a:ext uri="{FF2B5EF4-FFF2-40B4-BE49-F238E27FC236}">
                <a16:creationId xmlns:a16="http://schemas.microsoft.com/office/drawing/2014/main" id="{0BC85B68-7BDF-4541-A65A-62F2D1EA0405}"/>
              </a:ext>
            </a:extLst>
          </p:cNvPr>
          <p:cNvGrpSpPr>
            <a:grpSpLocks/>
          </p:cNvGrpSpPr>
          <p:nvPr/>
        </p:nvGrpSpPr>
        <p:grpSpPr bwMode="auto">
          <a:xfrm>
            <a:off x="6265863" y="4527550"/>
            <a:ext cx="1366837" cy="954088"/>
            <a:chOff x="3984" y="2688"/>
            <a:chExt cx="1008" cy="336"/>
          </a:xfrm>
        </p:grpSpPr>
        <p:sp>
          <p:nvSpPr>
            <p:cNvPr id="23620" name="Line 95">
              <a:extLst>
                <a:ext uri="{FF2B5EF4-FFF2-40B4-BE49-F238E27FC236}">
                  <a16:creationId xmlns:a16="http://schemas.microsoft.com/office/drawing/2014/main" id="{DCCC5D2B-79B8-4AB0-A7D9-ACCCFA4DD5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3024"/>
              <a:ext cx="1008" cy="0"/>
            </a:xfrm>
            <a:prstGeom prst="line">
              <a:avLst/>
            </a:prstGeom>
            <a:noFill/>
            <a:ln w="57150">
              <a:solidFill>
                <a:srgbClr val="9900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21" name="Line 96">
              <a:extLst>
                <a:ext uri="{FF2B5EF4-FFF2-40B4-BE49-F238E27FC236}">
                  <a16:creationId xmlns:a16="http://schemas.microsoft.com/office/drawing/2014/main" id="{6C1E6C94-62EB-49DC-9BD6-5B2CA4F6F6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2688"/>
              <a:ext cx="1008" cy="0"/>
            </a:xfrm>
            <a:prstGeom prst="line">
              <a:avLst/>
            </a:prstGeom>
            <a:noFill/>
            <a:ln w="57150">
              <a:solidFill>
                <a:srgbClr val="9900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22" name="Line 97">
              <a:extLst>
                <a:ext uri="{FF2B5EF4-FFF2-40B4-BE49-F238E27FC236}">
                  <a16:creationId xmlns:a16="http://schemas.microsoft.com/office/drawing/2014/main" id="{A2CE60D6-A4B3-4371-9F94-E31895FA35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2688"/>
              <a:ext cx="0" cy="336"/>
            </a:xfrm>
            <a:prstGeom prst="line">
              <a:avLst/>
            </a:prstGeom>
            <a:noFill/>
            <a:ln w="57150">
              <a:solidFill>
                <a:srgbClr val="9900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23" name="Line 98">
              <a:extLst>
                <a:ext uri="{FF2B5EF4-FFF2-40B4-BE49-F238E27FC236}">
                  <a16:creationId xmlns:a16="http://schemas.microsoft.com/office/drawing/2014/main" id="{F735E419-9CCF-4F3A-BE43-41631B93A0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2688"/>
              <a:ext cx="0" cy="336"/>
            </a:xfrm>
            <a:prstGeom prst="line">
              <a:avLst/>
            </a:prstGeom>
            <a:noFill/>
            <a:ln w="57150">
              <a:solidFill>
                <a:srgbClr val="9900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4" name="Group 99">
            <a:extLst>
              <a:ext uri="{FF2B5EF4-FFF2-40B4-BE49-F238E27FC236}">
                <a16:creationId xmlns:a16="http://schemas.microsoft.com/office/drawing/2014/main" id="{95DA1053-2374-4F3E-A787-A302A55AC2B9}"/>
              </a:ext>
            </a:extLst>
          </p:cNvPr>
          <p:cNvGrpSpPr>
            <a:grpSpLocks/>
          </p:cNvGrpSpPr>
          <p:nvPr/>
        </p:nvGrpSpPr>
        <p:grpSpPr bwMode="auto">
          <a:xfrm>
            <a:off x="6227763" y="4545013"/>
            <a:ext cx="1404937" cy="396875"/>
            <a:chOff x="4422" y="3680"/>
            <a:chExt cx="885" cy="226"/>
          </a:xfrm>
        </p:grpSpPr>
        <p:sp>
          <p:nvSpPr>
            <p:cNvPr id="23617" name="Line 100">
              <a:extLst>
                <a:ext uri="{FF2B5EF4-FFF2-40B4-BE49-F238E27FC236}">
                  <a16:creationId xmlns:a16="http://schemas.microsoft.com/office/drawing/2014/main" id="{764AB103-DE0B-4775-A89B-66CC9DF475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2" y="3680"/>
              <a:ext cx="885" cy="0"/>
            </a:xfrm>
            <a:prstGeom prst="line">
              <a:avLst/>
            </a:prstGeom>
            <a:noFill/>
            <a:ln w="571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18" name="Line 101">
              <a:extLst>
                <a:ext uri="{FF2B5EF4-FFF2-40B4-BE49-F238E27FC236}">
                  <a16:creationId xmlns:a16="http://schemas.microsoft.com/office/drawing/2014/main" id="{B3094B65-B5A3-49EE-8AF0-5D6B7DDAF8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07" y="3680"/>
              <a:ext cx="0" cy="226"/>
            </a:xfrm>
            <a:prstGeom prst="line">
              <a:avLst/>
            </a:prstGeom>
            <a:noFill/>
            <a:ln w="571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19" name="Line 102">
              <a:extLst>
                <a:ext uri="{FF2B5EF4-FFF2-40B4-BE49-F238E27FC236}">
                  <a16:creationId xmlns:a16="http://schemas.microsoft.com/office/drawing/2014/main" id="{FE5958B2-6E13-4E24-862D-B7534E4B82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5" y="3680"/>
              <a:ext cx="0" cy="226"/>
            </a:xfrm>
            <a:prstGeom prst="line">
              <a:avLst/>
            </a:prstGeom>
            <a:noFill/>
            <a:ln w="571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5703" name="Line 103">
            <a:extLst>
              <a:ext uri="{FF2B5EF4-FFF2-40B4-BE49-F238E27FC236}">
                <a16:creationId xmlns:a16="http://schemas.microsoft.com/office/drawing/2014/main" id="{48C901AB-CF91-4BE7-A1F9-6DB9CD7CA92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37325" y="4545013"/>
            <a:ext cx="781050" cy="0"/>
          </a:xfrm>
          <a:prstGeom prst="line">
            <a:avLst/>
          </a:prstGeom>
          <a:noFill/>
          <a:ln w="57150">
            <a:solidFill>
              <a:srgbClr val="00FFFF"/>
            </a:solidFill>
            <a:round/>
            <a:headEnd type="arrow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5" name="Group 104">
            <a:extLst>
              <a:ext uri="{FF2B5EF4-FFF2-40B4-BE49-F238E27FC236}">
                <a16:creationId xmlns:a16="http://schemas.microsoft.com/office/drawing/2014/main" id="{A2E98A6E-BB55-43A9-8D45-F464DADEDC6F}"/>
              </a:ext>
            </a:extLst>
          </p:cNvPr>
          <p:cNvGrpSpPr>
            <a:grpSpLocks/>
          </p:cNvGrpSpPr>
          <p:nvPr/>
        </p:nvGrpSpPr>
        <p:grpSpPr bwMode="auto">
          <a:xfrm>
            <a:off x="6084888" y="827088"/>
            <a:ext cx="2951162" cy="1017587"/>
            <a:chOff x="3833" y="482"/>
            <a:chExt cx="1859" cy="641"/>
          </a:xfrm>
        </p:grpSpPr>
        <p:graphicFrame>
          <p:nvGraphicFramePr>
            <p:cNvPr id="23612" name="Object 105">
              <a:extLst>
                <a:ext uri="{FF2B5EF4-FFF2-40B4-BE49-F238E27FC236}">
                  <a16:creationId xmlns:a16="http://schemas.microsoft.com/office/drawing/2014/main" id="{BB2E7A62-1293-44DA-9C45-7401AAA5666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66778066"/>
                </p:ext>
              </p:extLst>
            </p:nvPr>
          </p:nvGraphicFramePr>
          <p:xfrm>
            <a:off x="4251" y="596"/>
            <a:ext cx="1418" cy="5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68" name="Equation" r:id="rId44" imgW="2124115" imgH="657186" progId="Equation.DSMT4">
                    <p:embed/>
                  </p:oleObj>
                </mc:Choice>
                <mc:Fallback>
                  <p:oleObj name="Equation" r:id="rId44" imgW="2124115" imgH="657186" progId="Equation.DSMT4">
                    <p:embed/>
                    <p:pic>
                      <p:nvPicPr>
                        <p:cNvPr id="0" name="Object 10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51" y="596"/>
                          <a:ext cx="1418" cy="5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613" name="Rectangle 106">
              <a:extLst>
                <a:ext uri="{FF2B5EF4-FFF2-40B4-BE49-F238E27FC236}">
                  <a16:creationId xmlns:a16="http://schemas.microsoft.com/office/drawing/2014/main" id="{77DCDB59-01DA-4EAE-BB3A-5B950B7BD3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597"/>
              <a:ext cx="1474" cy="497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3614" name="Oval 107">
              <a:extLst>
                <a:ext uri="{FF2B5EF4-FFF2-40B4-BE49-F238E27FC236}">
                  <a16:creationId xmlns:a16="http://schemas.microsoft.com/office/drawing/2014/main" id="{E5B76942-2507-4865-A962-4C8AB53F8D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3" y="715"/>
              <a:ext cx="91" cy="9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3615" name="Text Box 108">
              <a:extLst>
                <a:ext uri="{FF2B5EF4-FFF2-40B4-BE49-F238E27FC236}">
                  <a16:creationId xmlns:a16="http://schemas.microsoft.com/office/drawing/2014/main" id="{EE98A28A-B48E-419A-9508-4D09B672C4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5" y="911"/>
              <a:ext cx="24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1600" b="1">
                  <a:latin typeface="Times New Roman" panose="02020603050405020304" pitchFamily="18" charset="0"/>
                </a:rPr>
                <a:t>内</a:t>
              </a:r>
            </a:p>
          </p:txBody>
        </p:sp>
        <p:pic>
          <p:nvPicPr>
            <p:cNvPr id="23616" name="Picture 109" descr="dove">
              <a:extLst>
                <a:ext uri="{FF2B5EF4-FFF2-40B4-BE49-F238E27FC236}">
                  <a16:creationId xmlns:a16="http://schemas.microsoft.com/office/drawing/2014/main" id="{CB3BBCF1-7DB4-422B-B809-7C56E9578AC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33" y="482"/>
              <a:ext cx="379" cy="4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5710" name="Line 110">
            <a:extLst>
              <a:ext uri="{FF2B5EF4-FFF2-40B4-BE49-F238E27FC236}">
                <a16:creationId xmlns:a16="http://schemas.microsoft.com/office/drawing/2014/main" id="{67AC6A55-90A4-44D4-AEE7-71B7363BD3F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18175" y="4267200"/>
            <a:ext cx="762000" cy="228600"/>
          </a:xfrm>
          <a:prstGeom prst="line">
            <a:avLst/>
          </a:prstGeom>
          <a:noFill/>
          <a:ln w="44450">
            <a:solidFill>
              <a:schemeClr val="bg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610" name="Text Box 75">
            <a:extLst>
              <a:ext uri="{FF2B5EF4-FFF2-40B4-BE49-F238E27FC236}">
                <a16:creationId xmlns:a16="http://schemas.microsoft.com/office/drawing/2014/main" id="{A2F7C21B-61D4-437B-8B5F-222A99BB7A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4100" y="6440488"/>
            <a:ext cx="4159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</a:p>
        </p:txBody>
      </p:sp>
      <p:sp>
        <p:nvSpPr>
          <p:cNvPr id="23611" name="灯片编号占位符 3">
            <a:extLst>
              <a:ext uri="{FF2B5EF4-FFF2-40B4-BE49-F238E27FC236}">
                <a16:creationId xmlns:a16="http://schemas.microsoft.com/office/drawing/2014/main" id="{88AAAFDD-471A-4300-8585-5745D5A76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5F3AF37-7E97-4BC5-AA13-CF2BA09700AD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zh-CN" sz="1400"/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500"/>
                                        <p:tgtEl>
                                          <p:spTgt spid="25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3" presetClass="entr" presetSubtype="27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3" presetClass="entr" presetSubtype="27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3" presetClass="entr" presetSubtype="27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3" presetClass="entr" presetSubtype="27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3" presetClass="entr" presetSubtype="27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3" presetClass="entr" presetSubtype="27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56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56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56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56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56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56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56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56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56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56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56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56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5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9" dur="500"/>
                                        <p:tgtEl>
                                          <p:spTgt spid="25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5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98" dur="500"/>
                                        <p:tgtEl>
                                          <p:spTgt spid="257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25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4" dur="500"/>
                                        <p:tgtEl>
                                          <p:spTgt spid="25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1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25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5" dur="500"/>
                                        <p:tgtEl>
                                          <p:spTgt spid="25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7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9" dur="500"/>
                                        <p:tgtEl>
                                          <p:spTgt spid="2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51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3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5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7" dur="500"/>
                                        <p:tgtEl>
                                          <p:spTgt spid="2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5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1" dur="5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6" dur="500"/>
                                        <p:tgtEl>
                                          <p:spTgt spid="25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8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0" dur="500"/>
                                        <p:tgtEl>
                                          <p:spTgt spid="25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 nodeType="clickPar">
                      <p:stCondLst>
                        <p:cond delay="indefinite"/>
                      </p:stCondLst>
                      <p:childTnLst>
                        <p:par>
                          <p:cTn id="1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0" dur="500"/>
                                        <p:tgtEl>
                                          <p:spTgt spid="25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 nodeType="clickPar">
                      <p:stCondLst>
                        <p:cond delay="indefinite"/>
                      </p:stCondLst>
                      <p:childTnLst>
                        <p:par>
                          <p:cTn id="1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85" dur="500"/>
                                        <p:tgtEl>
                                          <p:spTgt spid="25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9" dur="500"/>
                                        <p:tgtEl>
                                          <p:spTgt spid="25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 nodeType="clickPar">
                      <p:stCondLst>
                        <p:cond delay="indefinite"/>
                      </p:stCondLst>
                      <p:childTnLst>
                        <p:par>
                          <p:cTn id="1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2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4" dur="500" fill="hold"/>
                                        <p:tgtEl>
                                          <p:spTgt spid="256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500" fill="hold"/>
                                        <p:tgtEl>
                                          <p:spTgt spid="256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256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256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 nodeType="clickPar">
                      <p:stCondLst>
                        <p:cond delay="indefinite"/>
                      </p:stCondLst>
                      <p:childTnLst>
                        <p:par>
                          <p:cTn id="1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02" dur="500"/>
                                        <p:tgtEl>
                                          <p:spTgt spid="25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 nodeType="clickPar">
                      <p:stCondLst>
                        <p:cond delay="indefinite"/>
                      </p:stCondLst>
                      <p:childTnLst>
                        <p:par>
                          <p:cTn id="2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07" dur="500"/>
                                        <p:tgtEl>
                                          <p:spTgt spid="25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9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1" dur="500" fill="hold"/>
                                        <p:tgtEl>
                                          <p:spTgt spid="256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256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 nodeType="clickPar">
                      <p:stCondLst>
                        <p:cond delay="indefinite"/>
                      </p:stCondLst>
                      <p:childTnLst>
                        <p:par>
                          <p:cTn id="2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7" dur="500"/>
                                        <p:tgtEl>
                                          <p:spTgt spid="25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 nodeType="clickPar">
                      <p:stCondLst>
                        <p:cond delay="indefinite"/>
                      </p:stCondLst>
                      <p:childTnLst>
                        <p:par>
                          <p:cTn id="2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2" dur="500"/>
                                        <p:tgtEl>
                                          <p:spTgt spid="25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 nodeType="clickPar">
                      <p:stCondLst>
                        <p:cond delay="indefinite"/>
                      </p:stCondLst>
                      <p:childTnLst>
                        <p:par>
                          <p:cTn id="2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7" dur="500"/>
                                        <p:tgtEl>
                                          <p:spTgt spid="25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1" dur="500"/>
                                        <p:tgtEl>
                                          <p:spTgt spid="25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 nodeType="clickPar">
                      <p:stCondLst>
                        <p:cond delay="indefinite"/>
                      </p:stCondLst>
                      <p:childTnLst>
                        <p:par>
                          <p:cTn id="2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6" dur="500" fill="hold"/>
                                        <p:tgtEl>
                                          <p:spTgt spid="256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7" dur="500" fill="hold"/>
                                        <p:tgtEl>
                                          <p:spTgt spid="256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 nodeType="clickPar">
                      <p:stCondLst>
                        <p:cond delay="indefinite"/>
                      </p:stCondLst>
                      <p:childTnLst>
                        <p:par>
                          <p:cTn id="2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0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2" dur="500" fill="hold"/>
                                        <p:tgtEl>
                                          <p:spTgt spid="256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3" dur="500" fill="hold"/>
                                        <p:tgtEl>
                                          <p:spTgt spid="256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4" dur="500" fill="hold"/>
                                        <p:tgtEl>
                                          <p:spTgt spid="256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5" dur="500" fill="hold"/>
                                        <p:tgtEl>
                                          <p:spTgt spid="256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9" dur="500"/>
                                        <p:tgtEl>
                                          <p:spTgt spid="25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51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53" dur="500"/>
                                        <p:tgtEl>
                                          <p:spTgt spid="25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 nodeType="clickPar">
                      <p:stCondLst>
                        <p:cond delay="indefinite"/>
                      </p:stCondLst>
                      <p:childTnLst>
                        <p:par>
                          <p:cTn id="2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6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8" dur="75" fill="hold"/>
                                        <p:tgtEl>
                                          <p:spTgt spid="256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9" dur="75" fill="hold"/>
                                        <p:tgtEl>
                                          <p:spTgt spid="256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75" fill="hold"/>
                                        <p:tgtEl>
                                          <p:spTgt spid="256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1" dur="75" fill="hold"/>
                                        <p:tgtEl>
                                          <p:spTgt spid="256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 nodeType="clickPar">
                      <p:stCondLst>
                        <p:cond delay="indefinite"/>
                      </p:stCondLst>
                      <p:childTnLst>
                        <p:par>
                          <p:cTn id="2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6" dur="500" fill="hold"/>
                                        <p:tgtEl>
                                          <p:spTgt spid="256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7" dur="500" fill="hold"/>
                                        <p:tgtEl>
                                          <p:spTgt spid="256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 nodeType="clickPar">
                      <p:stCondLst>
                        <p:cond delay="indefinite"/>
                      </p:stCondLst>
                      <p:childTnLst>
                        <p:par>
                          <p:cTn id="2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0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2" dur="500" fill="hold"/>
                                        <p:tgtEl>
                                          <p:spTgt spid="256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3" dur="500" fill="hold"/>
                                        <p:tgtEl>
                                          <p:spTgt spid="256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4" dur="500" fill="hold"/>
                                        <p:tgtEl>
                                          <p:spTgt spid="256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5" dur="500" fill="hold"/>
                                        <p:tgtEl>
                                          <p:spTgt spid="256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 animBg="1"/>
      <p:bldP spid="25617" grpId="0" autoUpdateAnimBg="0"/>
      <p:bldP spid="25618" grpId="0" autoUpdateAnimBg="0"/>
      <p:bldP spid="25624" grpId="0" autoUpdateAnimBg="0"/>
      <p:bldP spid="25626" grpId="0" autoUpdateAnimBg="0"/>
      <p:bldP spid="25632" grpId="0" animBg="1"/>
      <p:bldP spid="25634" grpId="0" animBg="1" autoUpdateAnimBg="0"/>
      <p:bldP spid="25651" grpId="0" autoUpdateAnimBg="0"/>
      <p:bldP spid="25652" grpId="0" autoUpdateAnimBg="0"/>
      <p:bldP spid="25653" grpId="0" animBg="1" autoUpdateAnimBg="0"/>
      <p:bldP spid="25654" grpId="0" animBg="1" autoUpdateAnimBg="0"/>
      <p:bldP spid="25666" grpId="0" animBg="1"/>
      <p:bldP spid="25667" grpId="0" autoUpdateAnimBg="0"/>
      <p:bldP spid="25668" grpId="0" autoUpdateAnimBg="0"/>
      <p:bldP spid="25669" grpId="0"/>
      <p:bldP spid="25679" grpId="0" animBg="1" autoUpdateAnimBg="0"/>
      <p:bldP spid="25680" grpId="0" animBg="1" autoUpdateAnimBg="0"/>
      <p:bldP spid="25681" grpId="0" animBg="1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2">
            <a:extLst>
              <a:ext uri="{FF2B5EF4-FFF2-40B4-BE49-F238E27FC236}">
                <a16:creationId xmlns:a16="http://schemas.microsoft.com/office/drawing/2014/main" id="{2D2A8279-2EF9-4E3F-9882-056625DC5A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2600325"/>
            <a:ext cx="669607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对称场有磁介质时，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只需将 “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B</a:t>
            </a:r>
            <a:r>
              <a:rPr kumimoji="1" lang="en-US" altLang="zh-CN" sz="2800" b="1">
                <a:latin typeface="Times New Roman" panose="02020603050405020304" pitchFamily="18" charset="0"/>
              </a:rPr>
              <a:t>”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中 的 </a:t>
            </a:r>
            <a:r>
              <a:rPr kumimoji="1" lang="zh-CN" altLang="en-US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</a:t>
            </a:r>
            <a:r>
              <a:rPr kumimoji="1" lang="en-US" altLang="zh-CN" sz="28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kumimoji="1"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</a:t>
            </a:r>
            <a:r>
              <a:rPr kumimoji="1"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</a:t>
            </a:r>
            <a:r>
              <a:rPr kumimoji="1"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kumimoji="1"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即可。</a:t>
            </a:r>
            <a:endParaRPr kumimoji="1" lang="zh-CN" altLang="en-US" sz="2800" b="1">
              <a:latin typeface="Times New Roman" panose="02020603050405020304" pitchFamily="18" charset="0"/>
            </a:endParaRPr>
          </a:p>
        </p:txBody>
      </p:sp>
      <p:sp>
        <p:nvSpPr>
          <p:cNvPr id="26627" name="Text Box 3">
            <a:extLst>
              <a:ext uri="{FF2B5EF4-FFF2-40B4-BE49-F238E27FC236}">
                <a16:creationId xmlns:a16="http://schemas.microsoft.com/office/drawing/2014/main" id="{3FE36FE7-8BF9-4065-BE8A-2AF05A2ACF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450" y="496888"/>
            <a:ext cx="53324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解题一般步骤：</a:t>
            </a:r>
          </a:p>
        </p:txBody>
      </p:sp>
      <p:sp>
        <p:nvSpPr>
          <p:cNvPr id="26628" name="Text Box 4">
            <a:extLst>
              <a:ext uri="{FF2B5EF4-FFF2-40B4-BE49-F238E27FC236}">
                <a16:creationId xmlns:a16="http://schemas.microsoft.com/office/drawing/2014/main" id="{0F4E070B-948F-4130-9A92-84922D1187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9263" y="1317625"/>
            <a:ext cx="152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由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I</a:t>
            </a:r>
            <a:r>
              <a:rPr kumimoji="1" lang="zh-CN" altLang="en-US" sz="2800" b="1" baseline="-25000">
                <a:latin typeface="Times New Roman" panose="02020603050405020304" pitchFamily="18" charset="0"/>
              </a:rPr>
              <a:t>传</a:t>
            </a:r>
            <a:endParaRPr kumimoji="1" lang="zh-CN" altLang="en-US" sz="2800" b="1">
              <a:latin typeface="Times New Roman" panose="02020603050405020304" pitchFamily="18" charset="0"/>
            </a:endParaRPr>
          </a:p>
        </p:txBody>
      </p:sp>
      <p:sp>
        <p:nvSpPr>
          <p:cNvPr id="26629" name="Line 5">
            <a:extLst>
              <a:ext uri="{FF2B5EF4-FFF2-40B4-BE49-F238E27FC236}">
                <a16:creationId xmlns:a16="http://schemas.microsoft.com/office/drawing/2014/main" id="{327E9126-B9EF-49D4-9B6E-914DD744F6D2}"/>
              </a:ext>
            </a:extLst>
          </p:cNvPr>
          <p:cNvSpPr>
            <a:spLocks noChangeShapeType="1"/>
          </p:cNvSpPr>
          <p:nvPr/>
        </p:nvSpPr>
        <p:spPr bwMode="auto">
          <a:xfrm>
            <a:off x="2786063" y="1608138"/>
            <a:ext cx="2209800" cy="0"/>
          </a:xfrm>
          <a:prstGeom prst="line">
            <a:avLst/>
          </a:prstGeom>
          <a:noFill/>
          <a:ln w="57150">
            <a:solidFill>
              <a:srgbClr val="FF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6630" name="Object 6">
            <a:extLst>
              <a:ext uri="{FF2B5EF4-FFF2-40B4-BE49-F238E27FC236}">
                <a16:creationId xmlns:a16="http://schemas.microsoft.com/office/drawing/2014/main" id="{17E9D072-A382-4074-99DE-CEAF91D41F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16513" y="1385888"/>
          <a:ext cx="366712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44" name="Equation" r:id="rId3" imgW="368300" imgH="368300" progId="Equation.3">
                  <p:embed/>
                </p:oleObj>
              </mc:Choice>
              <mc:Fallback>
                <p:oleObj name="Equation" r:id="rId3" imgW="368300" imgH="3683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6513" y="1385888"/>
                        <a:ext cx="366712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1" name="Line 7">
            <a:extLst>
              <a:ext uri="{FF2B5EF4-FFF2-40B4-BE49-F238E27FC236}">
                <a16:creationId xmlns:a16="http://schemas.microsoft.com/office/drawing/2014/main" id="{5E031816-5DE6-4811-AFC0-DCB3F8961216}"/>
              </a:ext>
            </a:extLst>
          </p:cNvPr>
          <p:cNvSpPr>
            <a:spLocks noChangeShapeType="1"/>
          </p:cNvSpPr>
          <p:nvPr/>
        </p:nvSpPr>
        <p:spPr bwMode="auto">
          <a:xfrm>
            <a:off x="5605463" y="1608138"/>
            <a:ext cx="1371600" cy="0"/>
          </a:xfrm>
          <a:prstGeom prst="line">
            <a:avLst/>
          </a:prstGeom>
          <a:noFill/>
          <a:ln w="57150">
            <a:solidFill>
              <a:srgbClr val="FF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632" name="Line 8">
            <a:extLst>
              <a:ext uri="{FF2B5EF4-FFF2-40B4-BE49-F238E27FC236}">
                <a16:creationId xmlns:a16="http://schemas.microsoft.com/office/drawing/2014/main" id="{A3942E61-C11D-4156-9FE2-76B5A559728E}"/>
              </a:ext>
            </a:extLst>
          </p:cNvPr>
          <p:cNvSpPr>
            <a:spLocks noChangeShapeType="1"/>
          </p:cNvSpPr>
          <p:nvPr/>
        </p:nvSpPr>
        <p:spPr bwMode="auto">
          <a:xfrm>
            <a:off x="5224463" y="1760538"/>
            <a:ext cx="3175" cy="552450"/>
          </a:xfrm>
          <a:prstGeom prst="line">
            <a:avLst/>
          </a:prstGeom>
          <a:noFill/>
          <a:ln w="57150">
            <a:solidFill>
              <a:srgbClr val="800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6633" name="Object 9">
            <a:extLst>
              <a:ext uri="{FF2B5EF4-FFF2-40B4-BE49-F238E27FC236}">
                <a16:creationId xmlns:a16="http://schemas.microsoft.com/office/drawing/2014/main" id="{A0319248-BE08-46D1-85E3-07EE384CB8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13588" y="1379538"/>
          <a:ext cx="303212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45" name="Equation" r:id="rId5" imgW="291973" imgH="368140" progId="Equation.3">
                  <p:embed/>
                </p:oleObj>
              </mc:Choice>
              <mc:Fallback>
                <p:oleObj name="Equation" r:id="rId5" imgW="291973" imgH="3681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3588" y="1379538"/>
                        <a:ext cx="303212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4" name="Object 10">
            <a:extLst>
              <a:ext uri="{FF2B5EF4-FFF2-40B4-BE49-F238E27FC236}">
                <a16:creationId xmlns:a16="http://schemas.microsoft.com/office/drawing/2014/main" id="{ECC0C1CD-8B0C-46C8-AC7E-2B093B8747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67300" y="2305050"/>
          <a:ext cx="4064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46" name="Equation" r:id="rId7" imgW="406224" imgH="368140" progId="Equation.3">
                  <p:embed/>
                </p:oleObj>
              </mc:Choice>
              <mc:Fallback>
                <p:oleObj name="Equation" r:id="rId7" imgW="406224" imgH="3681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7300" y="2305050"/>
                        <a:ext cx="4064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5" name="Object 11">
            <a:extLst>
              <a:ext uri="{FF2B5EF4-FFF2-40B4-BE49-F238E27FC236}">
                <a16:creationId xmlns:a16="http://schemas.microsoft.com/office/drawing/2014/main" id="{46C22168-6B28-4D4A-9651-4313A158B8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29263" y="1150938"/>
          <a:ext cx="1447800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47" name="Equation" r:id="rId9" imgW="1066742" imgH="352399" progId="Equation.3">
                  <p:embed/>
                </p:oleObj>
              </mc:Choice>
              <mc:Fallback>
                <p:oleObj name="Equation" r:id="rId9" imgW="1066742" imgH="352399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9263" y="1150938"/>
                        <a:ext cx="1447800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6" name="Object 12">
            <a:extLst>
              <a:ext uri="{FF2B5EF4-FFF2-40B4-BE49-F238E27FC236}">
                <a16:creationId xmlns:a16="http://schemas.microsoft.com/office/drawing/2014/main" id="{35B29F9F-36DD-4CD6-9D00-E25281D38E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48063" y="1808163"/>
          <a:ext cx="1524000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48" name="Equation" r:id="rId11" imgW="1485943" imgH="352399" progId="Equation.3">
                  <p:embed/>
                </p:oleObj>
              </mc:Choice>
              <mc:Fallback>
                <p:oleObj name="Equation" r:id="rId11" imgW="1485943" imgH="352399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8063" y="1808163"/>
                        <a:ext cx="1524000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8" name="Text Box 14">
            <a:extLst>
              <a:ext uri="{FF2B5EF4-FFF2-40B4-BE49-F238E27FC236}">
                <a16:creationId xmlns:a16="http://schemas.microsoft.com/office/drawing/2014/main" id="{80C22219-B469-47C2-A13F-53A8B49A38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013" y="2474913"/>
            <a:ext cx="18923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400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注：</a:t>
            </a:r>
          </a:p>
        </p:txBody>
      </p:sp>
      <p:sp>
        <p:nvSpPr>
          <p:cNvPr id="26639" name="Text Box 15">
            <a:extLst>
              <a:ext uri="{FF2B5EF4-FFF2-40B4-BE49-F238E27FC236}">
                <a16:creationId xmlns:a16="http://schemas.microsoft.com/office/drawing/2014/main" id="{F86608D1-1C4B-4223-B666-7B3A9EC9FC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5553075"/>
            <a:ext cx="56181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毕</a:t>
            </a:r>
            <a:r>
              <a:rPr kumimoji="1" lang="en-US" altLang="zh-CN" sz="2800" b="1">
                <a:latin typeface="Times New Roman" panose="02020603050405020304" pitchFamily="18" charset="0"/>
              </a:rPr>
              <a:t>—</a:t>
            </a:r>
            <a:r>
              <a:rPr kumimoji="1" lang="zh-CN" altLang="en-US" sz="2800" b="1">
                <a:latin typeface="Times New Roman" panose="02020603050405020304" pitchFamily="18" charset="0"/>
              </a:rPr>
              <a:t>萨定律有</a:t>
            </a:r>
          </a:p>
        </p:txBody>
      </p:sp>
      <p:sp>
        <p:nvSpPr>
          <p:cNvPr id="26640" name="Text Box 16">
            <a:extLst>
              <a:ext uri="{FF2B5EF4-FFF2-40B4-BE49-F238E27FC236}">
                <a16:creationId xmlns:a16="http://schemas.microsoft.com/office/drawing/2014/main" id="{C43A8F50-D7B2-4553-98AE-62F1B35552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2700" y="5070475"/>
            <a:ext cx="22050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真空</a:t>
            </a:r>
          </a:p>
        </p:txBody>
      </p:sp>
      <p:graphicFrame>
        <p:nvGraphicFramePr>
          <p:cNvPr id="26641" name="Object 17">
            <a:extLst>
              <a:ext uri="{FF2B5EF4-FFF2-40B4-BE49-F238E27FC236}">
                <a16:creationId xmlns:a16="http://schemas.microsoft.com/office/drawing/2014/main" id="{E9945ADB-746E-48FB-83DE-79C2C8DE7E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02063" y="4841875"/>
          <a:ext cx="2479675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49" name="Equation" r:id="rId13" imgW="2409713" imgH="752411" progId="Equation.DSMT4">
                  <p:embed/>
                </p:oleObj>
              </mc:Choice>
              <mc:Fallback>
                <p:oleObj name="Equation" r:id="rId13" imgW="2409713" imgH="752411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2063" y="4841875"/>
                        <a:ext cx="2479675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42" name="Object 18">
            <a:extLst>
              <a:ext uri="{FF2B5EF4-FFF2-40B4-BE49-F238E27FC236}">
                <a16:creationId xmlns:a16="http://schemas.microsoft.com/office/drawing/2014/main" id="{9465238F-5198-4040-88BD-E80BE4B670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92538" y="5765800"/>
          <a:ext cx="2478087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50" name="Equation" r:id="rId15" imgW="2390627" imgH="752411" progId="Equation.DSMT4">
                  <p:embed/>
                </p:oleObj>
              </mc:Choice>
              <mc:Fallback>
                <p:oleObj name="Equation" r:id="rId15" imgW="2390627" imgH="752411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2538" y="5765800"/>
                        <a:ext cx="2478087" cy="903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43" name="AutoShape 19">
            <a:extLst>
              <a:ext uri="{FF2B5EF4-FFF2-40B4-BE49-F238E27FC236}">
                <a16:creationId xmlns:a16="http://schemas.microsoft.com/office/drawing/2014/main" id="{833007A6-4285-48F8-B26E-21BEBE3C0935}"/>
              </a:ext>
            </a:extLst>
          </p:cNvPr>
          <p:cNvSpPr>
            <a:spLocks/>
          </p:cNvSpPr>
          <p:nvPr/>
        </p:nvSpPr>
        <p:spPr bwMode="auto">
          <a:xfrm>
            <a:off x="3492500" y="5351463"/>
            <a:ext cx="287338" cy="1079500"/>
          </a:xfrm>
          <a:prstGeom prst="leftBrace">
            <a:avLst>
              <a:gd name="adj1" fmla="val 31307"/>
              <a:gd name="adj2" fmla="val 50000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6644" name="Rectangle 20">
            <a:extLst>
              <a:ext uri="{FF2B5EF4-FFF2-40B4-BE49-F238E27FC236}">
                <a16:creationId xmlns:a16="http://schemas.microsoft.com/office/drawing/2014/main" id="{6F206014-72F2-4C99-BB2D-7C31E80C8D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0788" y="5934075"/>
            <a:ext cx="20875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介质空间</a:t>
            </a:r>
          </a:p>
        </p:txBody>
      </p:sp>
      <p:sp>
        <p:nvSpPr>
          <p:cNvPr id="26645" name="Text Box 21">
            <a:extLst>
              <a:ext uri="{FF2B5EF4-FFF2-40B4-BE49-F238E27FC236}">
                <a16:creationId xmlns:a16="http://schemas.microsoft.com/office/drawing/2014/main" id="{CB09DDEF-FD63-412A-AF5A-61B7E85E09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646488"/>
            <a:ext cx="48974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例：</a:t>
            </a:r>
            <a:r>
              <a:rPr kumimoji="1" lang="zh-CN" altLang="en-US" sz="2800" b="1">
                <a:latin typeface="Times New Roman" panose="02020603050405020304" pitchFamily="18" charset="0"/>
              </a:rPr>
              <a:t>无限长载流直导线的磁场</a:t>
            </a:r>
          </a:p>
        </p:txBody>
      </p:sp>
      <p:graphicFrame>
        <p:nvGraphicFramePr>
          <p:cNvPr id="26646" name="Object 22">
            <a:extLst>
              <a:ext uri="{FF2B5EF4-FFF2-40B4-BE49-F238E27FC236}">
                <a16:creationId xmlns:a16="http://schemas.microsoft.com/office/drawing/2014/main" id="{2257F84E-94A2-4378-8CD8-49E585D318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34088" y="3465513"/>
          <a:ext cx="1201737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51" name="Equation" r:id="rId17" imgW="1295400" imgH="812800" progId="Equation.DSMT4">
                  <p:embed/>
                </p:oleObj>
              </mc:Choice>
              <mc:Fallback>
                <p:oleObj name="Equation" r:id="rId17" imgW="1295400" imgH="8128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4088" y="3465513"/>
                        <a:ext cx="1201737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47" name="Text Box 23">
            <a:extLst>
              <a:ext uri="{FF2B5EF4-FFF2-40B4-BE49-F238E27FC236}">
                <a16:creationId xmlns:a16="http://schemas.microsoft.com/office/drawing/2014/main" id="{4AC81A02-A3AC-4962-9DE5-B3C024445F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5" y="4349750"/>
            <a:ext cx="60483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无限长直导线周围充满介质时</a:t>
            </a:r>
          </a:p>
        </p:txBody>
      </p:sp>
      <p:graphicFrame>
        <p:nvGraphicFramePr>
          <p:cNvPr id="26648" name="Object 24">
            <a:extLst>
              <a:ext uri="{FF2B5EF4-FFF2-40B4-BE49-F238E27FC236}">
                <a16:creationId xmlns:a16="http://schemas.microsoft.com/office/drawing/2014/main" id="{78A2861D-B3C3-4534-921A-BA2FDA920F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56400" y="4246563"/>
          <a:ext cx="1200150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52" name="Equation" r:id="rId19" imgW="1320800" imgH="787400" progId="Equation.DSMT4">
                  <p:embed/>
                </p:oleObj>
              </mc:Choice>
              <mc:Fallback>
                <p:oleObj name="Equation" r:id="rId19" imgW="1320800" imgH="7874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6400" y="4246563"/>
                        <a:ext cx="1200150" cy="776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49" name="Object 25">
            <a:extLst>
              <a:ext uri="{FF2B5EF4-FFF2-40B4-BE49-F238E27FC236}">
                <a16:creationId xmlns:a16="http://schemas.microsoft.com/office/drawing/2014/main" id="{459F67E9-5CAB-4150-A49D-95FEFB76A3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08300" y="966788"/>
          <a:ext cx="1908175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53" name="Equation" r:id="rId21" imgW="2057487" imgH="561962" progId="Equation.DSMT4">
                  <p:embed/>
                </p:oleObj>
              </mc:Choice>
              <mc:Fallback>
                <p:oleObj name="Equation" r:id="rId21" imgW="2057487" imgH="561962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8300" y="966788"/>
                        <a:ext cx="1908175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50" name="Oval 26">
            <a:extLst>
              <a:ext uri="{FF2B5EF4-FFF2-40B4-BE49-F238E27FC236}">
                <a16:creationId xmlns:a16="http://schemas.microsoft.com/office/drawing/2014/main" id="{2E8181EC-389A-4834-A794-14C9624F36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9413" y="1160463"/>
            <a:ext cx="144462" cy="14446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4602" name="Text Box 75">
            <a:extLst>
              <a:ext uri="{FF2B5EF4-FFF2-40B4-BE49-F238E27FC236}">
                <a16:creationId xmlns:a16="http://schemas.microsoft.com/office/drawing/2014/main" id="{ADC9E965-05EB-413F-84A7-87D3B13E5C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4100" y="6440488"/>
            <a:ext cx="4159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</a:p>
        </p:txBody>
      </p:sp>
      <p:sp>
        <p:nvSpPr>
          <p:cNvPr id="24603" name="灯片编号占位符 1">
            <a:extLst>
              <a:ext uri="{FF2B5EF4-FFF2-40B4-BE49-F238E27FC236}">
                <a16:creationId xmlns:a16="http://schemas.microsoft.com/office/drawing/2014/main" id="{6BF593DD-B685-4D7D-A17D-70C69EA53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F0827F8-3660-4C87-B7DA-06574715C2AB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zh-CN" sz="1400"/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" fill="hold"/>
                                        <p:tgtEl>
                                          <p:spTgt spid="266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" fill="hold"/>
                                        <p:tgtEl>
                                          <p:spTgt spid="266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" fill="hold"/>
                                        <p:tgtEl>
                                          <p:spTgt spid="266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75" fill="hold"/>
                                        <p:tgtEl>
                                          <p:spTgt spid="266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66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66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26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500"/>
                                        <p:tgtEl>
                                          <p:spTgt spid="26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3" dur="500"/>
                                        <p:tgtEl>
                                          <p:spTgt spid="26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66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66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66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66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66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66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66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66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5" dur="500"/>
                                        <p:tgtEl>
                                          <p:spTgt spid="26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26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2" dur="500"/>
                                        <p:tgtEl>
                                          <p:spTgt spid="26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66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66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3" dur="500"/>
                                        <p:tgtEl>
                                          <p:spTgt spid="26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66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66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66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66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6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66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66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66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66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6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75"/>
                                        <p:tgtEl>
                                          <p:spTgt spid="26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26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6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75"/>
                                        <p:tgtEl>
                                          <p:spTgt spid="26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26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5" dur="75"/>
                                        <p:tgtEl>
                                          <p:spTgt spid="26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6" grpId="0" autoUpdateAnimBg="0"/>
      <p:bldP spid="26627" grpId="0" autoUpdateAnimBg="0"/>
      <p:bldP spid="26628" grpId="0" autoUpdateAnimBg="0"/>
      <p:bldP spid="26638" grpId="0"/>
      <p:bldP spid="26639" grpId="0" autoUpdateAnimBg="0"/>
      <p:bldP spid="26640" grpId="0" autoUpdateAnimBg="0"/>
      <p:bldP spid="26643" grpId="0" animBg="1"/>
      <p:bldP spid="26644" grpId="0" autoUpdateAnimBg="0"/>
      <p:bldP spid="26645" grpId="0" autoUpdateAnimBg="0"/>
      <p:bldP spid="26647" grpId="0" autoUpdateAnimBg="0"/>
      <p:bldP spid="2665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>
            <a:extLst>
              <a:ext uri="{FF2B5EF4-FFF2-40B4-BE49-F238E27FC236}">
                <a16:creationId xmlns:a16="http://schemas.microsoft.com/office/drawing/2014/main" id="{350088EB-A2FC-47CB-9A8F-06F52CA4FF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9500" y="1865313"/>
            <a:ext cx="31591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高斯定理</a:t>
            </a:r>
          </a:p>
        </p:txBody>
      </p:sp>
      <p:sp>
        <p:nvSpPr>
          <p:cNvPr id="27651" name="Text Box 3">
            <a:extLst>
              <a:ext uri="{FF2B5EF4-FFF2-40B4-BE49-F238E27FC236}">
                <a16:creationId xmlns:a16="http://schemas.microsoft.com/office/drawing/2014/main" id="{33583AF2-5D43-4790-9AC9-27E0D42192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8288" y="1844675"/>
            <a:ext cx="2012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有源场</a:t>
            </a:r>
          </a:p>
        </p:txBody>
      </p:sp>
      <p:graphicFrame>
        <p:nvGraphicFramePr>
          <p:cNvPr id="27652" name="Object 4">
            <a:extLst>
              <a:ext uri="{FF2B5EF4-FFF2-40B4-BE49-F238E27FC236}">
                <a16:creationId xmlns:a16="http://schemas.microsoft.com/office/drawing/2014/main" id="{32222B1C-C704-4B34-93B1-847CC0CC10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76713" y="2636838"/>
          <a:ext cx="1616075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46" name="Equation" r:id="rId3" imgW="1552571" imgH="457354" progId="Equation.DSMT4">
                  <p:embed/>
                </p:oleObj>
              </mc:Choice>
              <mc:Fallback>
                <p:oleObj name="Equation" r:id="rId3" imgW="1552571" imgH="457354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6713" y="2636838"/>
                        <a:ext cx="1616075" cy="62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3" name="Text Box 5">
            <a:extLst>
              <a:ext uri="{FF2B5EF4-FFF2-40B4-BE49-F238E27FC236}">
                <a16:creationId xmlns:a16="http://schemas.microsoft.com/office/drawing/2014/main" id="{A2E11B6B-7B70-4EBD-B0CA-C863024789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9500" y="2657475"/>
            <a:ext cx="33226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环路定理</a:t>
            </a:r>
          </a:p>
        </p:txBody>
      </p:sp>
      <p:sp>
        <p:nvSpPr>
          <p:cNvPr id="27654" name="Text Box 6">
            <a:extLst>
              <a:ext uri="{FF2B5EF4-FFF2-40B4-BE49-F238E27FC236}">
                <a16:creationId xmlns:a16="http://schemas.microsoft.com/office/drawing/2014/main" id="{7244C030-80B2-4F90-8A70-414BBC1325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8288" y="2636838"/>
            <a:ext cx="21304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无旋场</a:t>
            </a:r>
          </a:p>
        </p:txBody>
      </p:sp>
      <p:sp>
        <p:nvSpPr>
          <p:cNvPr id="27655" name="Text Box 7">
            <a:extLst>
              <a:ext uri="{FF2B5EF4-FFF2-40B4-BE49-F238E27FC236}">
                <a16:creationId xmlns:a16="http://schemas.microsoft.com/office/drawing/2014/main" id="{E5D1E0DF-8B12-4D04-BF21-8AB57534E0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4075" y="836613"/>
            <a:ext cx="65516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静电场、稳恒磁场的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基本性质</a:t>
            </a:r>
            <a:r>
              <a:rPr kumimoji="1" lang="zh-CN" altLang="en-US" sz="2800" b="1">
                <a:latin typeface="Times New Roman" panose="02020603050405020304" pitchFamily="18" charset="0"/>
              </a:rPr>
              <a:t>：</a:t>
            </a:r>
          </a:p>
        </p:txBody>
      </p:sp>
      <p:graphicFrame>
        <p:nvGraphicFramePr>
          <p:cNvPr id="27656" name="Object 8">
            <a:extLst>
              <a:ext uri="{FF2B5EF4-FFF2-40B4-BE49-F238E27FC236}">
                <a16:creationId xmlns:a16="http://schemas.microsoft.com/office/drawing/2014/main" id="{7BE7A22D-22DC-4523-A7A9-CC9272DC4F03}"/>
              </a:ext>
            </a:extLst>
          </p:cNvPr>
          <p:cNvGraphicFramePr>
            <a:graphicFrameLocks noGrp="1" noChangeAspect="1"/>
          </p:cNvGraphicFramePr>
          <p:nvPr>
            <p:ph sz="half" idx="1"/>
          </p:nvPr>
        </p:nvGraphicFramePr>
        <p:xfrm>
          <a:off x="4176713" y="1881188"/>
          <a:ext cx="230505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47" name="Equation" r:id="rId5" imgW="2235200" imgH="787400" progId="Equation.DSMT4">
                  <p:embed/>
                </p:oleObj>
              </mc:Choice>
              <mc:Fallback>
                <p:oleObj name="Equation" r:id="rId5" imgW="2235200" imgH="7874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6713" y="1881188"/>
                        <a:ext cx="230505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9">
            <a:extLst>
              <a:ext uri="{FF2B5EF4-FFF2-40B4-BE49-F238E27FC236}">
                <a16:creationId xmlns:a16="http://schemas.microsoft.com/office/drawing/2014/main" id="{45CA7347-DC16-40CD-B0CD-62EAA1A7C90D}"/>
              </a:ext>
            </a:extLst>
          </p:cNvPr>
          <p:cNvGrpSpPr>
            <a:grpSpLocks/>
          </p:cNvGrpSpPr>
          <p:nvPr/>
        </p:nvGrpSpPr>
        <p:grpSpPr bwMode="auto">
          <a:xfrm>
            <a:off x="663575" y="620713"/>
            <a:ext cx="2395538" cy="1008062"/>
            <a:chOff x="612" y="482"/>
            <a:chExt cx="1509" cy="635"/>
          </a:xfrm>
        </p:grpSpPr>
        <p:sp>
          <p:nvSpPr>
            <p:cNvPr id="25628" name="AutoShape 10">
              <a:extLst>
                <a:ext uri="{FF2B5EF4-FFF2-40B4-BE49-F238E27FC236}">
                  <a16:creationId xmlns:a16="http://schemas.microsoft.com/office/drawing/2014/main" id="{8D7C9B2E-F825-4856-B198-2ECB59DDBA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" y="482"/>
              <a:ext cx="862" cy="635"/>
            </a:xfrm>
            <a:prstGeom prst="doubleWave">
              <a:avLst>
                <a:gd name="adj1" fmla="val 6500"/>
                <a:gd name="adj2" fmla="val 0"/>
              </a:avLst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5629" name="Text Box 11">
              <a:extLst>
                <a:ext uri="{FF2B5EF4-FFF2-40B4-BE49-F238E27FC236}">
                  <a16:creationId xmlns:a16="http://schemas.microsoft.com/office/drawing/2014/main" id="{081BD67A-2EE6-4E95-8880-9498901582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" y="572"/>
              <a:ext cx="146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3600">
                  <a:latin typeface="Times New Roman" panose="02020603050405020304" pitchFamily="18" charset="0"/>
                  <a:ea typeface="隶书" panose="02010509060101010101" pitchFamily="49" charset="-122"/>
                </a:rPr>
                <a:t>归纳</a:t>
              </a:r>
            </a:p>
          </p:txBody>
        </p:sp>
      </p:grpSp>
      <p:graphicFrame>
        <p:nvGraphicFramePr>
          <p:cNvPr id="27660" name="Object 12">
            <a:extLst>
              <a:ext uri="{FF2B5EF4-FFF2-40B4-BE49-F238E27FC236}">
                <a16:creationId xmlns:a16="http://schemas.microsoft.com/office/drawing/2014/main" id="{9E87698F-F3D6-49D2-8996-6E57BFE7AD6F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4392613" y="3829050"/>
          <a:ext cx="2006600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48" name="Equation" r:id="rId7" imgW="1727200" imgH="571500" progId="Equation.DSMT4">
                  <p:embed/>
                </p:oleObj>
              </mc:Choice>
              <mc:Fallback>
                <p:oleObj name="Equation" r:id="rId7" imgW="1727200" imgH="5715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2613" y="3829050"/>
                        <a:ext cx="2006600" cy="690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1" name="Text Box 13">
            <a:extLst>
              <a:ext uri="{FF2B5EF4-FFF2-40B4-BE49-F238E27FC236}">
                <a16:creationId xmlns:a16="http://schemas.microsoft.com/office/drawing/2014/main" id="{ECFA6360-ABDE-440F-AA3C-C27906522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6838" y="3846513"/>
            <a:ext cx="37353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高斯定理</a:t>
            </a:r>
          </a:p>
        </p:txBody>
      </p:sp>
      <p:graphicFrame>
        <p:nvGraphicFramePr>
          <p:cNvPr id="27662" name="Object 14">
            <a:extLst>
              <a:ext uri="{FF2B5EF4-FFF2-40B4-BE49-F238E27FC236}">
                <a16:creationId xmlns:a16="http://schemas.microsoft.com/office/drawing/2014/main" id="{ED6EA99B-8FDA-43F4-BE57-CA63F0B08E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92613" y="4625975"/>
          <a:ext cx="2073275" cy="74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49" name="Equation" r:id="rId9" imgW="2066856" imgH="581076" progId="Equation.DSMT4">
                  <p:embed/>
                </p:oleObj>
              </mc:Choice>
              <mc:Fallback>
                <p:oleObj name="Equation" r:id="rId9" imgW="2066856" imgH="581076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2613" y="4625975"/>
                        <a:ext cx="2073275" cy="747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3" name="Text Box 15">
            <a:extLst>
              <a:ext uri="{FF2B5EF4-FFF2-40B4-BE49-F238E27FC236}">
                <a16:creationId xmlns:a16="http://schemas.microsoft.com/office/drawing/2014/main" id="{7B5A6410-7EE0-4FA5-91B1-EC3E8D43E5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6838" y="4638675"/>
            <a:ext cx="33226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环路定理</a:t>
            </a:r>
          </a:p>
        </p:txBody>
      </p:sp>
      <p:sp>
        <p:nvSpPr>
          <p:cNvPr id="27664" name="Text Box 16">
            <a:extLst>
              <a:ext uri="{FF2B5EF4-FFF2-40B4-BE49-F238E27FC236}">
                <a16:creationId xmlns:a16="http://schemas.microsoft.com/office/drawing/2014/main" id="{7ED9BDEC-7AC9-48AB-8893-7B773D6F5C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8288" y="3824288"/>
            <a:ext cx="2012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无源场</a:t>
            </a:r>
          </a:p>
        </p:txBody>
      </p:sp>
      <p:sp>
        <p:nvSpPr>
          <p:cNvPr id="27665" name="Text Box 17">
            <a:extLst>
              <a:ext uri="{FF2B5EF4-FFF2-40B4-BE49-F238E27FC236}">
                <a16:creationId xmlns:a16="http://schemas.microsoft.com/office/drawing/2014/main" id="{362EEF0B-A73F-4288-9B36-7DAA1B4CC1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8288" y="4616450"/>
            <a:ext cx="21304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有旋场</a:t>
            </a:r>
          </a:p>
        </p:txBody>
      </p:sp>
      <p:sp>
        <p:nvSpPr>
          <p:cNvPr id="27666" name="Text Box 18">
            <a:extLst>
              <a:ext uri="{FF2B5EF4-FFF2-40B4-BE49-F238E27FC236}">
                <a16:creationId xmlns:a16="http://schemas.microsoft.com/office/drawing/2014/main" id="{142EF17D-41C7-4D0A-9696-134183665F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2205038"/>
            <a:ext cx="24479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静电场</a:t>
            </a:r>
          </a:p>
        </p:txBody>
      </p:sp>
      <p:sp>
        <p:nvSpPr>
          <p:cNvPr id="27667" name="Text Box 19">
            <a:extLst>
              <a:ext uri="{FF2B5EF4-FFF2-40B4-BE49-F238E27FC236}">
                <a16:creationId xmlns:a16="http://schemas.microsoft.com/office/drawing/2014/main" id="{1EE60FB6-868C-452A-979B-FD1519E014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4257675"/>
            <a:ext cx="28797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稳恒磁场</a:t>
            </a:r>
          </a:p>
        </p:txBody>
      </p:sp>
      <p:sp>
        <p:nvSpPr>
          <p:cNvPr id="27668" name="AutoShape 20">
            <a:extLst>
              <a:ext uri="{FF2B5EF4-FFF2-40B4-BE49-F238E27FC236}">
                <a16:creationId xmlns:a16="http://schemas.microsoft.com/office/drawing/2014/main" id="{CF629618-D432-4555-AA86-DB9DD4D0B9DB}"/>
              </a:ext>
            </a:extLst>
          </p:cNvPr>
          <p:cNvSpPr>
            <a:spLocks/>
          </p:cNvSpPr>
          <p:nvPr/>
        </p:nvSpPr>
        <p:spPr bwMode="auto">
          <a:xfrm>
            <a:off x="2205038" y="2081213"/>
            <a:ext cx="215900" cy="936625"/>
          </a:xfrm>
          <a:prstGeom prst="leftBrace">
            <a:avLst>
              <a:gd name="adj1" fmla="val 36152"/>
              <a:gd name="adj2" fmla="val 50000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7669" name="AutoShape 21">
            <a:extLst>
              <a:ext uri="{FF2B5EF4-FFF2-40B4-BE49-F238E27FC236}">
                <a16:creationId xmlns:a16="http://schemas.microsoft.com/office/drawing/2014/main" id="{1703472E-3475-49E8-A855-32C4B400C02C}"/>
              </a:ext>
            </a:extLst>
          </p:cNvPr>
          <p:cNvSpPr>
            <a:spLocks/>
          </p:cNvSpPr>
          <p:nvPr/>
        </p:nvSpPr>
        <p:spPr bwMode="auto">
          <a:xfrm>
            <a:off x="2420938" y="4062413"/>
            <a:ext cx="215900" cy="936625"/>
          </a:xfrm>
          <a:prstGeom prst="leftBrace">
            <a:avLst>
              <a:gd name="adj1" fmla="val 36152"/>
              <a:gd name="adj2" fmla="val 50000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7671" name="Oval 23">
            <a:extLst>
              <a:ext uri="{FF2B5EF4-FFF2-40B4-BE49-F238E27FC236}">
                <a16:creationId xmlns:a16="http://schemas.microsoft.com/office/drawing/2014/main" id="{242777D4-41A4-4A6F-A8C1-D6D6CECA0C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0525" y="2097088"/>
            <a:ext cx="142875" cy="142875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7672" name="Oval 24">
            <a:extLst>
              <a:ext uri="{FF2B5EF4-FFF2-40B4-BE49-F238E27FC236}">
                <a16:creationId xmlns:a16="http://schemas.microsoft.com/office/drawing/2014/main" id="{2DD41C7D-B0FE-4C20-8D06-F48A161B13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2113" y="2852738"/>
            <a:ext cx="142875" cy="142875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7673" name="Oval 25">
            <a:extLst>
              <a:ext uri="{FF2B5EF4-FFF2-40B4-BE49-F238E27FC236}">
                <a16:creationId xmlns:a16="http://schemas.microsoft.com/office/drawing/2014/main" id="{AF8A50CA-1F8A-4A0E-90D9-B7221BC5CA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538" y="4076700"/>
            <a:ext cx="142875" cy="142875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7674" name="Oval 26">
            <a:extLst>
              <a:ext uri="{FF2B5EF4-FFF2-40B4-BE49-F238E27FC236}">
                <a16:creationId xmlns:a16="http://schemas.microsoft.com/office/drawing/2014/main" id="{A3E4C5D3-E315-4822-AB3B-5EE5795360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6425" y="4832350"/>
            <a:ext cx="142875" cy="142875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7675" name="Text Box 27">
            <a:extLst>
              <a:ext uri="{FF2B5EF4-FFF2-40B4-BE49-F238E27FC236}">
                <a16:creationId xmlns:a16="http://schemas.microsoft.com/office/drawing/2014/main" id="{4A963797-92E4-449F-B686-4838ABB6EB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6925" y="2371725"/>
            <a:ext cx="3873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1600" b="1">
                <a:latin typeface="Times New Roman" panose="02020603050405020304" pitchFamily="18" charset="0"/>
              </a:rPr>
              <a:t>内</a:t>
            </a:r>
          </a:p>
        </p:txBody>
      </p:sp>
      <p:sp>
        <p:nvSpPr>
          <p:cNvPr id="27676" name="Text Box 28">
            <a:extLst>
              <a:ext uri="{FF2B5EF4-FFF2-40B4-BE49-F238E27FC236}">
                <a16:creationId xmlns:a16="http://schemas.microsoft.com/office/drawing/2014/main" id="{EA3328DB-C2E3-425C-A8A3-968D0BDBF5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5084763"/>
            <a:ext cx="3873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1600" b="1">
                <a:latin typeface="Times New Roman" panose="02020603050405020304" pitchFamily="18" charset="0"/>
              </a:rPr>
              <a:t>内</a:t>
            </a:r>
          </a:p>
        </p:txBody>
      </p:sp>
      <p:sp>
        <p:nvSpPr>
          <p:cNvPr id="25626" name="Text Box 75">
            <a:extLst>
              <a:ext uri="{FF2B5EF4-FFF2-40B4-BE49-F238E27FC236}">
                <a16:creationId xmlns:a16="http://schemas.microsoft.com/office/drawing/2014/main" id="{CD712C32-84E3-4D0E-BD14-77F753E37C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4100" y="6440488"/>
            <a:ext cx="4159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r>
          </a:p>
        </p:txBody>
      </p:sp>
      <p:sp>
        <p:nvSpPr>
          <p:cNvPr id="25627" name="灯片编号占位符 2">
            <a:extLst>
              <a:ext uri="{FF2B5EF4-FFF2-40B4-BE49-F238E27FC236}">
                <a16:creationId xmlns:a16="http://schemas.microsoft.com/office/drawing/2014/main" id="{65D3F576-C291-4889-9B72-0C89915AA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B4989DE-51DC-4247-AE66-1FE3230D4064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zh-CN" sz="1400"/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3" dur="75"/>
                                        <p:tgtEl>
                                          <p:spTgt spid="27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8" dur="75"/>
                                        <p:tgtEl>
                                          <p:spTgt spid="27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225"/>
                            </p:stCondLst>
                            <p:childTnLst>
                              <p:par>
                                <p:cTn id="20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27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725"/>
                            </p:stCondLst>
                            <p:childTnLst>
                              <p:par>
                                <p:cTn id="24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75" fill="hold"/>
                                        <p:tgtEl>
                                          <p:spTgt spid="276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" fill="hold"/>
                                        <p:tgtEl>
                                          <p:spTgt spid="276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025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7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525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525"/>
                            </p:stCondLst>
                            <p:childTnLst>
                              <p:par>
                                <p:cTn id="38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75" fill="hold"/>
                                        <p:tgtEl>
                                          <p:spTgt spid="276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5" fill="hold"/>
                                        <p:tgtEl>
                                          <p:spTgt spid="276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825"/>
                            </p:stCondLst>
                            <p:childTnLst>
                              <p:par>
                                <p:cTn id="43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76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76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76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76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75" fill="hold"/>
                                        <p:tgtEl>
                                          <p:spTgt spid="276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75" fill="hold"/>
                                        <p:tgtEl>
                                          <p:spTgt spid="276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225"/>
                            </p:stCondLst>
                            <p:childTnLst>
                              <p:par>
                                <p:cTn id="58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75" fill="hold"/>
                                        <p:tgtEl>
                                          <p:spTgt spid="276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75" fill="hold"/>
                                        <p:tgtEl>
                                          <p:spTgt spid="276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75" fill="hold"/>
                                        <p:tgtEl>
                                          <p:spTgt spid="276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75" fill="hold"/>
                                        <p:tgtEl>
                                          <p:spTgt spid="276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8" dur="75"/>
                                        <p:tgtEl>
                                          <p:spTgt spid="27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70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2" dur="500"/>
                                        <p:tgtEl>
                                          <p:spTgt spid="27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800"/>
                            </p:stCondLst>
                            <p:childTnLst>
                              <p:par>
                                <p:cTn id="74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75" fill="hold"/>
                                        <p:tgtEl>
                                          <p:spTgt spid="276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75" fill="hold"/>
                                        <p:tgtEl>
                                          <p:spTgt spid="276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1100"/>
                            </p:stCondLst>
                            <p:childTnLst>
                              <p:par>
                                <p:cTn id="79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76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76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1600"/>
                            </p:stCondLst>
                            <p:childTnLst>
                              <p:par>
                                <p:cTn id="8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1600"/>
                            </p:stCondLst>
                            <p:childTnLst>
                              <p:par>
                                <p:cTn id="87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75" fill="hold"/>
                                        <p:tgtEl>
                                          <p:spTgt spid="276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75" fill="hold"/>
                                        <p:tgtEl>
                                          <p:spTgt spid="276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1900"/>
                            </p:stCondLst>
                            <p:childTnLst>
                              <p:par>
                                <p:cTn id="92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76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76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6" dur="1000"/>
                                        <p:tgtEl>
                                          <p:spTgt spid="27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2900"/>
                            </p:stCondLst>
                            <p:childTnLst>
                              <p:par>
                                <p:cTn id="9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2900"/>
                            </p:stCondLst>
                            <p:childTnLst>
                              <p:par>
                                <p:cTn id="10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75" fill="hold"/>
                                        <p:tgtEl>
                                          <p:spTgt spid="276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75" fill="hold"/>
                                        <p:tgtEl>
                                          <p:spTgt spid="276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225"/>
                            </p:stCondLst>
                            <p:childTnLst>
                              <p:par>
                                <p:cTn id="110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75" fill="hold"/>
                                        <p:tgtEl>
                                          <p:spTgt spid="276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75" fill="hold"/>
                                        <p:tgtEl>
                                          <p:spTgt spid="276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5" fill="hold"/>
                                        <p:tgtEl>
                                          <p:spTgt spid="276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75" fill="hold"/>
                                        <p:tgtEl>
                                          <p:spTgt spid="276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0" grpId="0" autoUpdateAnimBg="0"/>
      <p:bldP spid="27651" grpId="0" autoUpdateAnimBg="0"/>
      <p:bldP spid="27653" grpId="0" autoUpdateAnimBg="0"/>
      <p:bldP spid="27654" grpId="0" autoUpdateAnimBg="0"/>
      <p:bldP spid="27655" grpId="0" autoUpdateAnimBg="0"/>
      <p:bldP spid="27661" grpId="0" autoUpdateAnimBg="0"/>
      <p:bldP spid="27663" grpId="0" autoUpdateAnimBg="0"/>
      <p:bldP spid="27664" grpId="0" autoUpdateAnimBg="0"/>
      <p:bldP spid="27665" grpId="0" autoUpdateAnimBg="0"/>
      <p:bldP spid="27666" grpId="0" autoUpdateAnimBg="0"/>
      <p:bldP spid="27667" grpId="0" autoUpdateAnimBg="0"/>
      <p:bldP spid="27668" grpId="0" animBg="1"/>
      <p:bldP spid="27669" grpId="0" animBg="1"/>
      <p:bldP spid="27671" grpId="0" animBg="1"/>
      <p:bldP spid="27672" grpId="0" animBg="1"/>
      <p:bldP spid="27673" grpId="0" animBg="1"/>
      <p:bldP spid="27674" grpId="0" animBg="1"/>
      <p:bldP spid="27675" grpId="0"/>
      <p:bldP spid="2767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2">
            <a:extLst>
              <a:ext uri="{FF2B5EF4-FFF2-40B4-BE49-F238E27FC236}">
                <a16:creationId xmlns:a16="http://schemas.microsoft.com/office/drawing/2014/main" id="{5160B40B-0E48-47E7-8954-ACAC9FB1C7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963" y="1268413"/>
            <a:ext cx="3683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ym typeface="Symbol" panose="05050102010706020507" pitchFamily="18" charset="2"/>
              </a:rPr>
              <a:t>（</a:t>
            </a:r>
            <a:r>
              <a:rPr lang="en-US" altLang="zh-CN" sz="2800" b="1">
                <a:sym typeface="Symbol" panose="05050102010706020507" pitchFamily="18" charset="2"/>
              </a:rPr>
              <a:t>1</a:t>
            </a:r>
            <a:r>
              <a:rPr lang="zh-CN" altLang="en-US" sz="2800" b="1">
                <a:sym typeface="Symbol" panose="05050102010706020507" pitchFamily="18" charset="2"/>
              </a:rPr>
              <a:t>）</a:t>
            </a:r>
            <a:r>
              <a:rPr lang="zh-CN" altLang="en-US" sz="2800" b="1"/>
              <a:t>磁化曲线</a:t>
            </a:r>
          </a:p>
        </p:txBody>
      </p:sp>
      <p:sp>
        <p:nvSpPr>
          <p:cNvPr id="27659" name="Text Box 3">
            <a:extLst>
              <a:ext uri="{FF2B5EF4-FFF2-40B4-BE49-F238E27FC236}">
                <a16:creationId xmlns:a16="http://schemas.microsoft.com/office/drawing/2014/main" id="{EA746120-B4CC-4105-ACF7-8A7F7F95B0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525" y="1701800"/>
            <a:ext cx="57150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装置</a:t>
            </a:r>
            <a:r>
              <a:rPr lang="zh-CN" altLang="en-US" b="1"/>
              <a:t>：</a:t>
            </a:r>
            <a:r>
              <a:rPr lang="zh-CN" altLang="en-US" sz="2800" b="1"/>
              <a:t>螺绕环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            用铁磁质充满环内空间</a:t>
            </a:r>
            <a:endParaRPr lang="zh-CN" altLang="en-US" b="1"/>
          </a:p>
        </p:txBody>
      </p:sp>
      <p:graphicFrame>
        <p:nvGraphicFramePr>
          <p:cNvPr id="27650" name="Object 2">
            <a:extLst>
              <a:ext uri="{FF2B5EF4-FFF2-40B4-BE49-F238E27FC236}">
                <a16:creationId xmlns:a16="http://schemas.microsoft.com/office/drawing/2014/main" id="{B9490F60-9B1A-4DD9-ADFC-F36827560F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38750" y="3184525"/>
          <a:ext cx="1460500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16" name="Equation" r:id="rId3" imgW="1473200" imgH="711200" progId="Equation.DSMT4">
                  <p:embed/>
                </p:oleObj>
              </mc:Choice>
              <mc:Fallback>
                <p:oleObj name="Equation" r:id="rId3" imgW="1473200" imgH="7112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8750" y="3184525"/>
                        <a:ext cx="1460500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6" name="Freeform 5">
            <a:extLst>
              <a:ext uri="{FF2B5EF4-FFF2-40B4-BE49-F238E27FC236}">
                <a16:creationId xmlns:a16="http://schemas.microsoft.com/office/drawing/2014/main" id="{A47F311F-3AF8-4F15-A625-0EE24EC5C72E}"/>
              </a:ext>
            </a:extLst>
          </p:cNvPr>
          <p:cNvSpPr>
            <a:spLocks/>
          </p:cNvSpPr>
          <p:nvPr/>
        </p:nvSpPr>
        <p:spPr bwMode="auto">
          <a:xfrm>
            <a:off x="6138863" y="4435475"/>
            <a:ext cx="2398712" cy="1366838"/>
          </a:xfrm>
          <a:custGeom>
            <a:avLst/>
            <a:gdLst>
              <a:gd name="T0" fmla="*/ 0 w 1973"/>
              <a:gd name="T1" fmla="*/ 2147483646 h 1160"/>
              <a:gd name="T2" fmla="*/ 2147483646 w 1973"/>
              <a:gd name="T3" fmla="*/ 2147483646 h 1160"/>
              <a:gd name="T4" fmla="*/ 2147483646 w 1973"/>
              <a:gd name="T5" fmla="*/ 2147483646 h 1160"/>
              <a:gd name="T6" fmla="*/ 2147483646 w 1973"/>
              <a:gd name="T7" fmla="*/ 2147483646 h 1160"/>
              <a:gd name="T8" fmla="*/ 2147483646 w 1973"/>
              <a:gd name="T9" fmla="*/ 2147483646 h 1160"/>
              <a:gd name="T10" fmla="*/ 2147483646 w 1973"/>
              <a:gd name="T11" fmla="*/ 2147483646 h 11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973"/>
              <a:gd name="T19" fmla="*/ 0 h 1160"/>
              <a:gd name="T20" fmla="*/ 1973 w 1973"/>
              <a:gd name="T21" fmla="*/ 1160 h 116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973" h="1160">
                <a:moveTo>
                  <a:pt x="0" y="1160"/>
                </a:moveTo>
                <a:cubicBezTo>
                  <a:pt x="22" y="996"/>
                  <a:pt x="79" y="378"/>
                  <a:pt x="117" y="189"/>
                </a:cubicBezTo>
                <a:cubicBezTo>
                  <a:pt x="155" y="0"/>
                  <a:pt x="194" y="34"/>
                  <a:pt x="226" y="26"/>
                </a:cubicBezTo>
                <a:cubicBezTo>
                  <a:pt x="258" y="18"/>
                  <a:pt x="222" y="10"/>
                  <a:pt x="309" y="141"/>
                </a:cubicBezTo>
                <a:cubicBezTo>
                  <a:pt x="396" y="272"/>
                  <a:pt x="469" y="661"/>
                  <a:pt x="746" y="813"/>
                </a:cubicBezTo>
                <a:cubicBezTo>
                  <a:pt x="1023" y="965"/>
                  <a:pt x="1717" y="1003"/>
                  <a:pt x="1973" y="1053"/>
                </a:cubicBezTo>
              </a:path>
            </a:pathLst>
          </a:custGeom>
          <a:noFill/>
          <a:ln w="412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637" name="Text Box 6">
            <a:extLst>
              <a:ext uri="{FF2B5EF4-FFF2-40B4-BE49-F238E27FC236}">
                <a16:creationId xmlns:a16="http://schemas.microsoft.com/office/drawing/2014/main" id="{5776ECCE-E064-406D-B2A2-04A5D4CFD7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475" y="3859213"/>
            <a:ext cx="36782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实验测量</a:t>
            </a:r>
            <a:r>
              <a:rPr lang="en-US" altLang="en-US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7">
            <a:extLst>
              <a:ext uri="{FF2B5EF4-FFF2-40B4-BE49-F238E27FC236}">
                <a16:creationId xmlns:a16="http://schemas.microsoft.com/office/drawing/2014/main" id="{91045C33-8A03-49DB-A725-B1E10B975E91}"/>
              </a:ext>
            </a:extLst>
          </p:cNvPr>
          <p:cNvGrpSpPr>
            <a:grpSpLocks/>
          </p:cNvGrpSpPr>
          <p:nvPr/>
        </p:nvGrpSpPr>
        <p:grpSpPr bwMode="auto">
          <a:xfrm>
            <a:off x="6046788" y="3897313"/>
            <a:ext cx="2830512" cy="2058987"/>
            <a:chOff x="3929" y="2832"/>
            <a:chExt cx="1783" cy="1297"/>
          </a:xfrm>
        </p:grpSpPr>
        <p:sp>
          <p:nvSpPr>
            <p:cNvPr id="26680" name="Line 8">
              <a:extLst>
                <a:ext uri="{FF2B5EF4-FFF2-40B4-BE49-F238E27FC236}">
                  <a16:creationId xmlns:a16="http://schemas.microsoft.com/office/drawing/2014/main" id="{4BA24246-69C7-430F-978D-FD250DACF9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9" y="4074"/>
              <a:ext cx="1543" cy="0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81" name="Line 9">
              <a:extLst>
                <a:ext uri="{FF2B5EF4-FFF2-40B4-BE49-F238E27FC236}">
                  <a16:creationId xmlns:a16="http://schemas.microsoft.com/office/drawing/2014/main" id="{2DF8DBEF-5D48-4204-A202-EF8E32B645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29" y="2955"/>
              <a:ext cx="0" cy="1140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6682" name="Object 8">
              <a:extLst>
                <a:ext uri="{FF2B5EF4-FFF2-40B4-BE49-F238E27FC236}">
                  <a16:creationId xmlns:a16="http://schemas.microsoft.com/office/drawing/2014/main" id="{DA618669-4962-443C-885E-A19A586B8AC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72" y="3936"/>
            <a:ext cx="240" cy="1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717" name="Equation" r:id="rId5" imgW="393359" imgH="317225" progId="Equation.3">
                    <p:embed/>
                  </p:oleObj>
                </mc:Choice>
                <mc:Fallback>
                  <p:oleObj name="Equation" r:id="rId5" imgW="393359" imgH="317225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72" y="3936"/>
                          <a:ext cx="240" cy="1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83" name="Object 9">
              <a:extLst>
                <a:ext uri="{FF2B5EF4-FFF2-40B4-BE49-F238E27FC236}">
                  <a16:creationId xmlns:a16="http://schemas.microsoft.com/office/drawing/2014/main" id="{6CD5F61C-87D3-4523-B6C7-9D246082477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32" y="2832"/>
            <a:ext cx="295" cy="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718" name="Equation" r:id="rId7" imgW="418918" imgH="444307" progId="Equation.3">
                    <p:embed/>
                  </p:oleObj>
                </mc:Choice>
                <mc:Fallback>
                  <p:oleObj name="Equation" r:id="rId7" imgW="418918" imgH="444307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2832"/>
                          <a:ext cx="295" cy="3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2">
            <a:extLst>
              <a:ext uri="{FF2B5EF4-FFF2-40B4-BE49-F238E27FC236}">
                <a16:creationId xmlns:a16="http://schemas.microsoft.com/office/drawing/2014/main" id="{FB485D35-07AC-42FB-83D0-7CC35C1D808C}"/>
              </a:ext>
            </a:extLst>
          </p:cNvPr>
          <p:cNvGrpSpPr>
            <a:grpSpLocks/>
          </p:cNvGrpSpPr>
          <p:nvPr/>
        </p:nvGrpSpPr>
        <p:grpSpPr bwMode="auto">
          <a:xfrm>
            <a:off x="2051050" y="4456113"/>
            <a:ext cx="2859088" cy="844550"/>
            <a:chOff x="576" y="2479"/>
            <a:chExt cx="1801" cy="532"/>
          </a:xfrm>
        </p:grpSpPr>
        <p:graphicFrame>
          <p:nvGraphicFramePr>
            <p:cNvPr id="26678" name="Object 7">
              <a:extLst>
                <a:ext uri="{FF2B5EF4-FFF2-40B4-BE49-F238E27FC236}">
                  <a16:creationId xmlns:a16="http://schemas.microsoft.com/office/drawing/2014/main" id="{8A27D723-63C2-443C-81EA-AE095205930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31" y="2479"/>
            <a:ext cx="1346" cy="5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719" name="Equation" r:id="rId9" imgW="2286000" imgH="800100" progId="Equation.DSMT4">
                    <p:embed/>
                  </p:oleObj>
                </mc:Choice>
                <mc:Fallback>
                  <p:oleObj name="Equation" r:id="rId9" imgW="2286000" imgH="80010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31" y="2479"/>
                          <a:ext cx="1346" cy="5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79" name="Text Box 14">
              <a:extLst>
                <a:ext uri="{FF2B5EF4-FFF2-40B4-BE49-F238E27FC236}">
                  <a16:creationId xmlns:a16="http://schemas.microsoft.com/office/drawing/2014/main" id="{43E43CD6-FEAA-456F-8DC2-1750DCA6A1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2553"/>
              <a:ext cx="76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/>
                <a:t>由</a:t>
              </a:r>
            </a:p>
          </p:txBody>
        </p:sp>
      </p:grpSp>
      <p:sp>
        <p:nvSpPr>
          <p:cNvPr id="26633" name="Text Box 16">
            <a:extLst>
              <a:ext uri="{FF2B5EF4-FFF2-40B4-BE49-F238E27FC236}">
                <a16:creationId xmlns:a16="http://schemas.microsoft.com/office/drawing/2014/main" id="{9C159886-7F8E-4520-A587-63C3C77637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438" y="474663"/>
            <a:ext cx="31607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3300"/>
                </a:solidFill>
              </a:rPr>
              <a:t>4.</a:t>
            </a:r>
            <a:r>
              <a:rPr lang="zh-CN" altLang="en-US" sz="2800" b="1">
                <a:latin typeface="宋体" panose="02010600030101010101" pitchFamily="2" charset="-122"/>
              </a:rPr>
              <a:t>铁磁质的磁效应</a:t>
            </a:r>
          </a:p>
        </p:txBody>
      </p:sp>
      <p:sp>
        <p:nvSpPr>
          <p:cNvPr id="27666" name="Text Box 17">
            <a:extLst>
              <a:ext uri="{FF2B5EF4-FFF2-40B4-BE49-F238E27FC236}">
                <a16:creationId xmlns:a16="http://schemas.microsoft.com/office/drawing/2014/main" id="{851073FB-4D3F-44C1-88DA-6C76CCBC13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163" y="2727325"/>
            <a:ext cx="6054725" cy="98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原理</a:t>
            </a:r>
            <a:r>
              <a:rPr lang="zh-CN" altLang="en-US" sz="2800" b="1"/>
              <a:t>：根据安培环路定理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2800" b="1"/>
              <a:t>            由通有的传导电流得</a:t>
            </a:r>
            <a:endParaRPr lang="zh-CN" altLang="zh-CN" sz="2800" b="1"/>
          </a:p>
        </p:txBody>
      </p:sp>
      <p:grpSp>
        <p:nvGrpSpPr>
          <p:cNvPr id="4" name="Group 19">
            <a:extLst>
              <a:ext uri="{FF2B5EF4-FFF2-40B4-BE49-F238E27FC236}">
                <a16:creationId xmlns:a16="http://schemas.microsoft.com/office/drawing/2014/main" id="{2F94C8AC-D25F-450E-9C73-738585B40948}"/>
              </a:ext>
            </a:extLst>
          </p:cNvPr>
          <p:cNvGrpSpPr>
            <a:grpSpLocks/>
          </p:cNvGrpSpPr>
          <p:nvPr/>
        </p:nvGrpSpPr>
        <p:grpSpPr bwMode="auto">
          <a:xfrm>
            <a:off x="6403975" y="719138"/>
            <a:ext cx="2322513" cy="2881312"/>
            <a:chOff x="3954" y="260"/>
            <a:chExt cx="1463" cy="1804"/>
          </a:xfrm>
        </p:grpSpPr>
        <p:sp>
          <p:nvSpPr>
            <p:cNvPr id="26648" name="AutoShape 20" descr="花岗岩">
              <a:extLst>
                <a:ext uri="{FF2B5EF4-FFF2-40B4-BE49-F238E27FC236}">
                  <a16:creationId xmlns:a16="http://schemas.microsoft.com/office/drawing/2014/main" id="{79BB7268-9F6E-435B-9E24-61A42C0D94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624"/>
              <a:ext cx="1392" cy="139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6 w 21600"/>
                <a:gd name="T25" fmla="*/ 3166 h 21600"/>
                <a:gd name="T26" fmla="*/ 18434 w 21600"/>
                <a:gd name="T27" fmla="*/ 18434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2514" y="10800"/>
                  </a:moveTo>
                  <a:cubicBezTo>
                    <a:pt x="2514" y="15376"/>
                    <a:pt x="6224" y="19086"/>
                    <a:pt x="10800" y="19086"/>
                  </a:cubicBezTo>
                  <a:cubicBezTo>
                    <a:pt x="15376" y="19086"/>
                    <a:pt x="19086" y="15376"/>
                    <a:pt x="19086" y="10800"/>
                  </a:cubicBezTo>
                  <a:cubicBezTo>
                    <a:pt x="19086" y="6224"/>
                    <a:pt x="15376" y="2514"/>
                    <a:pt x="10800" y="2514"/>
                  </a:cubicBezTo>
                  <a:cubicBezTo>
                    <a:pt x="6224" y="2514"/>
                    <a:pt x="2514" y="6224"/>
                    <a:pt x="2514" y="10800"/>
                  </a:cubicBezTo>
                  <a:close/>
                </a:path>
              </a:pathLst>
            </a:custGeom>
            <a:blipFill dpi="0" rotWithShape="1">
              <a:blip r:embed="rId11">
                <a:alphaModFix amt="50000"/>
              </a:blip>
              <a:srcRect/>
              <a:tile tx="0" ty="0" sx="100000" sy="100000" flip="none" algn="tl"/>
            </a:blipFill>
            <a:ln w="28575">
              <a:solidFill>
                <a:srgbClr val="99336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49" name="Freeform 21">
              <a:extLst>
                <a:ext uri="{FF2B5EF4-FFF2-40B4-BE49-F238E27FC236}">
                  <a16:creationId xmlns:a16="http://schemas.microsoft.com/office/drawing/2014/main" id="{4CF0DE19-ED84-4652-9689-A551078D06A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7" y="731"/>
              <a:ext cx="217" cy="185"/>
            </a:xfrm>
            <a:custGeom>
              <a:avLst/>
              <a:gdLst>
                <a:gd name="T0" fmla="*/ 76 w 217"/>
                <a:gd name="T1" fmla="*/ 0 h 185"/>
                <a:gd name="T2" fmla="*/ 20 w 217"/>
                <a:gd name="T3" fmla="*/ 32 h 185"/>
                <a:gd name="T4" fmla="*/ 196 w 217"/>
                <a:gd name="T5" fmla="*/ 160 h 185"/>
                <a:gd name="T6" fmla="*/ 148 w 217"/>
                <a:gd name="T7" fmla="*/ 184 h 18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7"/>
                <a:gd name="T13" fmla="*/ 0 h 185"/>
                <a:gd name="T14" fmla="*/ 217 w 217"/>
                <a:gd name="T15" fmla="*/ 185 h 18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7" h="185">
                  <a:moveTo>
                    <a:pt x="76" y="0"/>
                  </a:moveTo>
                  <a:cubicBezTo>
                    <a:pt x="67" y="5"/>
                    <a:pt x="0" y="5"/>
                    <a:pt x="20" y="32"/>
                  </a:cubicBezTo>
                  <a:cubicBezTo>
                    <a:pt x="40" y="59"/>
                    <a:pt x="175" y="135"/>
                    <a:pt x="196" y="160"/>
                  </a:cubicBezTo>
                  <a:cubicBezTo>
                    <a:pt x="217" y="185"/>
                    <a:pt x="158" y="179"/>
                    <a:pt x="148" y="184"/>
                  </a:cubicBezTo>
                </a:path>
              </a:pathLst>
            </a:custGeom>
            <a:noFill/>
            <a:ln w="444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50" name="Freeform 22">
              <a:extLst>
                <a:ext uri="{FF2B5EF4-FFF2-40B4-BE49-F238E27FC236}">
                  <a16:creationId xmlns:a16="http://schemas.microsoft.com/office/drawing/2014/main" id="{3559ADF9-9E88-4834-801D-107AAD15F14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6" y="899"/>
              <a:ext cx="249" cy="153"/>
            </a:xfrm>
            <a:custGeom>
              <a:avLst/>
              <a:gdLst>
                <a:gd name="T0" fmla="*/ 80 w 249"/>
                <a:gd name="T1" fmla="*/ 1 h 153"/>
                <a:gd name="T2" fmla="*/ 24 w 249"/>
                <a:gd name="T3" fmla="*/ 17 h 153"/>
                <a:gd name="T4" fmla="*/ 224 w 249"/>
                <a:gd name="T5" fmla="*/ 105 h 153"/>
                <a:gd name="T6" fmla="*/ 176 w 249"/>
                <a:gd name="T7" fmla="*/ 153 h 15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49"/>
                <a:gd name="T13" fmla="*/ 0 h 153"/>
                <a:gd name="T14" fmla="*/ 249 w 249"/>
                <a:gd name="T15" fmla="*/ 153 h 15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49" h="153">
                  <a:moveTo>
                    <a:pt x="80" y="1"/>
                  </a:moveTo>
                  <a:cubicBezTo>
                    <a:pt x="71" y="4"/>
                    <a:pt x="0" y="0"/>
                    <a:pt x="24" y="17"/>
                  </a:cubicBezTo>
                  <a:cubicBezTo>
                    <a:pt x="48" y="34"/>
                    <a:pt x="199" y="82"/>
                    <a:pt x="224" y="105"/>
                  </a:cubicBezTo>
                  <a:cubicBezTo>
                    <a:pt x="249" y="128"/>
                    <a:pt x="186" y="143"/>
                    <a:pt x="176" y="153"/>
                  </a:cubicBezTo>
                </a:path>
              </a:pathLst>
            </a:custGeom>
            <a:noFill/>
            <a:ln w="444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51" name="Freeform 23">
              <a:extLst>
                <a:ext uri="{FF2B5EF4-FFF2-40B4-BE49-F238E27FC236}">
                  <a16:creationId xmlns:a16="http://schemas.microsoft.com/office/drawing/2014/main" id="{713AA960-E368-46DB-93E4-A6C830101B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1" y="1124"/>
              <a:ext cx="227" cy="160"/>
            </a:xfrm>
            <a:custGeom>
              <a:avLst/>
              <a:gdLst>
                <a:gd name="T0" fmla="*/ 23 w 227"/>
                <a:gd name="T1" fmla="*/ 0 h 160"/>
                <a:gd name="T2" fmla="*/ 23 w 227"/>
                <a:gd name="T3" fmla="*/ 104 h 160"/>
                <a:gd name="T4" fmla="*/ 159 w 227"/>
                <a:gd name="T5" fmla="*/ 70 h 160"/>
                <a:gd name="T6" fmla="*/ 223 w 227"/>
                <a:gd name="T7" fmla="*/ 96 h 160"/>
                <a:gd name="T8" fmla="*/ 183 w 227"/>
                <a:gd name="T9" fmla="*/ 160 h 1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7"/>
                <a:gd name="T16" fmla="*/ 0 h 160"/>
                <a:gd name="T17" fmla="*/ 227 w 227"/>
                <a:gd name="T18" fmla="*/ 160 h 1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7" h="160">
                  <a:moveTo>
                    <a:pt x="23" y="0"/>
                  </a:moveTo>
                  <a:cubicBezTo>
                    <a:pt x="24" y="17"/>
                    <a:pt x="0" y="92"/>
                    <a:pt x="23" y="104"/>
                  </a:cubicBezTo>
                  <a:cubicBezTo>
                    <a:pt x="46" y="116"/>
                    <a:pt x="126" y="71"/>
                    <a:pt x="159" y="70"/>
                  </a:cubicBezTo>
                  <a:cubicBezTo>
                    <a:pt x="192" y="69"/>
                    <a:pt x="219" y="81"/>
                    <a:pt x="223" y="96"/>
                  </a:cubicBezTo>
                  <a:cubicBezTo>
                    <a:pt x="227" y="111"/>
                    <a:pt x="191" y="147"/>
                    <a:pt x="183" y="160"/>
                  </a:cubicBezTo>
                </a:path>
              </a:pathLst>
            </a:custGeom>
            <a:noFill/>
            <a:ln w="444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52" name="Freeform 24">
              <a:extLst>
                <a:ext uri="{FF2B5EF4-FFF2-40B4-BE49-F238E27FC236}">
                  <a16:creationId xmlns:a16="http://schemas.microsoft.com/office/drawing/2014/main" id="{F11AE977-BDE3-4D33-A491-2F1C7486E5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4" y="1426"/>
              <a:ext cx="252" cy="82"/>
            </a:xfrm>
            <a:custGeom>
              <a:avLst/>
              <a:gdLst>
                <a:gd name="T0" fmla="*/ 24 w 252"/>
                <a:gd name="T1" fmla="*/ 2 h 82"/>
                <a:gd name="T2" fmla="*/ 32 w 252"/>
                <a:gd name="T3" fmla="*/ 82 h 82"/>
                <a:gd name="T4" fmla="*/ 216 w 252"/>
                <a:gd name="T5" fmla="*/ 2 h 82"/>
                <a:gd name="T6" fmla="*/ 246 w 252"/>
                <a:gd name="T7" fmla="*/ 73 h 8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52"/>
                <a:gd name="T13" fmla="*/ 0 h 82"/>
                <a:gd name="T14" fmla="*/ 252 w 252"/>
                <a:gd name="T15" fmla="*/ 82 h 8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52" h="82">
                  <a:moveTo>
                    <a:pt x="24" y="2"/>
                  </a:moveTo>
                  <a:cubicBezTo>
                    <a:pt x="25" y="17"/>
                    <a:pt x="0" y="82"/>
                    <a:pt x="32" y="82"/>
                  </a:cubicBezTo>
                  <a:cubicBezTo>
                    <a:pt x="64" y="82"/>
                    <a:pt x="180" y="4"/>
                    <a:pt x="216" y="2"/>
                  </a:cubicBezTo>
                  <a:cubicBezTo>
                    <a:pt x="252" y="0"/>
                    <a:pt x="240" y="58"/>
                    <a:pt x="246" y="73"/>
                  </a:cubicBezTo>
                </a:path>
              </a:pathLst>
            </a:custGeom>
            <a:noFill/>
            <a:ln w="444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53" name="Freeform 25">
              <a:extLst>
                <a:ext uri="{FF2B5EF4-FFF2-40B4-BE49-F238E27FC236}">
                  <a16:creationId xmlns:a16="http://schemas.microsoft.com/office/drawing/2014/main" id="{1826F385-2BF5-4654-B70F-932CAC40BD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8" y="1586"/>
              <a:ext cx="208" cy="147"/>
            </a:xfrm>
            <a:custGeom>
              <a:avLst/>
              <a:gdLst>
                <a:gd name="T0" fmla="*/ 0 w 208"/>
                <a:gd name="T1" fmla="*/ 90 h 147"/>
                <a:gd name="T2" fmla="*/ 98 w 208"/>
                <a:gd name="T3" fmla="*/ 134 h 147"/>
                <a:gd name="T4" fmla="*/ 160 w 208"/>
                <a:gd name="T5" fmla="*/ 10 h 147"/>
                <a:gd name="T6" fmla="*/ 208 w 208"/>
                <a:gd name="T7" fmla="*/ 74 h 14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8"/>
                <a:gd name="T13" fmla="*/ 0 h 147"/>
                <a:gd name="T14" fmla="*/ 208 w 208"/>
                <a:gd name="T15" fmla="*/ 147 h 14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8" h="147">
                  <a:moveTo>
                    <a:pt x="0" y="90"/>
                  </a:moveTo>
                  <a:cubicBezTo>
                    <a:pt x="16" y="96"/>
                    <a:pt x="71" y="147"/>
                    <a:pt x="98" y="134"/>
                  </a:cubicBezTo>
                  <a:cubicBezTo>
                    <a:pt x="125" y="121"/>
                    <a:pt x="142" y="20"/>
                    <a:pt x="160" y="10"/>
                  </a:cubicBezTo>
                  <a:cubicBezTo>
                    <a:pt x="178" y="0"/>
                    <a:pt x="198" y="61"/>
                    <a:pt x="208" y="74"/>
                  </a:cubicBezTo>
                </a:path>
              </a:pathLst>
            </a:custGeom>
            <a:noFill/>
            <a:ln w="444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54" name="Freeform 26">
              <a:extLst>
                <a:ext uri="{FF2B5EF4-FFF2-40B4-BE49-F238E27FC236}">
                  <a16:creationId xmlns:a16="http://schemas.microsoft.com/office/drawing/2014/main" id="{0C6D5B72-EA5C-4BB6-8E0F-D53CFDA3504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4" y="1724"/>
              <a:ext cx="163" cy="176"/>
            </a:xfrm>
            <a:custGeom>
              <a:avLst/>
              <a:gdLst>
                <a:gd name="T0" fmla="*/ 64 w 163"/>
                <a:gd name="T1" fmla="*/ 0 h 176"/>
                <a:gd name="T2" fmla="*/ 8 w 163"/>
                <a:gd name="T3" fmla="*/ 24 h 176"/>
                <a:gd name="T4" fmla="*/ 112 w 163"/>
                <a:gd name="T5" fmla="*/ 104 h 176"/>
                <a:gd name="T6" fmla="*/ 160 w 163"/>
                <a:gd name="T7" fmla="*/ 144 h 176"/>
                <a:gd name="T8" fmla="*/ 128 w 163"/>
                <a:gd name="T9" fmla="*/ 176 h 1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3"/>
                <a:gd name="T16" fmla="*/ 0 h 176"/>
                <a:gd name="T17" fmla="*/ 163 w 163"/>
                <a:gd name="T18" fmla="*/ 176 h 17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3" h="176">
                  <a:moveTo>
                    <a:pt x="64" y="0"/>
                  </a:moveTo>
                  <a:cubicBezTo>
                    <a:pt x="55" y="4"/>
                    <a:pt x="0" y="7"/>
                    <a:pt x="8" y="24"/>
                  </a:cubicBezTo>
                  <a:cubicBezTo>
                    <a:pt x="16" y="41"/>
                    <a:pt x="87" y="84"/>
                    <a:pt x="112" y="104"/>
                  </a:cubicBezTo>
                  <a:cubicBezTo>
                    <a:pt x="137" y="124"/>
                    <a:pt x="157" y="132"/>
                    <a:pt x="160" y="144"/>
                  </a:cubicBezTo>
                  <a:cubicBezTo>
                    <a:pt x="163" y="156"/>
                    <a:pt x="135" y="169"/>
                    <a:pt x="128" y="176"/>
                  </a:cubicBezTo>
                </a:path>
              </a:pathLst>
            </a:custGeom>
            <a:noFill/>
            <a:ln w="444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55" name="Freeform 27">
              <a:extLst>
                <a:ext uri="{FF2B5EF4-FFF2-40B4-BE49-F238E27FC236}">
                  <a16:creationId xmlns:a16="http://schemas.microsoft.com/office/drawing/2014/main" id="{C1019882-66A9-4C3B-87DC-BAF381DE6A4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1" y="1580"/>
              <a:ext cx="239" cy="184"/>
            </a:xfrm>
            <a:custGeom>
              <a:avLst/>
              <a:gdLst>
                <a:gd name="T0" fmla="*/ 79 w 239"/>
                <a:gd name="T1" fmla="*/ 0 h 184"/>
                <a:gd name="T2" fmla="*/ 23 w 239"/>
                <a:gd name="T3" fmla="*/ 48 h 184"/>
                <a:gd name="T4" fmla="*/ 215 w 239"/>
                <a:gd name="T5" fmla="*/ 128 h 184"/>
                <a:gd name="T6" fmla="*/ 167 w 239"/>
                <a:gd name="T7" fmla="*/ 184 h 1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39"/>
                <a:gd name="T13" fmla="*/ 0 h 184"/>
                <a:gd name="T14" fmla="*/ 239 w 239"/>
                <a:gd name="T15" fmla="*/ 184 h 1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39" h="184">
                  <a:moveTo>
                    <a:pt x="79" y="0"/>
                  </a:moveTo>
                  <a:cubicBezTo>
                    <a:pt x="70" y="8"/>
                    <a:pt x="0" y="27"/>
                    <a:pt x="23" y="48"/>
                  </a:cubicBezTo>
                  <a:cubicBezTo>
                    <a:pt x="46" y="69"/>
                    <a:pt x="191" y="105"/>
                    <a:pt x="215" y="128"/>
                  </a:cubicBezTo>
                  <a:cubicBezTo>
                    <a:pt x="239" y="151"/>
                    <a:pt x="177" y="172"/>
                    <a:pt x="167" y="184"/>
                  </a:cubicBezTo>
                </a:path>
              </a:pathLst>
            </a:custGeom>
            <a:noFill/>
            <a:ln w="444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56" name="Freeform 28">
              <a:extLst>
                <a:ext uri="{FF2B5EF4-FFF2-40B4-BE49-F238E27FC236}">
                  <a16:creationId xmlns:a16="http://schemas.microsoft.com/office/drawing/2014/main" id="{8C90B8CA-BFB1-4DFA-9A6A-72C995F592E9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9" y="1267"/>
              <a:ext cx="238" cy="65"/>
            </a:xfrm>
            <a:custGeom>
              <a:avLst/>
              <a:gdLst>
                <a:gd name="T0" fmla="*/ 23 w 238"/>
                <a:gd name="T1" fmla="*/ 5 h 65"/>
                <a:gd name="T2" fmla="*/ 31 w 238"/>
                <a:gd name="T3" fmla="*/ 57 h 65"/>
                <a:gd name="T4" fmla="*/ 207 w 238"/>
                <a:gd name="T5" fmla="*/ 1 h 65"/>
                <a:gd name="T6" fmla="*/ 215 w 238"/>
                <a:gd name="T7" fmla="*/ 65 h 6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38"/>
                <a:gd name="T13" fmla="*/ 0 h 65"/>
                <a:gd name="T14" fmla="*/ 238 w 238"/>
                <a:gd name="T15" fmla="*/ 65 h 6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38" h="65">
                  <a:moveTo>
                    <a:pt x="23" y="5"/>
                  </a:moveTo>
                  <a:cubicBezTo>
                    <a:pt x="24" y="14"/>
                    <a:pt x="0" y="58"/>
                    <a:pt x="31" y="57"/>
                  </a:cubicBezTo>
                  <a:cubicBezTo>
                    <a:pt x="62" y="56"/>
                    <a:pt x="176" y="0"/>
                    <a:pt x="207" y="1"/>
                  </a:cubicBezTo>
                  <a:cubicBezTo>
                    <a:pt x="238" y="2"/>
                    <a:pt x="213" y="52"/>
                    <a:pt x="215" y="65"/>
                  </a:cubicBezTo>
                </a:path>
              </a:pathLst>
            </a:custGeom>
            <a:noFill/>
            <a:ln w="444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57" name="Freeform 29">
              <a:extLst>
                <a:ext uri="{FF2B5EF4-FFF2-40B4-BE49-F238E27FC236}">
                  <a16:creationId xmlns:a16="http://schemas.microsoft.com/office/drawing/2014/main" id="{DA7C5569-2AFD-453A-B27F-E4F8F6B6EB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3" y="723"/>
              <a:ext cx="144" cy="226"/>
            </a:xfrm>
            <a:custGeom>
              <a:avLst/>
              <a:gdLst>
                <a:gd name="T0" fmla="*/ 0 w 144"/>
                <a:gd name="T1" fmla="*/ 156 h 226"/>
                <a:gd name="T2" fmla="*/ 32 w 144"/>
                <a:gd name="T3" fmla="*/ 200 h 226"/>
                <a:gd name="T4" fmla="*/ 120 w 144"/>
                <a:gd name="T5" fmla="*/ 0 h 226"/>
                <a:gd name="T6" fmla="*/ 144 w 144"/>
                <a:gd name="T7" fmla="*/ 48 h 22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4"/>
                <a:gd name="T13" fmla="*/ 0 h 226"/>
                <a:gd name="T14" fmla="*/ 144 w 144"/>
                <a:gd name="T15" fmla="*/ 226 h 22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4" h="226">
                  <a:moveTo>
                    <a:pt x="0" y="156"/>
                  </a:moveTo>
                  <a:cubicBezTo>
                    <a:pt x="5" y="163"/>
                    <a:pt x="12" y="226"/>
                    <a:pt x="32" y="200"/>
                  </a:cubicBezTo>
                  <a:cubicBezTo>
                    <a:pt x="52" y="174"/>
                    <a:pt x="101" y="25"/>
                    <a:pt x="120" y="0"/>
                  </a:cubicBezTo>
                  <a:cubicBezTo>
                    <a:pt x="144" y="8"/>
                    <a:pt x="131" y="33"/>
                    <a:pt x="144" y="48"/>
                  </a:cubicBezTo>
                </a:path>
              </a:pathLst>
            </a:custGeom>
            <a:noFill/>
            <a:ln w="444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58" name="Freeform 30">
              <a:extLst>
                <a:ext uri="{FF2B5EF4-FFF2-40B4-BE49-F238E27FC236}">
                  <a16:creationId xmlns:a16="http://schemas.microsoft.com/office/drawing/2014/main" id="{59165ED0-6286-4E82-AD3B-251FD6342E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9" y="819"/>
              <a:ext cx="195" cy="204"/>
            </a:xfrm>
            <a:custGeom>
              <a:avLst/>
              <a:gdLst>
                <a:gd name="T0" fmla="*/ 3 w 195"/>
                <a:gd name="T1" fmla="*/ 129 h 204"/>
                <a:gd name="T2" fmla="*/ 27 w 195"/>
                <a:gd name="T3" fmla="*/ 185 h 204"/>
                <a:gd name="T4" fmla="*/ 163 w 195"/>
                <a:gd name="T5" fmla="*/ 17 h 204"/>
                <a:gd name="T6" fmla="*/ 195 w 195"/>
                <a:gd name="T7" fmla="*/ 81 h 20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5"/>
                <a:gd name="T13" fmla="*/ 0 h 204"/>
                <a:gd name="T14" fmla="*/ 195 w 195"/>
                <a:gd name="T15" fmla="*/ 204 h 20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5" h="204">
                  <a:moveTo>
                    <a:pt x="3" y="129"/>
                  </a:moveTo>
                  <a:cubicBezTo>
                    <a:pt x="8" y="140"/>
                    <a:pt x="0" y="204"/>
                    <a:pt x="27" y="185"/>
                  </a:cubicBezTo>
                  <a:cubicBezTo>
                    <a:pt x="54" y="166"/>
                    <a:pt x="135" y="34"/>
                    <a:pt x="163" y="17"/>
                  </a:cubicBezTo>
                  <a:cubicBezTo>
                    <a:pt x="191" y="0"/>
                    <a:pt x="188" y="68"/>
                    <a:pt x="195" y="81"/>
                  </a:cubicBezTo>
                </a:path>
              </a:pathLst>
            </a:custGeom>
            <a:noFill/>
            <a:ln w="444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59" name="Freeform 31">
              <a:extLst>
                <a:ext uri="{FF2B5EF4-FFF2-40B4-BE49-F238E27FC236}">
                  <a16:creationId xmlns:a16="http://schemas.microsoft.com/office/drawing/2014/main" id="{7776D216-8D3B-4BC5-995B-044BEBD6C8F7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6" y="1012"/>
              <a:ext cx="192" cy="152"/>
            </a:xfrm>
            <a:custGeom>
              <a:avLst/>
              <a:gdLst>
                <a:gd name="T0" fmla="*/ 0 w 192"/>
                <a:gd name="T1" fmla="*/ 104 h 152"/>
                <a:gd name="T2" fmla="*/ 40 w 192"/>
                <a:gd name="T3" fmla="*/ 136 h 152"/>
                <a:gd name="T4" fmla="*/ 168 w 192"/>
                <a:gd name="T5" fmla="*/ 8 h 152"/>
                <a:gd name="T6" fmla="*/ 184 w 192"/>
                <a:gd name="T7" fmla="*/ 88 h 15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"/>
                <a:gd name="T13" fmla="*/ 0 h 152"/>
                <a:gd name="T14" fmla="*/ 192 w 192"/>
                <a:gd name="T15" fmla="*/ 152 h 15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2" h="152">
                  <a:moveTo>
                    <a:pt x="0" y="104"/>
                  </a:moveTo>
                  <a:cubicBezTo>
                    <a:pt x="7" y="109"/>
                    <a:pt x="12" y="152"/>
                    <a:pt x="40" y="136"/>
                  </a:cubicBezTo>
                  <a:cubicBezTo>
                    <a:pt x="68" y="120"/>
                    <a:pt x="144" y="16"/>
                    <a:pt x="168" y="8"/>
                  </a:cubicBezTo>
                  <a:cubicBezTo>
                    <a:pt x="192" y="0"/>
                    <a:pt x="181" y="71"/>
                    <a:pt x="184" y="88"/>
                  </a:cubicBezTo>
                </a:path>
              </a:pathLst>
            </a:custGeom>
            <a:noFill/>
            <a:ln w="444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60" name="Freeform 32">
              <a:extLst>
                <a:ext uri="{FF2B5EF4-FFF2-40B4-BE49-F238E27FC236}">
                  <a16:creationId xmlns:a16="http://schemas.microsoft.com/office/drawing/2014/main" id="{5F462A73-1867-4F71-9CF1-326438151F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0" y="1833"/>
              <a:ext cx="76" cy="229"/>
            </a:xfrm>
            <a:custGeom>
              <a:avLst/>
              <a:gdLst>
                <a:gd name="T0" fmla="*/ 76 w 76"/>
                <a:gd name="T1" fmla="*/ 0 h 229"/>
                <a:gd name="T2" fmla="*/ 40 w 76"/>
                <a:gd name="T3" fmla="*/ 64 h 229"/>
                <a:gd name="T4" fmla="*/ 64 w 76"/>
                <a:gd name="T5" fmla="*/ 203 h 229"/>
                <a:gd name="T6" fmla="*/ 0 w 76"/>
                <a:gd name="T7" fmla="*/ 219 h 2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6"/>
                <a:gd name="T13" fmla="*/ 0 h 229"/>
                <a:gd name="T14" fmla="*/ 76 w 76"/>
                <a:gd name="T15" fmla="*/ 229 h 2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6" h="229">
                  <a:moveTo>
                    <a:pt x="76" y="0"/>
                  </a:moveTo>
                  <a:cubicBezTo>
                    <a:pt x="58" y="19"/>
                    <a:pt x="42" y="30"/>
                    <a:pt x="40" y="64"/>
                  </a:cubicBezTo>
                  <a:cubicBezTo>
                    <a:pt x="38" y="98"/>
                    <a:pt x="71" y="177"/>
                    <a:pt x="64" y="203"/>
                  </a:cubicBezTo>
                  <a:cubicBezTo>
                    <a:pt x="57" y="229"/>
                    <a:pt x="13" y="216"/>
                    <a:pt x="0" y="219"/>
                  </a:cubicBezTo>
                </a:path>
              </a:pathLst>
            </a:custGeom>
            <a:noFill/>
            <a:ln w="444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61" name="Freeform 33">
              <a:extLst>
                <a:ext uri="{FF2B5EF4-FFF2-40B4-BE49-F238E27FC236}">
                  <a16:creationId xmlns:a16="http://schemas.microsoft.com/office/drawing/2014/main" id="{D2F0B8B7-2070-4C2A-B4E5-11D5C266B0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6" y="1799"/>
              <a:ext cx="144" cy="265"/>
            </a:xfrm>
            <a:custGeom>
              <a:avLst/>
              <a:gdLst>
                <a:gd name="T0" fmla="*/ 144 w 144"/>
                <a:gd name="T1" fmla="*/ 61 h 265"/>
                <a:gd name="T2" fmla="*/ 72 w 144"/>
                <a:gd name="T3" fmla="*/ 29 h 265"/>
                <a:gd name="T4" fmla="*/ 64 w 144"/>
                <a:gd name="T5" fmla="*/ 237 h 265"/>
                <a:gd name="T6" fmla="*/ 0 w 144"/>
                <a:gd name="T7" fmla="*/ 197 h 26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4"/>
                <a:gd name="T13" fmla="*/ 0 h 265"/>
                <a:gd name="T14" fmla="*/ 144 w 144"/>
                <a:gd name="T15" fmla="*/ 265 h 26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4" h="265">
                  <a:moveTo>
                    <a:pt x="144" y="61"/>
                  </a:moveTo>
                  <a:cubicBezTo>
                    <a:pt x="131" y="56"/>
                    <a:pt x="85" y="0"/>
                    <a:pt x="72" y="29"/>
                  </a:cubicBezTo>
                  <a:cubicBezTo>
                    <a:pt x="59" y="58"/>
                    <a:pt x="76" y="209"/>
                    <a:pt x="64" y="237"/>
                  </a:cubicBezTo>
                  <a:cubicBezTo>
                    <a:pt x="52" y="265"/>
                    <a:pt x="13" y="205"/>
                    <a:pt x="0" y="197"/>
                  </a:cubicBezTo>
                </a:path>
              </a:pathLst>
            </a:custGeom>
            <a:noFill/>
            <a:ln w="444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62" name="Freeform 34">
              <a:extLst>
                <a:ext uri="{FF2B5EF4-FFF2-40B4-BE49-F238E27FC236}">
                  <a16:creationId xmlns:a16="http://schemas.microsoft.com/office/drawing/2014/main" id="{94C5EC01-26F0-4710-9D84-DB39EB9A441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6" y="1713"/>
              <a:ext cx="160" cy="250"/>
            </a:xfrm>
            <a:custGeom>
              <a:avLst/>
              <a:gdLst>
                <a:gd name="T0" fmla="*/ 160 w 160"/>
                <a:gd name="T1" fmla="*/ 67 h 250"/>
                <a:gd name="T2" fmla="*/ 120 w 160"/>
                <a:gd name="T3" fmla="*/ 27 h 250"/>
                <a:gd name="T4" fmla="*/ 56 w 160"/>
                <a:gd name="T5" fmla="*/ 227 h 250"/>
                <a:gd name="T6" fmla="*/ 0 w 160"/>
                <a:gd name="T7" fmla="*/ 163 h 2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0"/>
                <a:gd name="T13" fmla="*/ 0 h 250"/>
                <a:gd name="T14" fmla="*/ 160 w 160"/>
                <a:gd name="T15" fmla="*/ 250 h 2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0" h="250">
                  <a:moveTo>
                    <a:pt x="160" y="67"/>
                  </a:moveTo>
                  <a:cubicBezTo>
                    <a:pt x="152" y="60"/>
                    <a:pt x="137" y="0"/>
                    <a:pt x="120" y="27"/>
                  </a:cubicBezTo>
                  <a:cubicBezTo>
                    <a:pt x="103" y="54"/>
                    <a:pt x="76" y="204"/>
                    <a:pt x="56" y="227"/>
                  </a:cubicBezTo>
                  <a:cubicBezTo>
                    <a:pt x="36" y="250"/>
                    <a:pt x="12" y="176"/>
                    <a:pt x="0" y="163"/>
                  </a:cubicBezTo>
                </a:path>
              </a:pathLst>
            </a:custGeom>
            <a:noFill/>
            <a:ln w="444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63" name="Freeform 35">
              <a:extLst>
                <a:ext uri="{FF2B5EF4-FFF2-40B4-BE49-F238E27FC236}">
                  <a16:creationId xmlns:a16="http://schemas.microsoft.com/office/drawing/2014/main" id="{25DBCEBE-3F88-4921-9043-9BFF9845AE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9" y="626"/>
              <a:ext cx="104" cy="277"/>
            </a:xfrm>
            <a:custGeom>
              <a:avLst/>
              <a:gdLst>
                <a:gd name="T0" fmla="*/ 104 w 104"/>
                <a:gd name="T1" fmla="*/ 49 h 277"/>
                <a:gd name="T2" fmla="*/ 48 w 104"/>
                <a:gd name="T3" fmla="*/ 33 h 277"/>
                <a:gd name="T4" fmla="*/ 64 w 104"/>
                <a:gd name="T5" fmla="*/ 249 h 277"/>
                <a:gd name="T6" fmla="*/ 0 w 104"/>
                <a:gd name="T7" fmla="*/ 201 h 27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4"/>
                <a:gd name="T13" fmla="*/ 0 h 277"/>
                <a:gd name="T14" fmla="*/ 104 w 104"/>
                <a:gd name="T15" fmla="*/ 277 h 27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4" h="277">
                  <a:moveTo>
                    <a:pt x="104" y="49"/>
                  </a:moveTo>
                  <a:cubicBezTo>
                    <a:pt x="95" y="48"/>
                    <a:pt x="55" y="0"/>
                    <a:pt x="48" y="33"/>
                  </a:cubicBezTo>
                  <a:cubicBezTo>
                    <a:pt x="41" y="66"/>
                    <a:pt x="72" y="221"/>
                    <a:pt x="64" y="249"/>
                  </a:cubicBezTo>
                  <a:cubicBezTo>
                    <a:pt x="56" y="277"/>
                    <a:pt x="13" y="211"/>
                    <a:pt x="0" y="201"/>
                  </a:cubicBezTo>
                </a:path>
              </a:pathLst>
            </a:custGeom>
            <a:noFill/>
            <a:ln w="444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64" name="Line 36">
              <a:extLst>
                <a:ext uri="{FF2B5EF4-FFF2-40B4-BE49-F238E27FC236}">
                  <a16:creationId xmlns:a16="http://schemas.microsoft.com/office/drawing/2014/main" id="{CBE6E648-29E9-4719-9A15-3B3CAD1E24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99" y="260"/>
              <a:ext cx="0" cy="384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65" name="Line 37">
              <a:extLst>
                <a:ext uri="{FF2B5EF4-FFF2-40B4-BE49-F238E27FC236}">
                  <a16:creationId xmlns:a16="http://schemas.microsoft.com/office/drawing/2014/main" id="{3F249DB4-74DC-4A3D-99AF-2930DB5458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7" y="260"/>
              <a:ext cx="0" cy="576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66" name="Freeform 38">
              <a:extLst>
                <a:ext uri="{FF2B5EF4-FFF2-40B4-BE49-F238E27FC236}">
                  <a16:creationId xmlns:a16="http://schemas.microsoft.com/office/drawing/2014/main" id="{B4428B69-A5E9-4305-A4A8-DEB8D1FB96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2" y="1804"/>
              <a:ext cx="96" cy="208"/>
            </a:xfrm>
            <a:custGeom>
              <a:avLst/>
              <a:gdLst>
                <a:gd name="T0" fmla="*/ 60 w 96"/>
                <a:gd name="T1" fmla="*/ 0 h 208"/>
                <a:gd name="T2" fmla="*/ 4 w 96"/>
                <a:gd name="T3" fmla="*/ 64 h 208"/>
                <a:gd name="T4" fmla="*/ 83 w 96"/>
                <a:gd name="T5" fmla="*/ 136 h 208"/>
                <a:gd name="T6" fmla="*/ 84 w 96"/>
                <a:gd name="T7" fmla="*/ 176 h 208"/>
                <a:gd name="T8" fmla="*/ 44 w 96"/>
                <a:gd name="T9" fmla="*/ 208 h 20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6"/>
                <a:gd name="T16" fmla="*/ 0 h 208"/>
                <a:gd name="T17" fmla="*/ 96 w 96"/>
                <a:gd name="T18" fmla="*/ 208 h 20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6" h="208">
                  <a:moveTo>
                    <a:pt x="60" y="0"/>
                  </a:moveTo>
                  <a:cubicBezTo>
                    <a:pt x="51" y="12"/>
                    <a:pt x="0" y="41"/>
                    <a:pt x="4" y="64"/>
                  </a:cubicBezTo>
                  <a:cubicBezTo>
                    <a:pt x="8" y="87"/>
                    <a:pt x="70" y="117"/>
                    <a:pt x="83" y="136"/>
                  </a:cubicBezTo>
                  <a:cubicBezTo>
                    <a:pt x="96" y="155"/>
                    <a:pt x="90" y="164"/>
                    <a:pt x="84" y="176"/>
                  </a:cubicBezTo>
                  <a:cubicBezTo>
                    <a:pt x="78" y="188"/>
                    <a:pt x="52" y="201"/>
                    <a:pt x="44" y="208"/>
                  </a:cubicBezTo>
                </a:path>
              </a:pathLst>
            </a:custGeom>
            <a:noFill/>
            <a:ln w="444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67" name="Freeform 39">
              <a:extLst>
                <a:ext uri="{FF2B5EF4-FFF2-40B4-BE49-F238E27FC236}">
                  <a16:creationId xmlns:a16="http://schemas.microsoft.com/office/drawing/2014/main" id="{AF09D17E-6903-45BB-BB59-0C601015FB86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9" y="1436"/>
              <a:ext cx="258" cy="152"/>
            </a:xfrm>
            <a:custGeom>
              <a:avLst/>
              <a:gdLst>
                <a:gd name="T0" fmla="*/ 53 w 258"/>
                <a:gd name="T1" fmla="*/ 0 h 152"/>
                <a:gd name="T2" fmla="*/ 29 w 258"/>
                <a:gd name="T3" fmla="*/ 48 h 152"/>
                <a:gd name="T4" fmla="*/ 229 w 258"/>
                <a:gd name="T5" fmla="*/ 104 h 152"/>
                <a:gd name="T6" fmla="*/ 205 w 258"/>
                <a:gd name="T7" fmla="*/ 152 h 15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58"/>
                <a:gd name="T13" fmla="*/ 0 h 152"/>
                <a:gd name="T14" fmla="*/ 258 w 258"/>
                <a:gd name="T15" fmla="*/ 152 h 15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58" h="152">
                  <a:moveTo>
                    <a:pt x="53" y="0"/>
                  </a:moveTo>
                  <a:cubicBezTo>
                    <a:pt x="48" y="8"/>
                    <a:pt x="0" y="31"/>
                    <a:pt x="29" y="48"/>
                  </a:cubicBezTo>
                  <a:cubicBezTo>
                    <a:pt x="58" y="65"/>
                    <a:pt x="200" y="87"/>
                    <a:pt x="229" y="104"/>
                  </a:cubicBezTo>
                  <a:cubicBezTo>
                    <a:pt x="258" y="121"/>
                    <a:pt x="210" y="142"/>
                    <a:pt x="205" y="152"/>
                  </a:cubicBezTo>
                </a:path>
              </a:pathLst>
            </a:custGeom>
            <a:noFill/>
            <a:ln w="444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6668" name="Group 40">
              <a:extLst>
                <a:ext uri="{FF2B5EF4-FFF2-40B4-BE49-F238E27FC236}">
                  <a16:creationId xmlns:a16="http://schemas.microsoft.com/office/drawing/2014/main" id="{91F94388-A0C3-4FDE-9E27-3C9957FE0F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87" y="1326"/>
              <a:ext cx="416" cy="528"/>
              <a:chOff x="4512" y="1200"/>
              <a:chExt cx="416" cy="528"/>
            </a:xfrm>
          </p:grpSpPr>
          <p:sp>
            <p:nvSpPr>
              <p:cNvPr id="26676" name="Line 41">
                <a:extLst>
                  <a:ext uri="{FF2B5EF4-FFF2-40B4-BE49-F238E27FC236}">
                    <a16:creationId xmlns:a16="http://schemas.microsoft.com/office/drawing/2014/main" id="{925F1391-6110-4750-8FA4-4BE1222FF5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512" y="1200"/>
                <a:ext cx="384" cy="52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6677" name="Object 6">
                <a:extLst>
                  <a:ext uri="{FF2B5EF4-FFF2-40B4-BE49-F238E27FC236}">
                    <a16:creationId xmlns:a16="http://schemas.microsoft.com/office/drawing/2014/main" id="{090570C1-839C-4AC3-A0CA-6DEFC9A8ED6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704" y="1440"/>
              <a:ext cx="224" cy="24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720" name="公式" r:id="rId12" imgW="152268" imgH="164957" progId="Equation.3">
                      <p:embed/>
                    </p:oleObj>
                  </mc:Choice>
                  <mc:Fallback>
                    <p:oleObj name="公式" r:id="rId12" imgW="152268" imgH="164957" progId="Equation.3">
                      <p:embed/>
                      <p:pic>
                        <p:nvPicPr>
                          <p:cNvPr id="0" name="Object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04" y="1440"/>
                            <a:ext cx="224" cy="24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6669" name="Object 4">
              <a:extLst>
                <a:ext uri="{FF2B5EF4-FFF2-40B4-BE49-F238E27FC236}">
                  <a16:creationId xmlns:a16="http://schemas.microsoft.com/office/drawing/2014/main" id="{AAF1AFC2-9A56-4B94-BB93-2CEFBA1D106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20" y="399"/>
            <a:ext cx="187" cy="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721" name="公式" r:id="rId14" imgW="126780" imgH="164814" progId="Equation.3">
                    <p:embed/>
                  </p:oleObj>
                </mc:Choice>
                <mc:Fallback>
                  <p:oleObj name="公式" r:id="rId14" imgW="126780" imgH="164814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0" y="399"/>
                          <a:ext cx="187" cy="2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70" name="Object 5">
              <a:extLst>
                <a:ext uri="{FF2B5EF4-FFF2-40B4-BE49-F238E27FC236}">
                  <a16:creationId xmlns:a16="http://schemas.microsoft.com/office/drawing/2014/main" id="{412337A8-1D40-469F-9FBE-0D8AAB30308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96" y="288"/>
            <a:ext cx="187" cy="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722" name="公式" r:id="rId16" imgW="126780" imgH="164814" progId="Equation.3">
                    <p:embed/>
                  </p:oleObj>
                </mc:Choice>
                <mc:Fallback>
                  <p:oleObj name="公式" r:id="rId16" imgW="126780" imgH="164814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96" y="288"/>
                          <a:ext cx="187" cy="2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71" name="Line 45">
              <a:extLst>
                <a:ext uri="{FF2B5EF4-FFF2-40B4-BE49-F238E27FC236}">
                  <a16:creationId xmlns:a16="http://schemas.microsoft.com/office/drawing/2014/main" id="{DD7347C4-CCCF-4ABF-95D5-F5A7078254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27" y="303"/>
              <a:ext cx="0" cy="240"/>
            </a:xfrm>
            <a:prstGeom prst="line">
              <a:avLst/>
            </a:prstGeom>
            <a:noFill/>
            <a:ln w="41275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72" name="Line 46">
              <a:extLst>
                <a:ext uri="{FF2B5EF4-FFF2-40B4-BE49-F238E27FC236}">
                  <a16:creationId xmlns:a16="http://schemas.microsoft.com/office/drawing/2014/main" id="{BF81A272-92DA-4AFF-A914-A89025EA60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97" y="303"/>
              <a:ext cx="0" cy="240"/>
            </a:xfrm>
            <a:prstGeom prst="line">
              <a:avLst/>
            </a:prstGeom>
            <a:noFill/>
            <a:ln w="41275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73" name="Line 47">
              <a:extLst>
                <a:ext uri="{FF2B5EF4-FFF2-40B4-BE49-F238E27FC236}">
                  <a16:creationId xmlns:a16="http://schemas.microsoft.com/office/drawing/2014/main" id="{055412A3-B756-4365-8331-C4D3BD5E5E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8" y="642"/>
              <a:ext cx="0" cy="170"/>
            </a:xfrm>
            <a:prstGeom prst="line">
              <a:avLst/>
            </a:prstGeom>
            <a:noFill/>
            <a:ln w="41275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74" name="Line 48">
              <a:extLst>
                <a:ext uri="{FF2B5EF4-FFF2-40B4-BE49-F238E27FC236}">
                  <a16:creationId xmlns:a16="http://schemas.microsoft.com/office/drawing/2014/main" id="{DCE735F0-4139-4895-AB44-791E4E1A26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624"/>
              <a:ext cx="0" cy="170"/>
            </a:xfrm>
            <a:prstGeom prst="line">
              <a:avLst/>
            </a:prstGeom>
            <a:noFill/>
            <a:ln w="41275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75" name="Rectangle 49">
              <a:extLst>
                <a:ext uri="{FF2B5EF4-FFF2-40B4-BE49-F238E27FC236}">
                  <a16:creationId xmlns:a16="http://schemas.microsoft.com/office/drawing/2014/main" id="{11893EA9-46E5-44B0-81C3-981C3099C4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8" y="622"/>
              <a:ext cx="147" cy="2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26645" name="Text Box 50">
            <a:extLst>
              <a:ext uri="{FF2B5EF4-FFF2-40B4-BE49-F238E27FC236}">
                <a16:creationId xmlns:a16="http://schemas.microsoft.com/office/drawing/2014/main" id="{23316152-CEAC-4B8A-B132-C4ED7AE34E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6825" y="3860800"/>
            <a:ext cx="52943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在螺绕环磁隙</a:t>
            </a:r>
            <a:r>
              <a:rPr lang="zh-CN" altLang="zh-CN" sz="2800" b="1"/>
              <a:t>处测量</a:t>
            </a:r>
          </a:p>
        </p:txBody>
      </p:sp>
      <p:grpSp>
        <p:nvGrpSpPr>
          <p:cNvPr id="6" name="Group 51">
            <a:extLst>
              <a:ext uri="{FF2B5EF4-FFF2-40B4-BE49-F238E27FC236}">
                <a16:creationId xmlns:a16="http://schemas.microsoft.com/office/drawing/2014/main" id="{1BFC5258-8D65-4F0C-A2D6-C76680AD011F}"/>
              </a:ext>
            </a:extLst>
          </p:cNvPr>
          <p:cNvGrpSpPr>
            <a:grpSpLocks/>
          </p:cNvGrpSpPr>
          <p:nvPr/>
        </p:nvGrpSpPr>
        <p:grpSpPr bwMode="auto">
          <a:xfrm>
            <a:off x="2159000" y="5337175"/>
            <a:ext cx="4860925" cy="539750"/>
            <a:chOff x="1632" y="2909"/>
            <a:chExt cx="3062" cy="340"/>
          </a:xfrm>
        </p:grpSpPr>
        <p:graphicFrame>
          <p:nvGraphicFramePr>
            <p:cNvPr id="5" name="Object 3">
              <a:extLst>
                <a:ext uri="{FF2B5EF4-FFF2-40B4-BE49-F238E27FC236}">
                  <a16:creationId xmlns:a16="http://schemas.microsoft.com/office/drawing/2014/main" id="{A6FDE914-A756-4965-99E9-25343699BC9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66" y="2929"/>
            <a:ext cx="810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723" name="Equation" r:id="rId17" imgW="1117115" imgH="444307" progId="Equation.3">
                    <p:embed/>
                  </p:oleObj>
                </mc:Choice>
                <mc:Fallback>
                  <p:oleObj name="Equation" r:id="rId17" imgW="1117115" imgH="444307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66" y="2929"/>
                          <a:ext cx="810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46" name="Text Box 53">
              <a:extLst>
                <a:ext uri="{FF2B5EF4-FFF2-40B4-BE49-F238E27FC236}">
                  <a16:creationId xmlns:a16="http://schemas.microsoft.com/office/drawing/2014/main" id="{0E0027DB-2545-4D85-A23A-32276A10ED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2909"/>
              <a:ext cx="152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/>
                <a:t>得出</a:t>
              </a:r>
            </a:p>
          </p:txBody>
        </p:sp>
        <p:sp>
          <p:nvSpPr>
            <p:cNvPr id="26647" name="Text Box 54">
              <a:extLst>
                <a:ext uri="{FF2B5EF4-FFF2-40B4-BE49-F238E27FC236}">
                  <a16:creationId xmlns:a16="http://schemas.microsoft.com/office/drawing/2014/main" id="{2856C9AE-1861-4C64-B26B-A03F8974AA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2918"/>
              <a:ext cx="181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/>
                <a:t>曲线</a:t>
              </a:r>
            </a:p>
          </p:txBody>
        </p:sp>
      </p:grpSp>
      <p:grpSp>
        <p:nvGrpSpPr>
          <p:cNvPr id="7" name="组合 57">
            <a:extLst>
              <a:ext uri="{FF2B5EF4-FFF2-40B4-BE49-F238E27FC236}">
                <a16:creationId xmlns:a16="http://schemas.microsoft.com/office/drawing/2014/main" id="{EE9D21FD-873C-4A5C-9977-DE109197CB86}"/>
              </a:ext>
            </a:extLst>
          </p:cNvPr>
          <p:cNvGrpSpPr>
            <a:grpSpLocks/>
          </p:cNvGrpSpPr>
          <p:nvPr/>
        </p:nvGrpSpPr>
        <p:grpSpPr bwMode="auto">
          <a:xfrm>
            <a:off x="0" y="5029200"/>
            <a:ext cx="8928100" cy="1571625"/>
            <a:chOff x="0" y="5029200"/>
            <a:chExt cx="8928100" cy="1571625"/>
          </a:xfrm>
        </p:grpSpPr>
        <p:sp>
          <p:nvSpPr>
            <p:cNvPr id="26641" name="Text Box 15">
              <a:extLst>
                <a:ext uri="{FF2B5EF4-FFF2-40B4-BE49-F238E27FC236}">
                  <a16:creationId xmlns:a16="http://schemas.microsoft.com/office/drawing/2014/main" id="{85B8EBF2-C8A2-44A7-BE77-B65B134738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063" y="6021388"/>
              <a:ext cx="7920037" cy="579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① </a:t>
              </a:r>
              <a:r>
                <a:rPr lang="zh-CN" alt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铁磁质的</a:t>
              </a:r>
              <a:r>
                <a:rPr lang="zh-CN" altLang="en-US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</a:t>
              </a:r>
              <a:r>
                <a:rPr lang="en-US" altLang="zh-CN" sz="3600" b="1" i="1" baseline="-2500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r</a:t>
              </a:r>
              <a:r>
                <a:rPr lang="zh-CN" alt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不是个常数</a:t>
              </a:r>
              <a:r>
                <a:rPr lang="en-US" altLang="zh-CN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zh-CN" alt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它是</a:t>
              </a:r>
              <a:r>
                <a:rPr lang="en-US" altLang="zh-CN" sz="28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 </a:t>
              </a:r>
              <a:r>
                <a:rPr lang="zh-CN" alt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的函数。</a:t>
              </a:r>
            </a:p>
          </p:txBody>
        </p:sp>
        <p:grpSp>
          <p:nvGrpSpPr>
            <p:cNvPr id="26642" name="组合 56">
              <a:extLst>
                <a:ext uri="{FF2B5EF4-FFF2-40B4-BE49-F238E27FC236}">
                  <a16:creationId xmlns:a16="http://schemas.microsoft.com/office/drawing/2014/main" id="{88906533-8717-40AB-B652-93CF8155F6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5029200"/>
              <a:ext cx="3367088" cy="838200"/>
              <a:chOff x="0" y="5029200"/>
              <a:chExt cx="3367088" cy="838200"/>
            </a:xfrm>
          </p:grpSpPr>
          <p:sp>
            <p:nvSpPr>
              <p:cNvPr id="26643" name="AutoShape 18">
                <a:extLst>
                  <a:ext uri="{FF2B5EF4-FFF2-40B4-BE49-F238E27FC236}">
                    <a16:creationId xmlns:a16="http://schemas.microsoft.com/office/drawing/2014/main" id="{752E03DA-FF8F-4F3A-9D9D-60FC65C6A8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5029200"/>
                <a:ext cx="2051050" cy="838200"/>
              </a:xfrm>
              <a:prstGeom prst="cloudCallout">
                <a:avLst>
                  <a:gd name="adj1" fmla="val -8125"/>
                  <a:gd name="adj2" fmla="val 96403"/>
                </a:avLst>
              </a:prstGeom>
              <a:solidFill>
                <a:schemeClr val="bg1"/>
              </a:solidFill>
              <a:ln w="28575">
                <a:solidFill>
                  <a:srgbClr val="FF0000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zh-CN" sz="3600" b="1">
                  <a:solidFill>
                    <a:srgbClr val="FF0000"/>
                  </a:solidFill>
                  <a:ea typeface="隶书" panose="02010509060101010101" pitchFamily="49" charset="-122"/>
                </a:endParaRPr>
              </a:p>
            </p:txBody>
          </p:sp>
          <p:sp>
            <p:nvSpPr>
              <p:cNvPr id="26644" name="Text Box 56">
                <a:extLst>
                  <a:ext uri="{FF2B5EF4-FFF2-40B4-BE49-F238E27FC236}">
                    <a16:creationId xmlns:a16="http://schemas.microsoft.com/office/drawing/2014/main" id="{D5D54251-10DC-4705-A8F3-CFE967B4A9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5288" y="5084763"/>
                <a:ext cx="2971800" cy="6413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3600" b="1">
                    <a:solidFill>
                      <a:srgbClr val="FF0000"/>
                    </a:solidFill>
                    <a:ea typeface="隶书" panose="02010509060101010101" pitchFamily="49" charset="-122"/>
                  </a:rPr>
                  <a:t>结论</a:t>
                </a:r>
              </a:p>
            </p:txBody>
          </p:sp>
        </p:grpSp>
      </p:grpSp>
      <p:sp>
        <p:nvSpPr>
          <p:cNvPr id="26639" name="Text Box 75">
            <a:extLst>
              <a:ext uri="{FF2B5EF4-FFF2-40B4-BE49-F238E27FC236}">
                <a16:creationId xmlns:a16="http://schemas.microsoft.com/office/drawing/2014/main" id="{2DD8DC11-18E6-4954-8228-A1E7E16774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4100" y="6440488"/>
            <a:ext cx="4159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r>
          </a:p>
        </p:txBody>
      </p:sp>
      <p:sp>
        <p:nvSpPr>
          <p:cNvPr id="26640" name="灯片编号占位符 4">
            <a:extLst>
              <a:ext uri="{FF2B5EF4-FFF2-40B4-BE49-F238E27FC236}">
                <a16:creationId xmlns:a16="http://schemas.microsoft.com/office/drawing/2014/main" id="{F1423D14-758C-49A4-8056-9F5F12291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62D9983-758C-40D7-B9F2-25BC3EBCEE8A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zh-CN" sz="1400"/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7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76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76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6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6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66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66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9" grpId="0"/>
      <p:bldP spid="26637" grpId="0"/>
      <p:bldP spid="27666" grpId="0"/>
      <p:bldP spid="2664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5" name="Text Box 3">
            <a:extLst>
              <a:ext uri="{FF2B5EF4-FFF2-40B4-BE49-F238E27FC236}">
                <a16:creationId xmlns:a16="http://schemas.microsoft.com/office/drawing/2014/main" id="{E86250CF-6D7E-49F3-B164-D5F2881870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5713" y="3063875"/>
            <a:ext cx="6592887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i="1"/>
              <a:t>B</a:t>
            </a:r>
            <a:r>
              <a:rPr lang="zh-CN" altLang="en-US" sz="2800" b="1"/>
              <a:t>的变化落后于</a:t>
            </a:r>
            <a:r>
              <a:rPr lang="en-US" altLang="en-US" sz="2800" b="1" i="1"/>
              <a:t>H</a:t>
            </a:r>
            <a:r>
              <a:rPr lang="zh-CN" altLang="en-US" sz="2800" b="1"/>
              <a:t>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从而具有剩磁</a:t>
            </a:r>
            <a:r>
              <a:rPr lang="en-US" altLang="zh-CN" sz="2800" b="1">
                <a:solidFill>
                  <a:srgbClr val="FF0000"/>
                </a:solidFill>
              </a:rPr>
              <a:t>——</a:t>
            </a: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磁滞效应</a:t>
            </a:r>
          </a:p>
        </p:txBody>
      </p:sp>
      <p:sp>
        <p:nvSpPr>
          <p:cNvPr id="228356" name="Text Box 4">
            <a:extLst>
              <a:ext uri="{FF2B5EF4-FFF2-40B4-BE49-F238E27FC236}">
                <a16:creationId xmlns:a16="http://schemas.microsoft.com/office/drawing/2014/main" id="{10B5941A-71CD-46FB-ADB8-D633FF21CB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2400" y="4021138"/>
            <a:ext cx="74437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ea typeface="黑体" panose="02010609060101010101" pitchFamily="49" charset="-122"/>
              </a:rPr>
              <a:t>每个</a:t>
            </a:r>
            <a:r>
              <a:rPr lang="en-US" altLang="zh-CN" sz="2800" b="1" i="1">
                <a:ea typeface="黑体" panose="02010609060101010101" pitchFamily="49" charset="-122"/>
              </a:rPr>
              <a:t>H</a:t>
            </a:r>
            <a:r>
              <a:rPr lang="en-US" altLang="zh-CN" sz="2800" b="1">
                <a:ea typeface="黑体" panose="02010609060101010101" pitchFamily="49" charset="-122"/>
              </a:rPr>
              <a:t> </a:t>
            </a:r>
            <a:r>
              <a:rPr lang="zh-CN" altLang="en-US" sz="2800" b="1">
                <a:ea typeface="黑体" panose="02010609060101010101" pitchFamily="49" charset="-122"/>
              </a:rPr>
              <a:t>对应不同的</a:t>
            </a:r>
            <a:r>
              <a:rPr lang="en-US" altLang="zh-CN" sz="2800" b="1" i="1">
                <a:ea typeface="黑体" panose="02010609060101010101" pitchFamily="49" charset="-122"/>
              </a:rPr>
              <a:t>B </a:t>
            </a:r>
            <a:r>
              <a:rPr lang="zh-CN" altLang="en-US" sz="2800" b="1">
                <a:ea typeface="黑体" panose="02010609060101010101" pitchFamily="49" charset="-122"/>
              </a:rPr>
              <a:t>与磁化的历史有关</a:t>
            </a:r>
          </a:p>
        </p:txBody>
      </p:sp>
      <p:sp>
        <p:nvSpPr>
          <p:cNvPr id="228357" name="Text Box 5">
            <a:extLst>
              <a:ext uri="{FF2B5EF4-FFF2-40B4-BE49-F238E27FC236}">
                <a16:creationId xmlns:a16="http://schemas.microsoft.com/office/drawing/2014/main" id="{A7B858B7-1FE4-45ED-8099-86E7C59919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325" y="1079500"/>
            <a:ext cx="42386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/>
              <a:t>1</a:t>
            </a:r>
            <a:r>
              <a:rPr lang="en-US" altLang="zh-CN" sz="2800" b="1">
                <a:cs typeface="Times New Roman" panose="02020603050405020304" pitchFamily="18" charset="0"/>
              </a:rPr>
              <a:t>º</a:t>
            </a:r>
            <a:r>
              <a:rPr lang="en-US" altLang="zh-CN" sz="2800" b="1"/>
              <a:t> </a:t>
            </a:r>
            <a:r>
              <a:rPr lang="zh-CN" altLang="en-US" sz="2800" b="1">
                <a:ea typeface="黑体" panose="02010609060101010101" pitchFamily="49" charset="-122"/>
              </a:rPr>
              <a:t>起始磁化曲线</a:t>
            </a:r>
            <a:endParaRPr lang="zh-CN" altLang="en-US" sz="2800" b="1" baseline="-25000">
              <a:ea typeface="黑体" panose="02010609060101010101" pitchFamily="49" charset="-122"/>
            </a:endParaRPr>
          </a:p>
        </p:txBody>
      </p:sp>
      <p:sp>
        <p:nvSpPr>
          <p:cNvPr id="228358" name="Text Box 6">
            <a:extLst>
              <a:ext uri="{FF2B5EF4-FFF2-40B4-BE49-F238E27FC236}">
                <a16:creationId xmlns:a16="http://schemas.microsoft.com/office/drawing/2014/main" id="{4B912289-C868-4D83-9D70-FB0E87B6E2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7738" y="1993900"/>
            <a:ext cx="3048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/>
              <a:t>2º</a:t>
            </a:r>
            <a:r>
              <a:rPr lang="en-US" altLang="zh-CN" sz="2800"/>
              <a:t> </a:t>
            </a:r>
            <a:r>
              <a:rPr lang="zh-CN" altLang="en-US" sz="2800" b="1">
                <a:ea typeface="黑体" panose="02010609060101010101" pitchFamily="49" charset="-122"/>
              </a:rPr>
              <a:t>剩磁</a:t>
            </a:r>
            <a:r>
              <a:rPr lang="en-US" altLang="zh-CN" sz="2800" b="1" i="1"/>
              <a:t>B</a:t>
            </a:r>
            <a:r>
              <a:rPr lang="en-US" altLang="zh-CN" b="1" i="1" baseline="-25000"/>
              <a:t>r</a:t>
            </a:r>
          </a:p>
        </p:txBody>
      </p:sp>
      <p:sp>
        <p:nvSpPr>
          <p:cNvPr id="228359" name="Text Box 7">
            <a:extLst>
              <a:ext uri="{FF2B5EF4-FFF2-40B4-BE49-F238E27FC236}">
                <a16:creationId xmlns:a16="http://schemas.microsoft.com/office/drawing/2014/main" id="{040C727B-0EED-46E9-A655-AD99D66D73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9713" y="1536700"/>
            <a:ext cx="37830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饱和磁感应强度</a:t>
            </a:r>
            <a:r>
              <a:rPr lang="en-US" altLang="zh-CN" sz="2800" b="1" i="1"/>
              <a:t>B</a:t>
            </a:r>
            <a:r>
              <a:rPr lang="en-US" altLang="zh-CN" sz="2800" b="1" i="1" baseline="-25000"/>
              <a:t>S</a:t>
            </a:r>
          </a:p>
        </p:txBody>
      </p:sp>
      <p:sp>
        <p:nvSpPr>
          <p:cNvPr id="228360" name="Text Box 8">
            <a:extLst>
              <a:ext uri="{FF2B5EF4-FFF2-40B4-BE49-F238E27FC236}">
                <a16:creationId xmlns:a16="http://schemas.microsoft.com/office/drawing/2014/main" id="{9A97AF6A-9FF5-49EF-8969-83D94F596D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4725" y="2544763"/>
            <a:ext cx="2876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/>
              <a:t>3º</a:t>
            </a:r>
            <a:r>
              <a:rPr lang="en-US" altLang="zh-CN" sz="2400"/>
              <a:t> </a:t>
            </a:r>
            <a:r>
              <a:rPr lang="zh-CN" altLang="en-US" sz="2800" b="1">
                <a:ea typeface="黑体" panose="02010609060101010101" pitchFamily="49" charset="-122"/>
              </a:rPr>
              <a:t>矫顽力</a:t>
            </a:r>
            <a:r>
              <a:rPr lang="en-US" altLang="zh-CN" sz="2800" b="1" i="1"/>
              <a:t>H</a:t>
            </a:r>
            <a:r>
              <a:rPr lang="en-US" altLang="zh-CN" b="1" i="1" baseline="-25000"/>
              <a:t>c</a:t>
            </a:r>
          </a:p>
        </p:txBody>
      </p:sp>
      <p:sp>
        <p:nvSpPr>
          <p:cNvPr id="228361" name="Text Box 9">
            <a:extLst>
              <a:ext uri="{FF2B5EF4-FFF2-40B4-BE49-F238E27FC236}">
                <a16:creationId xmlns:a16="http://schemas.microsoft.com/office/drawing/2014/main" id="{5D1A2610-5F21-4286-86B8-50F211BD60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5825" y="508000"/>
            <a:ext cx="335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</a:rPr>
              <a:t>②</a:t>
            </a:r>
            <a:r>
              <a:rPr lang="zh-CN" altLang="en-US" sz="2800" b="1"/>
              <a:t>磁滞回线</a:t>
            </a:r>
          </a:p>
        </p:txBody>
      </p:sp>
      <p:sp>
        <p:nvSpPr>
          <p:cNvPr id="228362" name="Text Box 10">
            <a:extLst>
              <a:ext uri="{FF2B5EF4-FFF2-40B4-BE49-F238E27FC236}">
                <a16:creationId xmlns:a16="http://schemas.microsoft.com/office/drawing/2014/main" id="{23FF79E3-0659-4444-B8FB-E51E308198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4678363"/>
            <a:ext cx="85471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</a:rPr>
              <a:t>③ </a:t>
            </a:r>
            <a:r>
              <a:rPr lang="zh-CN" altLang="en-US" sz="2800" b="1"/>
              <a:t>在交变电流的励磁下反复磁化使其温度升高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CC0000"/>
                </a:solidFill>
              </a:rPr>
              <a:t>                                                           </a:t>
            </a:r>
            <a:r>
              <a:rPr lang="en-US" altLang="zh-CN" sz="2800" b="1">
                <a:solidFill>
                  <a:srgbClr val="FF0000"/>
                </a:solidFill>
              </a:rPr>
              <a:t>——</a:t>
            </a: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磁滞损耗</a:t>
            </a:r>
          </a:p>
        </p:txBody>
      </p:sp>
      <p:graphicFrame>
        <p:nvGraphicFramePr>
          <p:cNvPr id="228363" name="Object 2">
            <a:extLst>
              <a:ext uri="{FF2B5EF4-FFF2-40B4-BE49-F238E27FC236}">
                <a16:creationId xmlns:a16="http://schemas.microsoft.com/office/drawing/2014/main" id="{9F31767E-969C-46FE-9770-B56AB35CCE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91250" y="544513"/>
          <a:ext cx="3175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13" name="Equation" r:id="rId3" imgW="317225" imgH="317225" progId="Equation.3">
                  <p:embed/>
                </p:oleObj>
              </mc:Choice>
              <mc:Fallback>
                <p:oleObj name="Equation" r:id="rId3" imgW="317225" imgH="317225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1250" y="544513"/>
                        <a:ext cx="3175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8364" name="Object 3">
            <a:extLst>
              <a:ext uri="{FF2B5EF4-FFF2-40B4-BE49-F238E27FC236}">
                <a16:creationId xmlns:a16="http://schemas.microsoft.com/office/drawing/2014/main" id="{88FC4E53-2EDE-443E-8105-9A52EEC027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22950" y="868363"/>
          <a:ext cx="431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14" name="Equation" r:id="rId5" imgW="431613" imgH="431613" progId="Equation.3">
                  <p:embed/>
                </p:oleObj>
              </mc:Choice>
              <mc:Fallback>
                <p:oleObj name="Equation" r:id="rId5" imgW="431613" imgH="431613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2950" y="868363"/>
                        <a:ext cx="4318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8365" name="Object 4">
            <a:extLst>
              <a:ext uri="{FF2B5EF4-FFF2-40B4-BE49-F238E27FC236}">
                <a16:creationId xmlns:a16="http://schemas.microsoft.com/office/drawing/2014/main" id="{A02DAE7F-245D-45CC-8ABC-F2322FB534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03825" y="1682750"/>
          <a:ext cx="555625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15" name="Equation" r:id="rId7" imgW="761669" imgH="444307" progId="Equation.3">
                  <p:embed/>
                </p:oleObj>
              </mc:Choice>
              <mc:Fallback>
                <p:oleObj name="Equation" r:id="rId7" imgW="761669" imgH="444307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3825" y="1682750"/>
                        <a:ext cx="555625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8366" name="Object 5">
            <a:extLst>
              <a:ext uri="{FF2B5EF4-FFF2-40B4-BE49-F238E27FC236}">
                <a16:creationId xmlns:a16="http://schemas.microsoft.com/office/drawing/2014/main" id="{FE449CB3-73AB-4CCA-BCB5-9248DC872F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23150" y="2271713"/>
          <a:ext cx="3937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16" name="Equation" r:id="rId9" imgW="393359" imgH="317225" progId="Equation.3">
                  <p:embed/>
                </p:oleObj>
              </mc:Choice>
              <mc:Fallback>
                <p:oleObj name="Equation" r:id="rId9" imgW="393359" imgH="31722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3150" y="2271713"/>
                        <a:ext cx="3937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8367" name="Object 6">
            <a:extLst>
              <a:ext uri="{FF2B5EF4-FFF2-40B4-BE49-F238E27FC236}">
                <a16:creationId xmlns:a16="http://schemas.microsoft.com/office/drawing/2014/main" id="{E4CA3F8B-919C-4193-AAA7-A0463A1A24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12050" y="862013"/>
          <a:ext cx="4445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17" name="Equation" r:id="rId11" imgW="431613" imgH="444307" progId="Equation.3">
                  <p:embed/>
                </p:oleObj>
              </mc:Choice>
              <mc:Fallback>
                <p:oleObj name="Equation" r:id="rId11" imgW="431613" imgH="444307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2050" y="862013"/>
                        <a:ext cx="4445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8368" name="Text Box 16">
            <a:extLst>
              <a:ext uri="{FF2B5EF4-FFF2-40B4-BE49-F238E27FC236}">
                <a16:creationId xmlns:a16="http://schemas.microsoft.com/office/drawing/2014/main" id="{1B386830-FD3C-45A5-8012-56DD256F54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0950" y="5573713"/>
            <a:ext cx="78930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磁滞损耗</a:t>
            </a:r>
            <a:r>
              <a:rPr lang="zh-CN" altLang="en-US" sz="2800" b="1"/>
              <a:t>与</a:t>
            </a:r>
            <a:r>
              <a:rPr lang="zh-CN" altLang="en-US" sz="2800" b="1">
                <a:solidFill>
                  <a:srgbClr val="FF0000"/>
                </a:solidFill>
              </a:rPr>
              <a:t>磁滞回线</a:t>
            </a:r>
            <a:r>
              <a:rPr lang="zh-CN" altLang="en-US" sz="2800" b="1"/>
              <a:t>所包围的面积成正比</a:t>
            </a:r>
          </a:p>
        </p:txBody>
      </p:sp>
      <p:grpSp>
        <p:nvGrpSpPr>
          <p:cNvPr id="2" name="Group 17">
            <a:extLst>
              <a:ext uri="{FF2B5EF4-FFF2-40B4-BE49-F238E27FC236}">
                <a16:creationId xmlns:a16="http://schemas.microsoft.com/office/drawing/2014/main" id="{CACFB88F-A80C-4433-AEB5-A323F25CCF94}"/>
              </a:ext>
            </a:extLst>
          </p:cNvPr>
          <p:cNvGrpSpPr>
            <a:grpSpLocks/>
          </p:cNvGrpSpPr>
          <p:nvPr/>
        </p:nvGrpSpPr>
        <p:grpSpPr bwMode="auto">
          <a:xfrm>
            <a:off x="5137150" y="862013"/>
            <a:ext cx="2590800" cy="2362200"/>
            <a:chOff x="3024" y="2496"/>
            <a:chExt cx="1632" cy="1488"/>
          </a:xfrm>
        </p:grpSpPr>
        <p:sp>
          <p:nvSpPr>
            <p:cNvPr id="27687" name="Line 18">
              <a:extLst>
                <a:ext uri="{FF2B5EF4-FFF2-40B4-BE49-F238E27FC236}">
                  <a16:creationId xmlns:a16="http://schemas.microsoft.com/office/drawing/2014/main" id="{A090344C-63BF-4110-B4C2-D6DCEFC3EF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3312"/>
              <a:ext cx="1632" cy="0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88" name="Line 19">
              <a:extLst>
                <a:ext uri="{FF2B5EF4-FFF2-40B4-BE49-F238E27FC236}">
                  <a16:creationId xmlns:a16="http://schemas.microsoft.com/office/drawing/2014/main" id="{4D1D37E0-54E3-451F-B9C7-56D360CE4A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92" y="2496"/>
              <a:ext cx="0" cy="1488"/>
            </a:xfrm>
            <a:prstGeom prst="line">
              <a:avLst/>
            </a:prstGeom>
            <a:noFill/>
            <a:ln w="41275">
              <a:solidFill>
                <a:srgbClr val="00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20">
            <a:extLst>
              <a:ext uri="{FF2B5EF4-FFF2-40B4-BE49-F238E27FC236}">
                <a16:creationId xmlns:a16="http://schemas.microsoft.com/office/drawing/2014/main" id="{4C22B499-714E-4AB5-80C3-4B1E4620C120}"/>
              </a:ext>
            </a:extLst>
          </p:cNvPr>
          <p:cNvGrpSpPr>
            <a:grpSpLocks/>
          </p:cNvGrpSpPr>
          <p:nvPr/>
        </p:nvGrpSpPr>
        <p:grpSpPr bwMode="auto">
          <a:xfrm>
            <a:off x="5435600" y="1020763"/>
            <a:ext cx="2071688" cy="2217737"/>
            <a:chOff x="4309" y="1026"/>
            <a:chExt cx="1248" cy="1357"/>
          </a:xfrm>
        </p:grpSpPr>
        <p:sp>
          <p:nvSpPr>
            <p:cNvPr id="27682" name="Freeform 21">
              <a:extLst>
                <a:ext uri="{FF2B5EF4-FFF2-40B4-BE49-F238E27FC236}">
                  <a16:creationId xmlns:a16="http://schemas.microsoft.com/office/drawing/2014/main" id="{929BA06A-6E20-47D0-A93C-0AEB8A5E46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9" y="1026"/>
              <a:ext cx="1248" cy="1357"/>
            </a:xfrm>
            <a:custGeom>
              <a:avLst/>
              <a:gdLst>
                <a:gd name="T0" fmla="*/ 9 w 1603"/>
                <a:gd name="T1" fmla="*/ 0 h 1941"/>
                <a:gd name="T2" fmla="*/ 7 w 1603"/>
                <a:gd name="T3" fmla="*/ 1 h 1941"/>
                <a:gd name="T4" fmla="*/ 4 w 1603"/>
                <a:gd name="T5" fmla="*/ 1 h 1941"/>
                <a:gd name="T6" fmla="*/ 0 w 1603"/>
                <a:gd name="T7" fmla="*/ 1 h 194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03"/>
                <a:gd name="T13" fmla="*/ 0 h 1941"/>
                <a:gd name="T14" fmla="*/ 1603 w 1603"/>
                <a:gd name="T15" fmla="*/ 1941 h 194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03" h="1941">
                  <a:moveTo>
                    <a:pt x="1603" y="0"/>
                  </a:moveTo>
                  <a:cubicBezTo>
                    <a:pt x="1487" y="44"/>
                    <a:pt x="1383" y="66"/>
                    <a:pt x="1267" y="336"/>
                  </a:cubicBezTo>
                  <a:cubicBezTo>
                    <a:pt x="1151" y="606"/>
                    <a:pt x="1120" y="1354"/>
                    <a:pt x="909" y="1621"/>
                  </a:cubicBezTo>
                  <a:cubicBezTo>
                    <a:pt x="698" y="1888"/>
                    <a:pt x="190" y="1874"/>
                    <a:pt x="0" y="1941"/>
                  </a:cubicBezTo>
                </a:path>
              </a:pathLst>
            </a:custGeom>
            <a:noFill/>
            <a:ln w="412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83" name="Freeform 22">
              <a:extLst>
                <a:ext uri="{FF2B5EF4-FFF2-40B4-BE49-F238E27FC236}">
                  <a16:creationId xmlns:a16="http://schemas.microsoft.com/office/drawing/2014/main" id="{5C4391DF-0142-4410-965D-D6D10980411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5" y="2024"/>
              <a:ext cx="98" cy="83"/>
            </a:xfrm>
            <a:custGeom>
              <a:avLst/>
              <a:gdLst>
                <a:gd name="T0" fmla="*/ 46486 w 72"/>
                <a:gd name="T1" fmla="*/ 0 h 60"/>
                <a:gd name="T2" fmla="*/ 0 w 72"/>
                <a:gd name="T3" fmla="*/ 54698 h 60"/>
                <a:gd name="T4" fmla="*/ 0 60000 65536"/>
                <a:gd name="T5" fmla="*/ 0 60000 65536"/>
                <a:gd name="T6" fmla="*/ 0 w 72"/>
                <a:gd name="T7" fmla="*/ 0 h 60"/>
                <a:gd name="T8" fmla="*/ 72 w 72"/>
                <a:gd name="T9" fmla="*/ 60 h 6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2" h="60">
                  <a:moveTo>
                    <a:pt x="72" y="0"/>
                  </a:moveTo>
                  <a:lnTo>
                    <a:pt x="0" y="60"/>
                  </a:lnTo>
                </a:path>
              </a:pathLst>
            </a:custGeom>
            <a:noFill/>
            <a:ln w="412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84" name="Freeform 23">
              <a:extLst>
                <a:ext uri="{FF2B5EF4-FFF2-40B4-BE49-F238E27FC236}">
                  <a16:creationId xmlns:a16="http://schemas.microsoft.com/office/drawing/2014/main" id="{56E0F919-449E-4B50-AA55-D340157DC4A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080" y="2004"/>
              <a:ext cx="22" cy="179"/>
            </a:xfrm>
            <a:custGeom>
              <a:avLst/>
              <a:gdLst>
                <a:gd name="T0" fmla="*/ 0 w 4"/>
                <a:gd name="T1" fmla="*/ 0 h 63"/>
                <a:gd name="T2" fmla="*/ 2147483646 w 4"/>
                <a:gd name="T3" fmla="*/ 2147483646 h 63"/>
                <a:gd name="T4" fmla="*/ 0 60000 65536"/>
                <a:gd name="T5" fmla="*/ 0 60000 65536"/>
                <a:gd name="T6" fmla="*/ 0 w 4"/>
                <a:gd name="T7" fmla="*/ 0 h 63"/>
                <a:gd name="T8" fmla="*/ 4 w 4"/>
                <a:gd name="T9" fmla="*/ 63 h 6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" h="63">
                  <a:moveTo>
                    <a:pt x="0" y="0"/>
                  </a:moveTo>
                  <a:lnTo>
                    <a:pt x="4" y="63"/>
                  </a:lnTo>
                </a:path>
              </a:pathLst>
            </a:custGeom>
            <a:noFill/>
            <a:ln w="412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85" name="Freeform 24">
              <a:extLst>
                <a:ext uri="{FF2B5EF4-FFF2-40B4-BE49-F238E27FC236}">
                  <a16:creationId xmlns:a16="http://schemas.microsoft.com/office/drawing/2014/main" id="{D6C1065C-26B9-427E-8E54-7741858F3DBC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5" y="1344"/>
              <a:ext cx="86" cy="141"/>
            </a:xfrm>
            <a:custGeom>
              <a:avLst/>
              <a:gdLst>
                <a:gd name="T0" fmla="*/ 2976155 w 51"/>
                <a:gd name="T1" fmla="*/ 0 h 84"/>
                <a:gd name="T2" fmla="*/ 0 w 51"/>
                <a:gd name="T3" fmla="*/ 4453789 h 84"/>
                <a:gd name="T4" fmla="*/ 0 60000 65536"/>
                <a:gd name="T5" fmla="*/ 0 60000 65536"/>
                <a:gd name="T6" fmla="*/ 0 w 51"/>
                <a:gd name="T7" fmla="*/ 0 h 84"/>
                <a:gd name="T8" fmla="*/ 51 w 51"/>
                <a:gd name="T9" fmla="*/ 84 h 8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1" h="84">
                  <a:moveTo>
                    <a:pt x="51" y="0"/>
                  </a:moveTo>
                  <a:lnTo>
                    <a:pt x="0" y="84"/>
                  </a:lnTo>
                </a:path>
              </a:pathLst>
            </a:custGeom>
            <a:noFill/>
            <a:ln w="412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86" name="Freeform 25">
              <a:extLst>
                <a:ext uri="{FF2B5EF4-FFF2-40B4-BE49-F238E27FC236}">
                  <a16:creationId xmlns:a16="http://schemas.microsoft.com/office/drawing/2014/main" id="{637D401B-5B64-4152-B3A5-170EC4856D9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54" y="1367"/>
              <a:ext cx="30" cy="130"/>
            </a:xfrm>
            <a:custGeom>
              <a:avLst/>
              <a:gdLst>
                <a:gd name="T0" fmla="*/ 0 w 15"/>
                <a:gd name="T1" fmla="*/ 0 h 96"/>
                <a:gd name="T2" fmla="*/ 31457280 w 15"/>
                <a:gd name="T3" fmla="*/ 55721 h 96"/>
                <a:gd name="T4" fmla="*/ 0 60000 65536"/>
                <a:gd name="T5" fmla="*/ 0 60000 65536"/>
                <a:gd name="T6" fmla="*/ 0 w 15"/>
                <a:gd name="T7" fmla="*/ 0 h 96"/>
                <a:gd name="T8" fmla="*/ 15 w 15"/>
                <a:gd name="T9" fmla="*/ 96 h 9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5" h="96">
                  <a:moveTo>
                    <a:pt x="0" y="0"/>
                  </a:moveTo>
                  <a:lnTo>
                    <a:pt x="15" y="96"/>
                  </a:lnTo>
                </a:path>
              </a:pathLst>
            </a:custGeom>
            <a:noFill/>
            <a:ln w="412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228378" name="Object 7">
            <a:extLst>
              <a:ext uri="{FF2B5EF4-FFF2-40B4-BE49-F238E27FC236}">
                <a16:creationId xmlns:a16="http://schemas.microsoft.com/office/drawing/2014/main" id="{DB97C0F1-2E71-47D1-AA6C-3D4904FB48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49800" y="2919413"/>
          <a:ext cx="6858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18" name="Equation" r:id="rId13" imgW="685502" imgH="444307" progId="Equation.3">
                  <p:embed/>
                </p:oleObj>
              </mc:Choice>
              <mc:Fallback>
                <p:oleObj name="Equation" r:id="rId13" imgW="685502" imgH="444307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9800" y="2919413"/>
                        <a:ext cx="6858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8381" name="Picture 29">
            <a:extLst>
              <a:ext uri="{FF2B5EF4-FFF2-40B4-BE49-F238E27FC236}">
                <a16:creationId xmlns:a16="http://schemas.microsoft.com/office/drawing/2014/main" id="{2A01D1CC-DB9B-40C5-82CA-DB971B8868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3638" y="903288"/>
            <a:ext cx="1287462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8382" name="Picture 30">
            <a:extLst>
              <a:ext uri="{FF2B5EF4-FFF2-40B4-BE49-F238E27FC236}">
                <a16:creationId xmlns:a16="http://schemas.microsoft.com/office/drawing/2014/main" id="{04691C42-4D54-4926-8EBB-FAC347177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8163" y="1093788"/>
            <a:ext cx="790575" cy="110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8383" name="Picture 31">
            <a:extLst>
              <a:ext uri="{FF2B5EF4-FFF2-40B4-BE49-F238E27FC236}">
                <a16:creationId xmlns:a16="http://schemas.microsoft.com/office/drawing/2014/main" id="{CA55721C-BFF3-4823-AD72-6645C338D5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0313" y="1849438"/>
            <a:ext cx="900112" cy="146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8384" name="Text Box 32">
            <a:extLst>
              <a:ext uri="{FF2B5EF4-FFF2-40B4-BE49-F238E27FC236}">
                <a16:creationId xmlns:a16="http://schemas.microsoft.com/office/drawing/2014/main" id="{DE26E001-6EAD-42FE-87A5-E904147E7B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275" y="3875088"/>
            <a:ext cx="18923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4000">
                <a:solidFill>
                  <a:srgbClr val="FF0000"/>
                </a:solidFill>
                <a:ea typeface="隶书" panose="02010509060101010101" pitchFamily="49" charset="-122"/>
              </a:rPr>
              <a:t>注：</a:t>
            </a:r>
          </a:p>
        </p:txBody>
      </p:sp>
      <p:sp>
        <p:nvSpPr>
          <p:cNvPr id="228385" name="AutoShape 33">
            <a:extLst>
              <a:ext uri="{FF2B5EF4-FFF2-40B4-BE49-F238E27FC236}">
                <a16:creationId xmlns:a16="http://schemas.microsoft.com/office/drawing/2014/main" id="{0FC80DBE-A555-4C8E-BB5D-FC96C38AC2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296863"/>
            <a:ext cx="1903413" cy="838200"/>
          </a:xfrm>
          <a:prstGeom prst="cloudCallout">
            <a:avLst>
              <a:gd name="adj1" fmla="val -47750"/>
              <a:gd name="adj2" fmla="val 101704"/>
            </a:avLst>
          </a:prstGeom>
          <a:solidFill>
            <a:schemeClr val="bg1"/>
          </a:solidFill>
          <a:ln w="28575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3600" b="1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228386" name="Text Box 34">
            <a:extLst>
              <a:ext uri="{FF2B5EF4-FFF2-40B4-BE49-F238E27FC236}">
                <a16:creationId xmlns:a16="http://schemas.microsoft.com/office/drawing/2014/main" id="{6314CD17-F9FA-4564-B5F4-1E0E43D08C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525" y="342900"/>
            <a:ext cx="29718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600" b="1">
                <a:solidFill>
                  <a:srgbClr val="FF0000"/>
                </a:solidFill>
                <a:ea typeface="隶书" panose="02010509060101010101" pitchFamily="49" charset="-122"/>
              </a:rPr>
              <a:t>结论</a:t>
            </a:r>
          </a:p>
        </p:txBody>
      </p:sp>
      <p:sp>
        <p:nvSpPr>
          <p:cNvPr id="228387" name="Text Box 35">
            <a:extLst>
              <a:ext uri="{FF2B5EF4-FFF2-40B4-BE49-F238E27FC236}">
                <a16:creationId xmlns:a16="http://schemas.microsoft.com/office/drawing/2014/main" id="{49CF4992-20F8-4747-A41D-34ECE30E5F34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1863725" y="6056313"/>
            <a:ext cx="5953125" cy="701675"/>
          </a:xfrm>
          <a:prstGeom prst="rect">
            <a:avLst/>
          </a:prstGeom>
          <a:solidFill>
            <a:srgbClr val="6600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4000">
                <a:solidFill>
                  <a:schemeClr val="bg1"/>
                </a:solidFill>
                <a:ea typeface="隶书" panose="02010509060101010101" pitchFamily="49" charset="-122"/>
              </a:rPr>
              <a:t>为什么会出现这些现象？</a:t>
            </a:r>
          </a:p>
        </p:txBody>
      </p:sp>
      <p:grpSp>
        <p:nvGrpSpPr>
          <p:cNvPr id="4" name="Group 40">
            <a:extLst>
              <a:ext uri="{FF2B5EF4-FFF2-40B4-BE49-F238E27FC236}">
                <a16:creationId xmlns:a16="http://schemas.microsoft.com/office/drawing/2014/main" id="{AFEC1FC4-1028-4293-9B12-2310020BF0C7}"/>
              </a:ext>
            </a:extLst>
          </p:cNvPr>
          <p:cNvGrpSpPr>
            <a:grpSpLocks/>
          </p:cNvGrpSpPr>
          <p:nvPr/>
        </p:nvGrpSpPr>
        <p:grpSpPr bwMode="auto">
          <a:xfrm>
            <a:off x="6342063" y="1054100"/>
            <a:ext cx="1057275" cy="1093788"/>
            <a:chOff x="3614" y="2814"/>
            <a:chExt cx="990" cy="907"/>
          </a:xfrm>
        </p:grpSpPr>
        <p:sp>
          <p:nvSpPr>
            <p:cNvPr id="27678" name="Arc 36">
              <a:extLst>
                <a:ext uri="{FF2B5EF4-FFF2-40B4-BE49-F238E27FC236}">
                  <a16:creationId xmlns:a16="http://schemas.microsoft.com/office/drawing/2014/main" id="{6986CDA9-F73E-4083-A91E-275FF7FAC6B0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614" y="3337"/>
              <a:ext cx="264" cy="384"/>
            </a:xfrm>
            <a:custGeom>
              <a:avLst/>
              <a:gdLst>
                <a:gd name="T0" fmla="*/ 0 w 19577"/>
                <a:gd name="T1" fmla="*/ 0 h 21600"/>
                <a:gd name="T2" fmla="*/ 0 w 19577"/>
                <a:gd name="T3" fmla="*/ 0 h 21600"/>
                <a:gd name="T4" fmla="*/ 0 w 19577"/>
                <a:gd name="T5" fmla="*/ 0 h 21600"/>
                <a:gd name="T6" fmla="*/ 0 60000 65536"/>
                <a:gd name="T7" fmla="*/ 0 60000 65536"/>
                <a:gd name="T8" fmla="*/ 0 60000 65536"/>
                <a:gd name="T9" fmla="*/ 0 w 19577"/>
                <a:gd name="T10" fmla="*/ 0 h 21600"/>
                <a:gd name="T11" fmla="*/ 19577 w 19577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577" h="21600" fill="none" extrusionOk="0">
                  <a:moveTo>
                    <a:pt x="-1" y="0"/>
                  </a:moveTo>
                  <a:cubicBezTo>
                    <a:pt x="8395" y="0"/>
                    <a:pt x="16029" y="4864"/>
                    <a:pt x="19576" y="12473"/>
                  </a:cubicBezTo>
                </a:path>
                <a:path w="19577" h="21600" stroke="0" extrusionOk="0">
                  <a:moveTo>
                    <a:pt x="-1" y="0"/>
                  </a:moveTo>
                  <a:cubicBezTo>
                    <a:pt x="8395" y="0"/>
                    <a:pt x="16029" y="4864"/>
                    <a:pt x="19576" y="12473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79" name="Line 37">
              <a:extLst>
                <a:ext uri="{FF2B5EF4-FFF2-40B4-BE49-F238E27FC236}">
                  <a16:creationId xmlns:a16="http://schemas.microsoft.com/office/drawing/2014/main" id="{4A2136C7-C710-494B-864F-45B57DCDCC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78" y="3063"/>
              <a:ext cx="68" cy="444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0" name="Arc 38">
              <a:extLst>
                <a:ext uri="{FF2B5EF4-FFF2-40B4-BE49-F238E27FC236}">
                  <a16:creationId xmlns:a16="http://schemas.microsoft.com/office/drawing/2014/main" id="{F970E768-AEDD-4E61-886F-DA4E4C332CAC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946" y="2837"/>
              <a:ext cx="328" cy="453"/>
            </a:xfrm>
            <a:custGeom>
              <a:avLst/>
              <a:gdLst>
                <a:gd name="T0" fmla="*/ 0 w 19074"/>
                <a:gd name="T1" fmla="*/ 0 h 21600"/>
                <a:gd name="T2" fmla="*/ 0 w 19074"/>
                <a:gd name="T3" fmla="*/ 0 h 21600"/>
                <a:gd name="T4" fmla="*/ 0 w 19074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74"/>
                <a:gd name="T10" fmla="*/ 0 h 21600"/>
                <a:gd name="T11" fmla="*/ 19074 w 190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74" h="21600" fill="none" extrusionOk="0">
                  <a:moveTo>
                    <a:pt x="19073" y="21599"/>
                  </a:moveTo>
                  <a:cubicBezTo>
                    <a:pt x="19034" y="21599"/>
                    <a:pt x="18994" y="21599"/>
                    <a:pt x="18955" y="21600"/>
                  </a:cubicBezTo>
                  <a:cubicBezTo>
                    <a:pt x="11056" y="21600"/>
                    <a:pt x="3787" y="17288"/>
                    <a:pt x="-1" y="10357"/>
                  </a:cubicBezTo>
                </a:path>
                <a:path w="19074" h="21600" stroke="0" extrusionOk="0">
                  <a:moveTo>
                    <a:pt x="19073" y="21599"/>
                  </a:moveTo>
                  <a:cubicBezTo>
                    <a:pt x="19034" y="21599"/>
                    <a:pt x="18994" y="21599"/>
                    <a:pt x="18955" y="21600"/>
                  </a:cubicBezTo>
                  <a:cubicBezTo>
                    <a:pt x="11056" y="21600"/>
                    <a:pt x="3787" y="17288"/>
                    <a:pt x="-1" y="10357"/>
                  </a:cubicBezTo>
                  <a:lnTo>
                    <a:pt x="18955" y="0"/>
                  </a:lnTo>
                  <a:lnTo>
                    <a:pt x="19073" y="21599"/>
                  </a:lnTo>
                  <a:close/>
                </a:path>
              </a:pathLst>
            </a:cu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81" name="Line 39">
              <a:extLst>
                <a:ext uri="{FF2B5EF4-FFF2-40B4-BE49-F238E27FC236}">
                  <a16:creationId xmlns:a16="http://schemas.microsoft.com/office/drawing/2014/main" id="{7E543059-2F4B-4A24-AFFD-3CDC02DEA8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63" y="2814"/>
              <a:ext cx="341" cy="2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28380" name="Line 28">
            <a:extLst>
              <a:ext uri="{FF2B5EF4-FFF2-40B4-BE49-F238E27FC236}">
                <a16:creationId xmlns:a16="http://schemas.microsoft.com/office/drawing/2014/main" id="{177189AD-4EE6-4622-8678-8B73B16FF84B}"/>
              </a:ext>
            </a:extLst>
          </p:cNvPr>
          <p:cNvSpPr>
            <a:spLocks noChangeShapeType="1"/>
          </p:cNvSpPr>
          <p:nvPr/>
        </p:nvSpPr>
        <p:spPr bwMode="auto">
          <a:xfrm>
            <a:off x="6659563" y="760413"/>
            <a:ext cx="0" cy="2627312"/>
          </a:xfrm>
          <a:prstGeom prst="line">
            <a:avLst/>
          </a:prstGeom>
          <a:noFill/>
          <a:ln w="28575">
            <a:solidFill>
              <a:srgbClr val="990033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76" name="Text Box 75">
            <a:extLst>
              <a:ext uri="{FF2B5EF4-FFF2-40B4-BE49-F238E27FC236}">
                <a16:creationId xmlns:a16="http://schemas.microsoft.com/office/drawing/2014/main" id="{CE16FEAE-D0D9-429B-9436-7FC2BDF024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4100" y="6440488"/>
            <a:ext cx="4159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</a:p>
        </p:txBody>
      </p:sp>
      <p:sp>
        <p:nvSpPr>
          <p:cNvPr id="27677" name="灯片编号占位符 4">
            <a:extLst>
              <a:ext uri="{FF2B5EF4-FFF2-40B4-BE49-F238E27FC236}">
                <a16:creationId xmlns:a16="http://schemas.microsoft.com/office/drawing/2014/main" id="{AE435071-B657-4336-8356-C78EF974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F12C462-DB44-44BB-B7E6-99B36B31881C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zh-CN" sz="1400"/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" fill="hold"/>
                                        <p:tgtEl>
                                          <p:spTgt spid="2283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" fill="hold"/>
                                        <p:tgtEl>
                                          <p:spTgt spid="2283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2" dur="500"/>
                                        <p:tgtEl>
                                          <p:spTgt spid="2283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3" dur="500"/>
                                        <p:tgtEl>
                                          <p:spTgt spid="2283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500"/>
                                        <p:tgtEl>
                                          <p:spTgt spid="2283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16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75" fill="hold"/>
                                        <p:tgtEl>
                                          <p:spTgt spid="2283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" fill="hold"/>
                                        <p:tgtEl>
                                          <p:spTgt spid="2283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75" fill="hold"/>
                                        <p:tgtEl>
                                          <p:spTgt spid="2283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" fill="hold"/>
                                        <p:tgtEl>
                                          <p:spTgt spid="2283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8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228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6" dur="500"/>
                                        <p:tgtEl>
                                          <p:spTgt spid="228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228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228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0" dur="500"/>
                                        <p:tgtEl>
                                          <p:spTgt spid="228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65" dur="500"/>
                                        <p:tgtEl>
                                          <p:spTgt spid="228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228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5" dur="500"/>
                                        <p:tgtEl>
                                          <p:spTgt spid="228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75" fill="hold"/>
                                        <p:tgtEl>
                                          <p:spTgt spid="2283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75" fill="hold"/>
                                        <p:tgtEl>
                                          <p:spTgt spid="2283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228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8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90" dur="500"/>
                                        <p:tgtEl>
                                          <p:spTgt spid="228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75" fill="hold"/>
                                        <p:tgtEl>
                                          <p:spTgt spid="2283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75" fill="hold"/>
                                        <p:tgtEl>
                                          <p:spTgt spid="2283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75" fill="hold"/>
                                        <p:tgtEl>
                                          <p:spTgt spid="2283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75" fill="hold"/>
                                        <p:tgtEl>
                                          <p:spTgt spid="2283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283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283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1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75" fill="hold"/>
                                        <p:tgtEl>
                                          <p:spTgt spid="2283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5" fill="hold"/>
                                        <p:tgtEl>
                                          <p:spTgt spid="2283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75" fill="hold"/>
                                        <p:tgtEl>
                                          <p:spTgt spid="2283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75" fill="hold"/>
                                        <p:tgtEl>
                                          <p:spTgt spid="2283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228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6" dur="500"/>
                                        <p:tgtEl>
                                          <p:spTgt spid="228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75" fill="hold"/>
                                        <p:tgtEl>
                                          <p:spTgt spid="2283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75" fill="hold"/>
                                        <p:tgtEl>
                                          <p:spTgt spid="2283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75" fill="hold"/>
                                        <p:tgtEl>
                                          <p:spTgt spid="2283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75" fill="hold"/>
                                        <p:tgtEl>
                                          <p:spTgt spid="2283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75" fill="hold"/>
                                        <p:tgtEl>
                                          <p:spTgt spid="228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75" fill="hold"/>
                                        <p:tgtEl>
                                          <p:spTgt spid="228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355" grpId="0" autoUpdateAnimBg="0"/>
      <p:bldP spid="228356" grpId="0" autoUpdateAnimBg="0"/>
      <p:bldP spid="228357" grpId="0" autoUpdateAnimBg="0"/>
      <p:bldP spid="228358" grpId="0" autoUpdateAnimBg="0"/>
      <p:bldP spid="228359" grpId="0" autoUpdateAnimBg="0"/>
      <p:bldP spid="228360" grpId="0" autoUpdateAnimBg="0"/>
      <p:bldP spid="228361" grpId="0" autoUpdateAnimBg="0"/>
      <p:bldP spid="228362" grpId="0" autoUpdateAnimBg="0"/>
      <p:bldP spid="228368" grpId="0" autoUpdateAnimBg="0"/>
      <p:bldP spid="228384" grpId="0"/>
      <p:bldP spid="228385" grpId="0" animBg="1" autoUpdateAnimBg="0"/>
      <p:bldP spid="228386" grpId="0"/>
      <p:bldP spid="228387" grpId="0" animBg="1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Text Box 2">
            <a:extLst>
              <a:ext uri="{FF2B5EF4-FFF2-40B4-BE49-F238E27FC236}">
                <a16:creationId xmlns:a16="http://schemas.microsoft.com/office/drawing/2014/main" id="{71DABE19-F328-452F-995E-AF3C59D751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200" y="1727200"/>
            <a:ext cx="8380413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FF0000"/>
                </a:solidFill>
              </a:rPr>
              <a:t>★</a:t>
            </a:r>
            <a:r>
              <a:rPr lang="en-US" altLang="zh-CN" sz="1800" b="1">
                <a:solidFill>
                  <a:srgbClr val="FF0000"/>
                </a:solidFill>
              </a:rPr>
              <a:t> </a:t>
            </a:r>
            <a:r>
              <a:rPr lang="zh-CN" altLang="en-US" sz="2800" b="1">
                <a:solidFill>
                  <a:srgbClr val="003300"/>
                </a:solidFill>
              </a:rPr>
              <a:t>交换力</a:t>
            </a:r>
            <a:r>
              <a:rPr lang="en-US" altLang="zh-CN" sz="2800" b="1">
                <a:solidFill>
                  <a:srgbClr val="003300"/>
                </a:solidFill>
              </a:rPr>
              <a:t>:  </a:t>
            </a:r>
            <a:r>
              <a:rPr lang="zh-CN" altLang="en-US" sz="2800" b="1">
                <a:solidFill>
                  <a:srgbClr val="003300"/>
                </a:solidFill>
              </a:rPr>
              <a:t>电子之间的交换作用使其在自旋平行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3300"/>
                </a:solidFill>
              </a:rPr>
              <a:t>                  排列时能量较低</a:t>
            </a:r>
            <a:r>
              <a:rPr lang="en-US" altLang="zh-CN" sz="2800" b="1">
                <a:solidFill>
                  <a:srgbClr val="003300"/>
                </a:solidFill>
              </a:rPr>
              <a:t>, </a:t>
            </a:r>
            <a:r>
              <a:rPr lang="zh-CN" altLang="en-US" sz="2800" b="1">
                <a:solidFill>
                  <a:srgbClr val="003300"/>
                </a:solidFill>
              </a:rPr>
              <a:t>这是一种</a:t>
            </a: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量子效应</a:t>
            </a:r>
            <a:r>
              <a:rPr lang="zh-CN" altLang="en-US" sz="2800" b="1">
                <a:solidFill>
                  <a:srgbClr val="003300"/>
                </a:solidFill>
              </a:rPr>
              <a:t>。</a:t>
            </a:r>
          </a:p>
        </p:txBody>
      </p:sp>
      <p:sp>
        <p:nvSpPr>
          <p:cNvPr id="229379" name="Text Box 3">
            <a:extLst>
              <a:ext uri="{FF2B5EF4-FFF2-40B4-BE49-F238E27FC236}">
                <a16:creationId xmlns:a16="http://schemas.microsoft.com/office/drawing/2014/main" id="{46D2801F-6582-4BC2-A3C6-CC8A450215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763" y="2874963"/>
            <a:ext cx="612775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FF0000"/>
                </a:solidFill>
              </a:rPr>
              <a:t>★ </a:t>
            </a:r>
            <a:r>
              <a:rPr lang="zh-CN" altLang="en-US" sz="2800" b="1">
                <a:solidFill>
                  <a:srgbClr val="003300"/>
                </a:solidFill>
              </a:rPr>
              <a:t>磁畴</a:t>
            </a:r>
            <a:r>
              <a:rPr lang="en-US" altLang="zh-CN" sz="2800" b="1">
                <a:solidFill>
                  <a:srgbClr val="003300"/>
                </a:solidFill>
              </a:rPr>
              <a:t>:  </a:t>
            </a:r>
            <a:r>
              <a:rPr lang="zh-CN" altLang="en-US" sz="2800" b="1">
                <a:solidFill>
                  <a:srgbClr val="003300"/>
                </a:solidFill>
              </a:rPr>
              <a:t>原子间电子交换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3300"/>
                </a:solidFill>
              </a:rPr>
              <a:t>               耦合作用很强，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3300"/>
                </a:solidFill>
              </a:rPr>
              <a:t>               使其自旋磁矩平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3300"/>
                </a:solidFill>
              </a:rPr>
              <a:t>               行排列形成</a:t>
            </a: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磁畴</a:t>
            </a:r>
            <a:endParaRPr lang="zh-CN" altLang="en-US" sz="2800" b="1">
              <a:solidFill>
                <a:srgbClr val="CC0000"/>
              </a:solidFill>
            </a:endParaRPr>
          </a:p>
        </p:txBody>
      </p:sp>
      <p:sp>
        <p:nvSpPr>
          <p:cNvPr id="229380" name="Text Box 4">
            <a:extLst>
              <a:ext uri="{FF2B5EF4-FFF2-40B4-BE49-F238E27FC236}">
                <a16:creationId xmlns:a16="http://schemas.microsoft.com/office/drawing/2014/main" id="{DD5471AD-C8F8-4905-B9B4-1FD0085D61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0938" y="1146175"/>
            <a:ext cx="72009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3300"/>
                </a:solidFill>
              </a:rPr>
              <a:t>铁磁性主要来源于电子的</a:t>
            </a: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自旋磁矩</a:t>
            </a:r>
          </a:p>
        </p:txBody>
      </p:sp>
      <p:sp>
        <p:nvSpPr>
          <p:cNvPr id="229381" name="Text Box 5">
            <a:extLst>
              <a:ext uri="{FF2B5EF4-FFF2-40B4-BE49-F238E27FC236}">
                <a16:creationId xmlns:a16="http://schemas.microsoft.com/office/drawing/2014/main" id="{11F44F2B-562F-476B-ACEB-12D8942D8F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500" y="509588"/>
            <a:ext cx="49530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ym typeface="Symbol" panose="05050102010706020507" pitchFamily="18" charset="2"/>
              </a:rPr>
              <a:t>（</a:t>
            </a:r>
            <a:r>
              <a:rPr lang="en-US" altLang="zh-CN" b="1">
                <a:sym typeface="Symbol" panose="05050102010706020507" pitchFamily="18" charset="2"/>
              </a:rPr>
              <a:t>2</a:t>
            </a:r>
            <a:r>
              <a:rPr lang="zh-CN" altLang="en-US" b="1">
                <a:sym typeface="Symbol" panose="05050102010706020507" pitchFamily="18" charset="2"/>
              </a:rPr>
              <a:t>）</a:t>
            </a:r>
            <a:r>
              <a:rPr lang="zh-CN" altLang="en-US" sz="2800" b="1">
                <a:solidFill>
                  <a:srgbClr val="003300"/>
                </a:solidFill>
              </a:rPr>
              <a:t>铁磁质磁化的机制</a:t>
            </a:r>
          </a:p>
        </p:txBody>
      </p:sp>
      <p:grpSp>
        <p:nvGrpSpPr>
          <p:cNvPr id="2" name="Group 6">
            <a:extLst>
              <a:ext uri="{FF2B5EF4-FFF2-40B4-BE49-F238E27FC236}">
                <a16:creationId xmlns:a16="http://schemas.microsoft.com/office/drawing/2014/main" id="{FC8493D4-9D07-4EFE-A858-7C5E66AD730F}"/>
              </a:ext>
            </a:extLst>
          </p:cNvPr>
          <p:cNvGrpSpPr>
            <a:grpSpLocks/>
          </p:cNvGrpSpPr>
          <p:nvPr/>
        </p:nvGrpSpPr>
        <p:grpSpPr bwMode="auto">
          <a:xfrm>
            <a:off x="5148263" y="3032125"/>
            <a:ext cx="3040062" cy="2017713"/>
            <a:chOff x="3744" y="192"/>
            <a:chExt cx="1824" cy="1056"/>
          </a:xfrm>
        </p:grpSpPr>
        <p:sp>
          <p:nvSpPr>
            <p:cNvPr id="28684" name="Rectangle 7">
              <a:extLst>
                <a:ext uri="{FF2B5EF4-FFF2-40B4-BE49-F238E27FC236}">
                  <a16:creationId xmlns:a16="http://schemas.microsoft.com/office/drawing/2014/main" id="{7261DF92-FE05-4DA7-B1BD-1B7DCA4E2A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198"/>
              <a:ext cx="1821" cy="1044"/>
            </a:xfrm>
            <a:prstGeom prst="rect">
              <a:avLst/>
            </a:prstGeom>
            <a:solidFill>
              <a:srgbClr val="EAEAEA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8685" name="Line 8">
              <a:extLst>
                <a:ext uri="{FF2B5EF4-FFF2-40B4-BE49-F238E27FC236}">
                  <a16:creationId xmlns:a16="http://schemas.microsoft.com/office/drawing/2014/main" id="{E8CDC559-FA1A-4EC8-B1ED-BC173F4E69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82" y="418"/>
              <a:ext cx="291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86" name="Line 9">
              <a:extLst>
                <a:ext uri="{FF2B5EF4-FFF2-40B4-BE49-F238E27FC236}">
                  <a16:creationId xmlns:a16="http://schemas.microsoft.com/office/drawing/2014/main" id="{8CDB6F7C-BA9F-4272-984C-6246907769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07" y="192"/>
              <a:ext cx="166" cy="22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87" name="Line 10">
              <a:extLst>
                <a:ext uri="{FF2B5EF4-FFF2-40B4-BE49-F238E27FC236}">
                  <a16:creationId xmlns:a16="http://schemas.microsoft.com/office/drawing/2014/main" id="{5C3FCCFA-D866-4F9A-A42C-9A675F8073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0" y="494"/>
              <a:ext cx="124" cy="37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88" name="Line 11">
              <a:extLst>
                <a:ext uri="{FF2B5EF4-FFF2-40B4-BE49-F238E27FC236}">
                  <a16:creationId xmlns:a16="http://schemas.microsoft.com/office/drawing/2014/main" id="{867A4F46-7167-4627-B57C-4F7DEBC9E6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2" y="871"/>
              <a:ext cx="29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89" name="Line 12">
              <a:extLst>
                <a:ext uri="{FF2B5EF4-FFF2-40B4-BE49-F238E27FC236}">
                  <a16:creationId xmlns:a16="http://schemas.microsoft.com/office/drawing/2014/main" id="{5E0CE650-AF20-4AD6-B9C6-A4C447FA58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48" y="871"/>
              <a:ext cx="83" cy="37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0" name="Line 13">
              <a:extLst>
                <a:ext uri="{FF2B5EF4-FFF2-40B4-BE49-F238E27FC236}">
                  <a16:creationId xmlns:a16="http://schemas.microsoft.com/office/drawing/2014/main" id="{2A6C1C5D-C80F-4755-8890-8B804BE08F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73" y="192"/>
              <a:ext cx="291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1" name="Line 14">
              <a:extLst>
                <a:ext uri="{FF2B5EF4-FFF2-40B4-BE49-F238E27FC236}">
                  <a16:creationId xmlns:a16="http://schemas.microsoft.com/office/drawing/2014/main" id="{BBC0FCBB-4723-4CEC-97FA-5F3887930A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9" y="494"/>
              <a:ext cx="125" cy="37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2" name="Line 15">
              <a:extLst>
                <a:ext uri="{FF2B5EF4-FFF2-40B4-BE49-F238E27FC236}">
                  <a16:creationId xmlns:a16="http://schemas.microsoft.com/office/drawing/2014/main" id="{3DA09732-C6FB-4921-B3AD-50BDE77407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90" y="795"/>
              <a:ext cx="374" cy="30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3" name="Line 16">
              <a:extLst>
                <a:ext uri="{FF2B5EF4-FFF2-40B4-BE49-F238E27FC236}">
                  <a16:creationId xmlns:a16="http://schemas.microsoft.com/office/drawing/2014/main" id="{F4B8A43E-5B0C-4348-AC4B-50A8D5D032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64" y="267"/>
              <a:ext cx="249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4" name="Line 17">
              <a:extLst>
                <a:ext uri="{FF2B5EF4-FFF2-40B4-BE49-F238E27FC236}">
                  <a16:creationId xmlns:a16="http://schemas.microsoft.com/office/drawing/2014/main" id="{610A69E5-026B-46B5-8CE7-0C2D96759F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9" y="871"/>
              <a:ext cx="332" cy="37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5" name="Line 18">
              <a:extLst>
                <a:ext uri="{FF2B5EF4-FFF2-40B4-BE49-F238E27FC236}">
                  <a16:creationId xmlns:a16="http://schemas.microsoft.com/office/drawing/2014/main" id="{DDAF345D-2B6F-423D-B307-F46748D3DE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0" y="418"/>
              <a:ext cx="0" cy="75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6" name="Line 19">
              <a:extLst>
                <a:ext uri="{FF2B5EF4-FFF2-40B4-BE49-F238E27FC236}">
                  <a16:creationId xmlns:a16="http://schemas.microsoft.com/office/drawing/2014/main" id="{A450DD29-A183-4383-A21A-DB4FDCFC36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30" y="569"/>
              <a:ext cx="457" cy="22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7" name="Line 20">
              <a:extLst>
                <a:ext uri="{FF2B5EF4-FFF2-40B4-BE49-F238E27FC236}">
                  <a16:creationId xmlns:a16="http://schemas.microsoft.com/office/drawing/2014/main" id="{CA9D8F0F-283D-460D-812E-FC0044ADEC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79" y="192"/>
              <a:ext cx="83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8" name="Line 21">
              <a:extLst>
                <a:ext uri="{FF2B5EF4-FFF2-40B4-BE49-F238E27FC236}">
                  <a16:creationId xmlns:a16="http://schemas.microsoft.com/office/drawing/2014/main" id="{0CCEB885-1438-4E50-886D-783EBF66B4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71" y="720"/>
              <a:ext cx="83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9" name="Line 22">
              <a:extLst>
                <a:ext uri="{FF2B5EF4-FFF2-40B4-BE49-F238E27FC236}">
                  <a16:creationId xmlns:a16="http://schemas.microsoft.com/office/drawing/2014/main" id="{B78CB48A-ED4E-48EE-B29B-AACA3B1D13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45" y="267"/>
              <a:ext cx="208" cy="45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00" name="Line 23">
              <a:extLst>
                <a:ext uri="{FF2B5EF4-FFF2-40B4-BE49-F238E27FC236}">
                  <a16:creationId xmlns:a16="http://schemas.microsoft.com/office/drawing/2014/main" id="{E4DF464B-5841-42D8-85FA-7E6C00298B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96" y="720"/>
              <a:ext cx="332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01" name="Line 24">
              <a:extLst>
                <a:ext uri="{FF2B5EF4-FFF2-40B4-BE49-F238E27FC236}">
                  <a16:creationId xmlns:a16="http://schemas.microsoft.com/office/drawing/2014/main" id="{989103AF-5106-4A53-A1E4-C2A6700B6C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5" y="569"/>
              <a:ext cx="83" cy="6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02" name="Line 25">
              <a:extLst>
                <a:ext uri="{FF2B5EF4-FFF2-40B4-BE49-F238E27FC236}">
                  <a16:creationId xmlns:a16="http://schemas.microsoft.com/office/drawing/2014/main" id="{DDC761F4-41D3-475D-B5C5-8523AAFE75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87" y="720"/>
              <a:ext cx="249" cy="22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03" name="Line 26">
              <a:extLst>
                <a:ext uri="{FF2B5EF4-FFF2-40B4-BE49-F238E27FC236}">
                  <a16:creationId xmlns:a16="http://schemas.microsoft.com/office/drawing/2014/main" id="{129EB765-A844-4C62-959A-85DEF07985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11" y="871"/>
              <a:ext cx="42" cy="37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04" name="Line 27">
              <a:extLst>
                <a:ext uri="{FF2B5EF4-FFF2-40B4-BE49-F238E27FC236}">
                  <a16:creationId xmlns:a16="http://schemas.microsoft.com/office/drawing/2014/main" id="{05F2CE7A-FA84-40F0-9CF9-F9435F8788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53" y="343"/>
              <a:ext cx="124" cy="37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05" name="Line 28">
              <a:extLst>
                <a:ext uri="{FF2B5EF4-FFF2-40B4-BE49-F238E27FC236}">
                  <a16:creationId xmlns:a16="http://schemas.microsoft.com/office/drawing/2014/main" id="{C0E61909-1444-4243-B3D1-24373B8E0D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36" y="192"/>
              <a:ext cx="332" cy="37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06" name="Line 29">
              <a:extLst>
                <a:ext uri="{FF2B5EF4-FFF2-40B4-BE49-F238E27FC236}">
                  <a16:creationId xmlns:a16="http://schemas.microsoft.com/office/drawing/2014/main" id="{B28DCE96-49E9-4C26-B1FC-18B49D7A4B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53" y="871"/>
              <a:ext cx="415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07" name="Line 30">
              <a:extLst>
                <a:ext uri="{FF2B5EF4-FFF2-40B4-BE49-F238E27FC236}">
                  <a16:creationId xmlns:a16="http://schemas.microsoft.com/office/drawing/2014/main" id="{8A550AF7-5B07-409D-B533-A3F3B2189F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02" y="343"/>
              <a:ext cx="83" cy="60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08" name="Line 31">
              <a:extLst>
                <a:ext uri="{FF2B5EF4-FFF2-40B4-BE49-F238E27FC236}">
                  <a16:creationId xmlns:a16="http://schemas.microsoft.com/office/drawing/2014/main" id="{5298C1F2-1249-498C-B80A-FCF7437B79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2" y="343"/>
              <a:ext cx="208" cy="0"/>
            </a:xfrm>
            <a:prstGeom prst="line">
              <a:avLst/>
            </a:prstGeom>
            <a:noFill/>
            <a:ln w="28575">
              <a:solidFill>
                <a:srgbClr val="FF0033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09" name="Line 32">
              <a:extLst>
                <a:ext uri="{FF2B5EF4-FFF2-40B4-BE49-F238E27FC236}">
                  <a16:creationId xmlns:a16="http://schemas.microsoft.com/office/drawing/2014/main" id="{03DFFD64-4DC8-4F14-AD0E-494BE73028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24" y="569"/>
              <a:ext cx="83" cy="226"/>
            </a:xfrm>
            <a:prstGeom prst="line">
              <a:avLst/>
            </a:prstGeom>
            <a:noFill/>
            <a:ln w="28575">
              <a:solidFill>
                <a:srgbClr val="FF0033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10" name="Line 33">
              <a:extLst>
                <a:ext uri="{FF2B5EF4-FFF2-40B4-BE49-F238E27FC236}">
                  <a16:creationId xmlns:a16="http://schemas.microsoft.com/office/drawing/2014/main" id="{9C0D18CC-4D7F-4DD7-A5C3-CB0B0B8F06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82" y="946"/>
              <a:ext cx="125" cy="227"/>
            </a:xfrm>
            <a:prstGeom prst="line">
              <a:avLst/>
            </a:prstGeom>
            <a:noFill/>
            <a:ln w="28575">
              <a:solidFill>
                <a:srgbClr val="FF0033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11" name="Line 34">
              <a:extLst>
                <a:ext uri="{FF2B5EF4-FFF2-40B4-BE49-F238E27FC236}">
                  <a16:creationId xmlns:a16="http://schemas.microsoft.com/office/drawing/2014/main" id="{CA887152-8588-476F-B4D2-F9038C2D03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4" y="267"/>
              <a:ext cx="0" cy="227"/>
            </a:xfrm>
            <a:prstGeom prst="line">
              <a:avLst/>
            </a:prstGeom>
            <a:noFill/>
            <a:ln w="28575">
              <a:solidFill>
                <a:srgbClr val="FF0033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12" name="Line 35">
              <a:extLst>
                <a:ext uri="{FF2B5EF4-FFF2-40B4-BE49-F238E27FC236}">
                  <a16:creationId xmlns:a16="http://schemas.microsoft.com/office/drawing/2014/main" id="{E32819DD-FB9E-4B7F-8A0F-B99F3BDF83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14" y="569"/>
              <a:ext cx="125" cy="226"/>
            </a:xfrm>
            <a:prstGeom prst="line">
              <a:avLst/>
            </a:prstGeom>
            <a:noFill/>
            <a:ln w="28575">
              <a:solidFill>
                <a:srgbClr val="FF0033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13" name="Line 36">
              <a:extLst>
                <a:ext uri="{FF2B5EF4-FFF2-40B4-BE49-F238E27FC236}">
                  <a16:creationId xmlns:a16="http://schemas.microsoft.com/office/drawing/2014/main" id="{89220B3B-BE91-452D-AC50-891342A64F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6" y="1097"/>
              <a:ext cx="249" cy="76"/>
            </a:xfrm>
            <a:prstGeom prst="line">
              <a:avLst/>
            </a:prstGeom>
            <a:noFill/>
            <a:ln w="28575">
              <a:solidFill>
                <a:srgbClr val="FF0033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14" name="Line 37">
              <a:extLst>
                <a:ext uri="{FF2B5EF4-FFF2-40B4-BE49-F238E27FC236}">
                  <a16:creationId xmlns:a16="http://schemas.microsoft.com/office/drawing/2014/main" id="{E4662D15-9D5F-4DF3-9012-FA97E587DE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64" y="343"/>
              <a:ext cx="124" cy="151"/>
            </a:xfrm>
            <a:prstGeom prst="line">
              <a:avLst/>
            </a:prstGeom>
            <a:noFill/>
            <a:ln w="28575">
              <a:solidFill>
                <a:srgbClr val="FF0033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15" name="Line 38">
              <a:extLst>
                <a:ext uri="{FF2B5EF4-FFF2-40B4-BE49-F238E27FC236}">
                  <a16:creationId xmlns:a16="http://schemas.microsoft.com/office/drawing/2014/main" id="{8F8E5FE6-C58A-42A4-A1ED-887249E99F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64" y="871"/>
              <a:ext cx="166" cy="75"/>
            </a:xfrm>
            <a:prstGeom prst="line">
              <a:avLst/>
            </a:prstGeom>
            <a:noFill/>
            <a:ln w="28575">
              <a:solidFill>
                <a:srgbClr val="FF0033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16" name="Line 39">
              <a:extLst>
                <a:ext uri="{FF2B5EF4-FFF2-40B4-BE49-F238E27FC236}">
                  <a16:creationId xmlns:a16="http://schemas.microsoft.com/office/drawing/2014/main" id="{025DCB8B-3032-4A6B-8C78-6AC4537216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71" y="343"/>
              <a:ext cx="125" cy="302"/>
            </a:xfrm>
            <a:prstGeom prst="line">
              <a:avLst/>
            </a:prstGeom>
            <a:noFill/>
            <a:ln w="38100">
              <a:solidFill>
                <a:srgbClr val="FF0033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17" name="Line 40">
              <a:extLst>
                <a:ext uri="{FF2B5EF4-FFF2-40B4-BE49-F238E27FC236}">
                  <a16:creationId xmlns:a16="http://schemas.microsoft.com/office/drawing/2014/main" id="{8869ED14-D648-4D4D-8B04-9BDEBAFEB1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60" y="816"/>
              <a:ext cx="41" cy="226"/>
            </a:xfrm>
            <a:prstGeom prst="line">
              <a:avLst/>
            </a:prstGeom>
            <a:noFill/>
            <a:ln w="28575">
              <a:solidFill>
                <a:srgbClr val="FF0033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18" name="Line 41">
              <a:extLst>
                <a:ext uri="{FF2B5EF4-FFF2-40B4-BE49-F238E27FC236}">
                  <a16:creationId xmlns:a16="http://schemas.microsoft.com/office/drawing/2014/main" id="{9E69F29B-C7C5-477F-8E7C-AD528E839D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62" y="267"/>
              <a:ext cx="166" cy="151"/>
            </a:xfrm>
            <a:prstGeom prst="line">
              <a:avLst/>
            </a:prstGeom>
            <a:noFill/>
            <a:ln w="28575">
              <a:solidFill>
                <a:srgbClr val="FF0033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19" name="Line 42">
              <a:extLst>
                <a:ext uri="{FF2B5EF4-FFF2-40B4-BE49-F238E27FC236}">
                  <a16:creationId xmlns:a16="http://schemas.microsoft.com/office/drawing/2014/main" id="{D38432DC-FE71-46A2-8916-E25A257ED2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20" y="795"/>
              <a:ext cx="125" cy="151"/>
            </a:xfrm>
            <a:prstGeom prst="line">
              <a:avLst/>
            </a:prstGeom>
            <a:noFill/>
            <a:ln w="28575">
              <a:solidFill>
                <a:srgbClr val="FF0033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20" name="Line 43">
              <a:extLst>
                <a:ext uri="{FF2B5EF4-FFF2-40B4-BE49-F238E27FC236}">
                  <a16:creationId xmlns:a16="http://schemas.microsoft.com/office/drawing/2014/main" id="{B337B525-668C-4946-9019-0662C2D890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54" y="1097"/>
              <a:ext cx="208" cy="76"/>
            </a:xfrm>
            <a:prstGeom prst="line">
              <a:avLst/>
            </a:prstGeom>
            <a:noFill/>
            <a:ln w="28575">
              <a:solidFill>
                <a:srgbClr val="FF0033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21" name="Line 44">
              <a:extLst>
                <a:ext uri="{FF2B5EF4-FFF2-40B4-BE49-F238E27FC236}">
                  <a16:creationId xmlns:a16="http://schemas.microsoft.com/office/drawing/2014/main" id="{5FD95EFE-614B-4A1F-8275-8F84C83ADC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70" y="494"/>
              <a:ext cx="83" cy="301"/>
            </a:xfrm>
            <a:prstGeom prst="line">
              <a:avLst/>
            </a:prstGeom>
            <a:noFill/>
            <a:ln w="28575">
              <a:solidFill>
                <a:srgbClr val="FF0033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22" name="Line 45">
              <a:extLst>
                <a:ext uri="{FF2B5EF4-FFF2-40B4-BE49-F238E27FC236}">
                  <a16:creationId xmlns:a16="http://schemas.microsoft.com/office/drawing/2014/main" id="{51BAB4B1-933C-4D67-9D16-F48B6883EE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70" y="946"/>
              <a:ext cx="0" cy="151"/>
            </a:xfrm>
            <a:prstGeom prst="line">
              <a:avLst/>
            </a:prstGeom>
            <a:noFill/>
            <a:ln w="28575">
              <a:solidFill>
                <a:srgbClr val="FF0033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23" name="Line 46">
              <a:extLst>
                <a:ext uri="{FF2B5EF4-FFF2-40B4-BE49-F238E27FC236}">
                  <a16:creationId xmlns:a16="http://schemas.microsoft.com/office/drawing/2014/main" id="{4F6746F6-FC0D-42D9-9FD2-23E388D1A9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6" y="795"/>
              <a:ext cx="207" cy="0"/>
            </a:xfrm>
            <a:prstGeom prst="line">
              <a:avLst/>
            </a:prstGeom>
            <a:noFill/>
            <a:ln w="28575">
              <a:solidFill>
                <a:srgbClr val="FF0033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24" name="Line 47">
              <a:extLst>
                <a:ext uri="{FF2B5EF4-FFF2-40B4-BE49-F238E27FC236}">
                  <a16:creationId xmlns:a16="http://schemas.microsoft.com/office/drawing/2014/main" id="{D1EB777B-9124-4017-BE4A-FFD2AE2DDC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94" y="343"/>
              <a:ext cx="208" cy="0"/>
            </a:xfrm>
            <a:prstGeom prst="line">
              <a:avLst/>
            </a:prstGeom>
            <a:noFill/>
            <a:ln w="28575">
              <a:solidFill>
                <a:srgbClr val="FF0033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25" name="Line 48">
              <a:extLst>
                <a:ext uri="{FF2B5EF4-FFF2-40B4-BE49-F238E27FC236}">
                  <a16:creationId xmlns:a16="http://schemas.microsoft.com/office/drawing/2014/main" id="{44D97587-3FEC-40AF-BC10-A46CD1CC43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26" y="343"/>
              <a:ext cx="0" cy="302"/>
            </a:xfrm>
            <a:prstGeom prst="line">
              <a:avLst/>
            </a:prstGeom>
            <a:noFill/>
            <a:ln w="28575">
              <a:solidFill>
                <a:srgbClr val="FF0033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26" name="Line 49">
              <a:extLst>
                <a:ext uri="{FF2B5EF4-FFF2-40B4-BE49-F238E27FC236}">
                  <a16:creationId xmlns:a16="http://schemas.microsoft.com/office/drawing/2014/main" id="{10C21464-9544-44B7-AC9F-D89DFF193E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19" y="1022"/>
              <a:ext cx="249" cy="151"/>
            </a:xfrm>
            <a:prstGeom prst="line">
              <a:avLst/>
            </a:prstGeom>
            <a:noFill/>
            <a:ln w="28575">
              <a:solidFill>
                <a:srgbClr val="FF0033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29426" name="Text Box 50">
            <a:extLst>
              <a:ext uri="{FF2B5EF4-FFF2-40B4-BE49-F238E27FC236}">
                <a16:creationId xmlns:a16="http://schemas.microsoft.com/office/drawing/2014/main" id="{360DDB93-8933-436C-BDC9-9A93C2F02F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3963" y="4818063"/>
            <a:ext cx="43402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3300"/>
                </a:solidFill>
                <a:ea typeface="黑体" panose="02010609060101010101" pitchFamily="49" charset="-122"/>
              </a:rPr>
              <a:t>——</a:t>
            </a:r>
            <a:r>
              <a:rPr lang="zh-CN" altLang="en-US" sz="2800" b="1">
                <a:solidFill>
                  <a:srgbClr val="003300"/>
                </a:solidFill>
                <a:ea typeface="黑体" panose="02010609060101010101" pitchFamily="49" charset="-122"/>
              </a:rPr>
              <a:t>自发的磁化区域</a:t>
            </a:r>
          </a:p>
        </p:txBody>
      </p:sp>
      <p:sp>
        <p:nvSpPr>
          <p:cNvPr id="229428" name="AutoShape 52">
            <a:extLst>
              <a:ext uri="{FF2B5EF4-FFF2-40B4-BE49-F238E27FC236}">
                <a16:creationId xmlns:a16="http://schemas.microsoft.com/office/drawing/2014/main" id="{77A9E4E1-7235-4318-BB00-CF8A5D1DD7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5963" y="5408613"/>
            <a:ext cx="1512887" cy="792162"/>
          </a:xfrm>
          <a:prstGeom prst="wedgeEllipseCallout">
            <a:avLst>
              <a:gd name="adj1" fmla="val -41185"/>
              <a:gd name="adj2" fmla="val -124148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2400"/>
          </a:p>
        </p:txBody>
      </p:sp>
      <p:sp>
        <p:nvSpPr>
          <p:cNvPr id="229429" name="Text Box 53">
            <a:extLst>
              <a:ext uri="{FF2B5EF4-FFF2-40B4-BE49-F238E27FC236}">
                <a16:creationId xmlns:a16="http://schemas.microsoft.com/office/drawing/2014/main" id="{F23830AE-2DCB-4089-9B2E-4818098269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4888" y="5538788"/>
            <a:ext cx="15113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磁畴</a:t>
            </a:r>
          </a:p>
        </p:txBody>
      </p:sp>
      <p:sp>
        <p:nvSpPr>
          <p:cNvPr id="28682" name="Text Box 75">
            <a:extLst>
              <a:ext uri="{FF2B5EF4-FFF2-40B4-BE49-F238E27FC236}">
                <a16:creationId xmlns:a16="http://schemas.microsoft.com/office/drawing/2014/main" id="{774C9967-F202-4192-994E-01CF6D075E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4100" y="6440488"/>
            <a:ext cx="4159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r>
          </a:p>
        </p:txBody>
      </p:sp>
      <p:sp>
        <p:nvSpPr>
          <p:cNvPr id="28683" name="灯片编号占位符 2">
            <a:extLst>
              <a:ext uri="{FF2B5EF4-FFF2-40B4-BE49-F238E27FC236}">
                <a16:creationId xmlns:a16="http://schemas.microsoft.com/office/drawing/2014/main" id="{BF1E15D4-9079-476A-BA26-D85870049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B134C4F-CB58-45B0-BF53-24356E043A5C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zh-CN" sz="1400"/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229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" fill="hold"/>
                                        <p:tgtEl>
                                          <p:spTgt spid="2293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" fill="hold"/>
                                        <p:tgtEl>
                                          <p:spTgt spid="2293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8" dur="500"/>
                                        <p:tgtEl>
                                          <p:spTgt spid="229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29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29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29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294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294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294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294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9378" grpId="0" autoUpdateAnimBg="0"/>
      <p:bldP spid="229379" grpId="0" autoUpdateAnimBg="0"/>
      <p:bldP spid="229380" grpId="0" autoUpdateAnimBg="0"/>
      <p:bldP spid="229381" grpId="0" autoUpdateAnimBg="0"/>
      <p:bldP spid="229426" grpId="0"/>
      <p:bldP spid="229428" grpId="0" animBg="1"/>
      <p:bldP spid="22942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A22F0F2-6AAB-481C-A3C3-32CF3B5B2588}"/>
              </a:ext>
            </a:extLst>
          </p:cNvPr>
          <p:cNvGrpSpPr>
            <a:grpSpLocks/>
          </p:cNvGrpSpPr>
          <p:nvPr/>
        </p:nvGrpSpPr>
        <p:grpSpPr bwMode="auto">
          <a:xfrm>
            <a:off x="1258888" y="1657350"/>
            <a:ext cx="1219200" cy="1371600"/>
            <a:chOff x="336" y="3063"/>
            <a:chExt cx="768" cy="864"/>
          </a:xfrm>
        </p:grpSpPr>
        <p:sp>
          <p:nvSpPr>
            <p:cNvPr id="29762" name="Rectangle 3">
              <a:extLst>
                <a:ext uri="{FF2B5EF4-FFF2-40B4-BE49-F238E27FC236}">
                  <a16:creationId xmlns:a16="http://schemas.microsoft.com/office/drawing/2014/main" id="{E89BF5C0-BFB0-4023-9DC1-32307FF880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3063"/>
              <a:ext cx="384" cy="432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9763" name="Rectangle 4">
              <a:extLst>
                <a:ext uri="{FF2B5EF4-FFF2-40B4-BE49-F238E27FC236}">
                  <a16:creationId xmlns:a16="http://schemas.microsoft.com/office/drawing/2014/main" id="{44D7F4E5-BE16-4A8E-B1E1-1C807D035F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3063"/>
              <a:ext cx="384" cy="432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9764" name="Rectangle 5">
              <a:extLst>
                <a:ext uri="{FF2B5EF4-FFF2-40B4-BE49-F238E27FC236}">
                  <a16:creationId xmlns:a16="http://schemas.microsoft.com/office/drawing/2014/main" id="{DB2A5854-568B-4D00-B7DD-0810AFEC50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3495"/>
              <a:ext cx="384" cy="432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9765" name="Rectangle 6">
              <a:extLst>
                <a:ext uri="{FF2B5EF4-FFF2-40B4-BE49-F238E27FC236}">
                  <a16:creationId xmlns:a16="http://schemas.microsoft.com/office/drawing/2014/main" id="{9ED7F9CD-F4EC-415C-BEC5-697B61DC87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3495"/>
              <a:ext cx="384" cy="432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9766" name="Line 7">
              <a:extLst>
                <a:ext uri="{FF2B5EF4-FFF2-40B4-BE49-F238E27FC236}">
                  <a16:creationId xmlns:a16="http://schemas.microsoft.com/office/drawing/2014/main" id="{89420516-6CAC-4AF2-849D-1DDEDA699C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4" y="3207"/>
              <a:ext cx="240" cy="14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67" name="Line 8">
              <a:extLst>
                <a:ext uri="{FF2B5EF4-FFF2-40B4-BE49-F238E27FC236}">
                  <a16:creationId xmlns:a16="http://schemas.microsoft.com/office/drawing/2014/main" id="{0A053E36-4BDF-4E2A-B24A-31BDAD1580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3207"/>
              <a:ext cx="240" cy="14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68" name="Line 9">
              <a:extLst>
                <a:ext uri="{FF2B5EF4-FFF2-40B4-BE49-F238E27FC236}">
                  <a16:creationId xmlns:a16="http://schemas.microsoft.com/office/drawing/2014/main" id="{9EF66C9B-0CA6-4743-86C4-53E73D56B9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84" y="3639"/>
              <a:ext cx="240" cy="16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69" name="Line 10">
              <a:extLst>
                <a:ext uri="{FF2B5EF4-FFF2-40B4-BE49-F238E27FC236}">
                  <a16:creationId xmlns:a16="http://schemas.microsoft.com/office/drawing/2014/main" id="{2CDFF01C-F271-4121-B616-4B32180666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6" y="3639"/>
              <a:ext cx="240" cy="16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30411" name="Text Box 11">
            <a:extLst>
              <a:ext uri="{FF2B5EF4-FFF2-40B4-BE49-F238E27FC236}">
                <a16:creationId xmlns:a16="http://schemas.microsoft.com/office/drawing/2014/main" id="{D547594F-0725-4054-A1F0-2CE3C58DAD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1613" y="1138238"/>
            <a:ext cx="15875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/>
              <a:t>H</a:t>
            </a:r>
            <a:r>
              <a:rPr lang="en-US" altLang="zh-CN" sz="2800" b="1"/>
              <a:t> =0</a:t>
            </a:r>
          </a:p>
        </p:txBody>
      </p:sp>
      <p:graphicFrame>
        <p:nvGraphicFramePr>
          <p:cNvPr id="230412" name="Object 2">
            <a:extLst>
              <a:ext uri="{FF2B5EF4-FFF2-40B4-BE49-F238E27FC236}">
                <a16:creationId xmlns:a16="http://schemas.microsoft.com/office/drawing/2014/main" id="{674C4308-C966-4EE2-9293-DE073BCACB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06488" y="3073400"/>
          <a:ext cx="160020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90" name="Equation" r:id="rId3" imgW="1459866" imgH="495085" progId="Equation.DSMT4">
                  <p:embed/>
                </p:oleObj>
              </mc:Choice>
              <mc:Fallback>
                <p:oleObj name="Equation" r:id="rId3" imgW="1459866" imgH="495085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6488" y="3073400"/>
                        <a:ext cx="1600200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3">
            <a:extLst>
              <a:ext uri="{FF2B5EF4-FFF2-40B4-BE49-F238E27FC236}">
                <a16:creationId xmlns:a16="http://schemas.microsoft.com/office/drawing/2014/main" id="{0BF2E8E3-68A5-404C-9FD1-DA9B75BD6F31}"/>
              </a:ext>
            </a:extLst>
          </p:cNvPr>
          <p:cNvGrpSpPr>
            <a:grpSpLocks/>
          </p:cNvGrpSpPr>
          <p:nvPr/>
        </p:nvGrpSpPr>
        <p:grpSpPr bwMode="auto">
          <a:xfrm>
            <a:off x="3560763" y="1624013"/>
            <a:ext cx="1219200" cy="1371600"/>
            <a:chOff x="1392" y="3072"/>
            <a:chExt cx="768" cy="864"/>
          </a:xfrm>
        </p:grpSpPr>
        <p:sp>
          <p:nvSpPr>
            <p:cNvPr id="29754" name="Rectangle 14">
              <a:extLst>
                <a:ext uri="{FF2B5EF4-FFF2-40B4-BE49-F238E27FC236}">
                  <a16:creationId xmlns:a16="http://schemas.microsoft.com/office/drawing/2014/main" id="{F5F2EEF7-AF3D-4545-819C-9929B6AB76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3072"/>
              <a:ext cx="384" cy="576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9755" name="Rectangle 15">
              <a:extLst>
                <a:ext uri="{FF2B5EF4-FFF2-40B4-BE49-F238E27FC236}">
                  <a16:creationId xmlns:a16="http://schemas.microsoft.com/office/drawing/2014/main" id="{C3BA8A72-E03E-483E-A06C-CFA2918C66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3072"/>
              <a:ext cx="384" cy="576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9756" name="Rectangle 16">
              <a:extLst>
                <a:ext uri="{FF2B5EF4-FFF2-40B4-BE49-F238E27FC236}">
                  <a16:creationId xmlns:a16="http://schemas.microsoft.com/office/drawing/2014/main" id="{52C31DFB-5893-4672-9CCC-D2AEDD0F5D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3648"/>
              <a:ext cx="384" cy="288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9757" name="Rectangle 17">
              <a:extLst>
                <a:ext uri="{FF2B5EF4-FFF2-40B4-BE49-F238E27FC236}">
                  <a16:creationId xmlns:a16="http://schemas.microsoft.com/office/drawing/2014/main" id="{A0A42462-4BEF-4AD9-9ADA-B8BB6D2A87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3648"/>
              <a:ext cx="384" cy="288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9758" name="Line 18">
              <a:extLst>
                <a:ext uri="{FF2B5EF4-FFF2-40B4-BE49-F238E27FC236}">
                  <a16:creationId xmlns:a16="http://schemas.microsoft.com/office/drawing/2014/main" id="{8D42AA90-1B91-4E9D-8921-4E5DB6F0AD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40" y="3216"/>
              <a:ext cx="288" cy="192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59" name="Line 19">
              <a:extLst>
                <a:ext uri="{FF2B5EF4-FFF2-40B4-BE49-F238E27FC236}">
                  <a16:creationId xmlns:a16="http://schemas.microsoft.com/office/drawing/2014/main" id="{B6F5EB0D-94DD-448F-A10F-1F443E0D6A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3264"/>
              <a:ext cx="288" cy="144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60" name="Line 20">
              <a:extLst>
                <a:ext uri="{FF2B5EF4-FFF2-40B4-BE49-F238E27FC236}">
                  <a16:creationId xmlns:a16="http://schemas.microsoft.com/office/drawing/2014/main" id="{957EB216-7CC3-4633-89BD-6AAAD2482E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440" y="3702"/>
              <a:ext cx="240" cy="10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61" name="Line 21">
              <a:extLst>
                <a:ext uri="{FF2B5EF4-FFF2-40B4-BE49-F238E27FC236}">
                  <a16:creationId xmlns:a16="http://schemas.microsoft.com/office/drawing/2014/main" id="{D082B480-649A-4ED2-A390-E5C18600DA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72" y="3702"/>
              <a:ext cx="240" cy="10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22">
            <a:extLst>
              <a:ext uri="{FF2B5EF4-FFF2-40B4-BE49-F238E27FC236}">
                <a16:creationId xmlns:a16="http://schemas.microsoft.com/office/drawing/2014/main" id="{F05C99F4-FF1C-422F-8B85-405BB560E4F5}"/>
              </a:ext>
            </a:extLst>
          </p:cNvPr>
          <p:cNvGrpSpPr>
            <a:grpSpLocks/>
          </p:cNvGrpSpPr>
          <p:nvPr/>
        </p:nvGrpSpPr>
        <p:grpSpPr bwMode="auto">
          <a:xfrm>
            <a:off x="3484563" y="1081088"/>
            <a:ext cx="1371600" cy="519112"/>
            <a:chOff x="1344" y="2730"/>
            <a:chExt cx="864" cy="327"/>
          </a:xfrm>
        </p:grpSpPr>
        <p:sp>
          <p:nvSpPr>
            <p:cNvPr id="29752" name="Line 23">
              <a:extLst>
                <a:ext uri="{FF2B5EF4-FFF2-40B4-BE49-F238E27FC236}">
                  <a16:creationId xmlns:a16="http://schemas.microsoft.com/office/drawing/2014/main" id="{A8352BA5-6500-4BDB-86C7-B6C5A2E22F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3024"/>
              <a:ext cx="864" cy="0"/>
            </a:xfrm>
            <a:prstGeom prst="line">
              <a:avLst/>
            </a:prstGeom>
            <a:noFill/>
            <a:ln w="38100">
              <a:solidFill>
                <a:srgbClr val="8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53" name="Text Box 24">
              <a:extLst>
                <a:ext uri="{FF2B5EF4-FFF2-40B4-BE49-F238E27FC236}">
                  <a16:creationId xmlns:a16="http://schemas.microsoft.com/office/drawing/2014/main" id="{4F7B8FE5-C1FB-40B2-9328-498520804D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4" y="2730"/>
              <a:ext cx="29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/>
                <a:t>H</a:t>
              </a:r>
            </a:p>
          </p:txBody>
        </p:sp>
      </p:grpSp>
      <p:grpSp>
        <p:nvGrpSpPr>
          <p:cNvPr id="5" name="Group 25">
            <a:extLst>
              <a:ext uri="{FF2B5EF4-FFF2-40B4-BE49-F238E27FC236}">
                <a16:creationId xmlns:a16="http://schemas.microsoft.com/office/drawing/2014/main" id="{A8BFB54D-B737-4F30-838E-C8F0414F9C4C}"/>
              </a:ext>
            </a:extLst>
          </p:cNvPr>
          <p:cNvGrpSpPr>
            <a:grpSpLocks/>
          </p:cNvGrpSpPr>
          <p:nvPr/>
        </p:nvGrpSpPr>
        <p:grpSpPr bwMode="auto">
          <a:xfrm>
            <a:off x="5795963" y="1614488"/>
            <a:ext cx="1219200" cy="1371600"/>
            <a:chOff x="2688" y="3072"/>
            <a:chExt cx="768" cy="864"/>
          </a:xfrm>
        </p:grpSpPr>
        <p:sp>
          <p:nvSpPr>
            <p:cNvPr id="29748" name="Rectangle 26">
              <a:extLst>
                <a:ext uri="{FF2B5EF4-FFF2-40B4-BE49-F238E27FC236}">
                  <a16:creationId xmlns:a16="http://schemas.microsoft.com/office/drawing/2014/main" id="{38B881CE-CFB8-497C-AB80-2622FDAB3E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3072"/>
              <a:ext cx="384" cy="86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9749" name="Rectangle 27">
              <a:extLst>
                <a:ext uri="{FF2B5EF4-FFF2-40B4-BE49-F238E27FC236}">
                  <a16:creationId xmlns:a16="http://schemas.microsoft.com/office/drawing/2014/main" id="{15F9D4F0-FF13-4CD3-84A0-775946A7B9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3072"/>
              <a:ext cx="384" cy="86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9750" name="Line 28">
              <a:extLst>
                <a:ext uri="{FF2B5EF4-FFF2-40B4-BE49-F238E27FC236}">
                  <a16:creationId xmlns:a16="http://schemas.microsoft.com/office/drawing/2014/main" id="{8A9E572C-DE03-4605-97F6-7ACD29B6D4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6" y="3312"/>
              <a:ext cx="288" cy="288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51" name="Line 29">
              <a:extLst>
                <a:ext uri="{FF2B5EF4-FFF2-40B4-BE49-F238E27FC236}">
                  <a16:creationId xmlns:a16="http://schemas.microsoft.com/office/drawing/2014/main" id="{EF089288-962F-4525-BC7D-9ED6A48A2C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360"/>
              <a:ext cx="288" cy="216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Group 30">
            <a:extLst>
              <a:ext uri="{FF2B5EF4-FFF2-40B4-BE49-F238E27FC236}">
                <a16:creationId xmlns:a16="http://schemas.microsoft.com/office/drawing/2014/main" id="{68B480D8-D64B-4D6A-A902-7A0E3B136F4A}"/>
              </a:ext>
            </a:extLst>
          </p:cNvPr>
          <p:cNvGrpSpPr>
            <a:grpSpLocks/>
          </p:cNvGrpSpPr>
          <p:nvPr/>
        </p:nvGrpSpPr>
        <p:grpSpPr bwMode="auto">
          <a:xfrm>
            <a:off x="5719763" y="1081088"/>
            <a:ext cx="1546225" cy="519112"/>
            <a:chOff x="2640" y="2778"/>
            <a:chExt cx="864" cy="327"/>
          </a:xfrm>
        </p:grpSpPr>
        <p:sp>
          <p:nvSpPr>
            <p:cNvPr id="29746" name="Line 31">
              <a:extLst>
                <a:ext uri="{FF2B5EF4-FFF2-40B4-BE49-F238E27FC236}">
                  <a16:creationId xmlns:a16="http://schemas.microsoft.com/office/drawing/2014/main" id="{61946D43-0DB1-4555-BDE7-BC7FC2F3D1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3072"/>
              <a:ext cx="864" cy="0"/>
            </a:xfrm>
            <a:prstGeom prst="line">
              <a:avLst/>
            </a:prstGeom>
            <a:noFill/>
            <a:ln w="38100">
              <a:solidFill>
                <a:srgbClr val="8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7" name="Text Box 32">
              <a:extLst>
                <a:ext uri="{FF2B5EF4-FFF2-40B4-BE49-F238E27FC236}">
                  <a16:creationId xmlns:a16="http://schemas.microsoft.com/office/drawing/2014/main" id="{ADB3E557-5EA7-46B4-8823-B004A8070A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0" y="2778"/>
              <a:ext cx="51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/>
                <a:t>H</a:t>
              </a:r>
              <a:r>
                <a:rPr lang="en-US" altLang="zh-CN" sz="2800" b="1">
                  <a:solidFill>
                    <a:srgbClr val="FF0000"/>
                  </a:solidFill>
                </a:rPr>
                <a:t>↑</a:t>
              </a:r>
            </a:p>
          </p:txBody>
        </p:sp>
      </p:grpSp>
      <p:graphicFrame>
        <p:nvGraphicFramePr>
          <p:cNvPr id="230433" name="Object 3">
            <a:extLst>
              <a:ext uri="{FF2B5EF4-FFF2-40B4-BE49-F238E27FC236}">
                <a16:creationId xmlns:a16="http://schemas.microsoft.com/office/drawing/2014/main" id="{565AE215-E2C8-408C-8DB0-AC0D95FE4F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08363" y="3067050"/>
          <a:ext cx="1601787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91" name="Equation" r:id="rId5" imgW="1459866" imgH="495085" progId="Equation.DSMT4">
                  <p:embed/>
                </p:oleObj>
              </mc:Choice>
              <mc:Fallback>
                <p:oleObj name="Equation" r:id="rId5" imgW="1459866" imgH="495085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8363" y="3067050"/>
                        <a:ext cx="1601787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34">
            <a:extLst>
              <a:ext uri="{FF2B5EF4-FFF2-40B4-BE49-F238E27FC236}">
                <a16:creationId xmlns:a16="http://schemas.microsoft.com/office/drawing/2014/main" id="{23881D0D-E02D-447B-A911-070B61D94E5E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4394200"/>
            <a:ext cx="1219200" cy="1371600"/>
            <a:chOff x="3744" y="3101"/>
            <a:chExt cx="768" cy="864"/>
          </a:xfrm>
        </p:grpSpPr>
        <p:sp>
          <p:nvSpPr>
            <p:cNvPr id="29742" name="Rectangle 35">
              <a:extLst>
                <a:ext uri="{FF2B5EF4-FFF2-40B4-BE49-F238E27FC236}">
                  <a16:creationId xmlns:a16="http://schemas.microsoft.com/office/drawing/2014/main" id="{8F27A811-307C-4F27-8AC1-4DA75991CD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3101"/>
              <a:ext cx="384" cy="86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9743" name="Rectangle 36">
              <a:extLst>
                <a:ext uri="{FF2B5EF4-FFF2-40B4-BE49-F238E27FC236}">
                  <a16:creationId xmlns:a16="http://schemas.microsoft.com/office/drawing/2014/main" id="{A4F2F050-5D96-4E54-83B7-15F477D820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3101"/>
              <a:ext cx="384" cy="86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9744" name="Line 37">
              <a:extLst>
                <a:ext uri="{FF2B5EF4-FFF2-40B4-BE49-F238E27FC236}">
                  <a16:creationId xmlns:a16="http://schemas.microsoft.com/office/drawing/2014/main" id="{E453910F-A2D9-4E05-944E-FE037044C2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92" y="3504"/>
              <a:ext cx="288" cy="77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5" name="Line 38">
              <a:extLst>
                <a:ext uri="{FF2B5EF4-FFF2-40B4-BE49-F238E27FC236}">
                  <a16:creationId xmlns:a16="http://schemas.microsoft.com/office/drawing/2014/main" id="{45FC25C5-42A4-4F22-99FC-30488D6ED5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3504"/>
              <a:ext cx="288" cy="101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39">
            <a:extLst>
              <a:ext uri="{FF2B5EF4-FFF2-40B4-BE49-F238E27FC236}">
                <a16:creationId xmlns:a16="http://schemas.microsoft.com/office/drawing/2014/main" id="{6D41EE54-6749-4C02-840D-7DC78B2EEA3D}"/>
              </a:ext>
            </a:extLst>
          </p:cNvPr>
          <p:cNvGrpSpPr>
            <a:grpSpLocks/>
          </p:cNvGrpSpPr>
          <p:nvPr/>
        </p:nvGrpSpPr>
        <p:grpSpPr bwMode="auto">
          <a:xfrm>
            <a:off x="1189038" y="3814763"/>
            <a:ext cx="1517650" cy="519112"/>
            <a:chOff x="3696" y="2745"/>
            <a:chExt cx="864" cy="327"/>
          </a:xfrm>
        </p:grpSpPr>
        <p:sp>
          <p:nvSpPr>
            <p:cNvPr id="29739" name="Line 40">
              <a:extLst>
                <a:ext uri="{FF2B5EF4-FFF2-40B4-BE49-F238E27FC236}">
                  <a16:creationId xmlns:a16="http://schemas.microsoft.com/office/drawing/2014/main" id="{F7CDB920-970A-4BA6-BE2A-5C1438EDA8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6" y="3059"/>
              <a:ext cx="864" cy="0"/>
            </a:xfrm>
            <a:prstGeom prst="line">
              <a:avLst/>
            </a:prstGeom>
            <a:noFill/>
            <a:ln w="38100">
              <a:solidFill>
                <a:srgbClr val="8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0" name="Text Box 41">
              <a:extLst>
                <a:ext uri="{FF2B5EF4-FFF2-40B4-BE49-F238E27FC236}">
                  <a16:creationId xmlns:a16="http://schemas.microsoft.com/office/drawing/2014/main" id="{3234AE90-9607-46CD-86BD-7E320BF946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6" y="2745"/>
              <a:ext cx="46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/>
                <a:t>H</a:t>
              </a:r>
              <a:r>
                <a:rPr lang="en-US" altLang="zh-CN" sz="2800" b="1">
                  <a:solidFill>
                    <a:srgbClr val="FF0000"/>
                  </a:solidFill>
                </a:rPr>
                <a:t>↑</a:t>
              </a:r>
            </a:p>
          </p:txBody>
        </p:sp>
        <p:sp>
          <p:nvSpPr>
            <p:cNvPr id="29741" name="Text Box 42">
              <a:extLst>
                <a:ext uri="{FF2B5EF4-FFF2-40B4-BE49-F238E27FC236}">
                  <a16:creationId xmlns:a16="http://schemas.microsoft.com/office/drawing/2014/main" id="{96C556E2-13EC-48F1-99A1-36ABDEB24C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2745"/>
              <a:ext cx="34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>
                  <a:solidFill>
                    <a:srgbClr val="FF0000"/>
                  </a:solidFill>
                </a:rPr>
                <a:t>↑</a:t>
              </a:r>
            </a:p>
          </p:txBody>
        </p:sp>
      </p:grpSp>
      <p:grpSp>
        <p:nvGrpSpPr>
          <p:cNvPr id="9" name="Group 43">
            <a:extLst>
              <a:ext uri="{FF2B5EF4-FFF2-40B4-BE49-F238E27FC236}">
                <a16:creationId xmlns:a16="http://schemas.microsoft.com/office/drawing/2014/main" id="{CCCA7F12-3B2B-45F8-A0BE-1C51CBE9B990}"/>
              </a:ext>
            </a:extLst>
          </p:cNvPr>
          <p:cNvGrpSpPr>
            <a:grpSpLocks/>
          </p:cNvGrpSpPr>
          <p:nvPr/>
        </p:nvGrpSpPr>
        <p:grpSpPr bwMode="auto">
          <a:xfrm>
            <a:off x="3563938" y="4322763"/>
            <a:ext cx="1219200" cy="1371600"/>
            <a:chOff x="4752" y="3053"/>
            <a:chExt cx="768" cy="864"/>
          </a:xfrm>
        </p:grpSpPr>
        <p:sp>
          <p:nvSpPr>
            <p:cNvPr id="29735" name="Rectangle 44">
              <a:extLst>
                <a:ext uri="{FF2B5EF4-FFF2-40B4-BE49-F238E27FC236}">
                  <a16:creationId xmlns:a16="http://schemas.microsoft.com/office/drawing/2014/main" id="{C0A1476F-86D2-4D55-95E3-509A714588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2" y="3053"/>
              <a:ext cx="384" cy="86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9736" name="Rectangle 45">
              <a:extLst>
                <a:ext uri="{FF2B5EF4-FFF2-40B4-BE49-F238E27FC236}">
                  <a16:creationId xmlns:a16="http://schemas.microsoft.com/office/drawing/2014/main" id="{F2F3D8B4-AEE2-40EF-A837-14E08B8FA2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3053"/>
              <a:ext cx="384" cy="864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9737" name="Line 46">
              <a:extLst>
                <a:ext uri="{FF2B5EF4-FFF2-40B4-BE49-F238E27FC236}">
                  <a16:creationId xmlns:a16="http://schemas.microsoft.com/office/drawing/2014/main" id="{FC7100F1-E621-4019-944D-1AEFE015B0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00" y="3456"/>
              <a:ext cx="288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8" name="Line 47">
              <a:extLst>
                <a:ext uri="{FF2B5EF4-FFF2-40B4-BE49-F238E27FC236}">
                  <a16:creationId xmlns:a16="http://schemas.microsoft.com/office/drawing/2014/main" id="{D5D91AA8-AD51-4E88-872F-AD224A326D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4" y="3456"/>
              <a:ext cx="288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30448" name="AutoShape 48">
            <a:extLst>
              <a:ext uri="{FF2B5EF4-FFF2-40B4-BE49-F238E27FC236}">
                <a16:creationId xmlns:a16="http://schemas.microsoft.com/office/drawing/2014/main" id="{CC730298-C1AE-4FE6-917C-9ED716DE3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0138" y="4810125"/>
            <a:ext cx="1143000" cy="304800"/>
          </a:xfrm>
          <a:prstGeom prst="rightArrow">
            <a:avLst>
              <a:gd name="adj1" fmla="val 50000"/>
              <a:gd name="adj2" fmla="val 9375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pSp>
        <p:nvGrpSpPr>
          <p:cNvPr id="10" name="Group 49">
            <a:extLst>
              <a:ext uri="{FF2B5EF4-FFF2-40B4-BE49-F238E27FC236}">
                <a16:creationId xmlns:a16="http://schemas.microsoft.com/office/drawing/2014/main" id="{FD9AB903-F636-4A77-935D-2B51E8BAB02C}"/>
              </a:ext>
            </a:extLst>
          </p:cNvPr>
          <p:cNvGrpSpPr>
            <a:grpSpLocks/>
          </p:cNvGrpSpPr>
          <p:nvPr/>
        </p:nvGrpSpPr>
        <p:grpSpPr bwMode="auto">
          <a:xfrm>
            <a:off x="1069975" y="5643563"/>
            <a:ext cx="1717675" cy="701675"/>
            <a:chOff x="3531" y="3841"/>
            <a:chExt cx="1082" cy="442"/>
          </a:xfrm>
        </p:grpSpPr>
        <p:graphicFrame>
          <p:nvGraphicFramePr>
            <p:cNvPr id="29733" name="Object 6">
              <a:extLst>
                <a:ext uri="{FF2B5EF4-FFF2-40B4-BE49-F238E27FC236}">
                  <a16:creationId xmlns:a16="http://schemas.microsoft.com/office/drawing/2014/main" id="{9ED69574-9A18-422C-B32A-0ED8992A4B1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31" y="3908"/>
            <a:ext cx="787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92" name="Equation" r:id="rId7" imgW="1167893" imgH="495085" progId="Equation.DSMT4">
                    <p:embed/>
                  </p:oleObj>
                </mc:Choice>
                <mc:Fallback>
                  <p:oleObj name="Equation" r:id="rId7" imgW="1167893" imgH="495085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31" y="3908"/>
                          <a:ext cx="787" cy="3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34" name="Text Box 51">
              <a:extLst>
                <a:ext uri="{FF2B5EF4-FFF2-40B4-BE49-F238E27FC236}">
                  <a16:creationId xmlns:a16="http://schemas.microsoft.com/office/drawing/2014/main" id="{66D361EB-5866-43CF-ACE4-E3D0506399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3841"/>
              <a:ext cx="437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4000" b="1">
                  <a:solidFill>
                    <a:srgbClr val="FF0000"/>
                  </a:solidFill>
                </a:rPr>
                <a:t>↗</a:t>
              </a:r>
            </a:p>
          </p:txBody>
        </p:sp>
      </p:grpSp>
      <p:grpSp>
        <p:nvGrpSpPr>
          <p:cNvPr id="11" name="Group 52">
            <a:extLst>
              <a:ext uri="{FF2B5EF4-FFF2-40B4-BE49-F238E27FC236}">
                <a16:creationId xmlns:a16="http://schemas.microsoft.com/office/drawing/2014/main" id="{E0B44F79-E604-46DA-8EAF-3117AABB6263}"/>
              </a:ext>
            </a:extLst>
          </p:cNvPr>
          <p:cNvGrpSpPr>
            <a:grpSpLocks/>
          </p:cNvGrpSpPr>
          <p:nvPr/>
        </p:nvGrpSpPr>
        <p:grpSpPr bwMode="auto">
          <a:xfrm>
            <a:off x="5868988" y="2909888"/>
            <a:ext cx="1374775" cy="693737"/>
            <a:chOff x="2468" y="3840"/>
            <a:chExt cx="866" cy="437"/>
          </a:xfrm>
        </p:grpSpPr>
        <p:graphicFrame>
          <p:nvGraphicFramePr>
            <p:cNvPr id="29731" name="Object 5">
              <a:extLst>
                <a:ext uri="{FF2B5EF4-FFF2-40B4-BE49-F238E27FC236}">
                  <a16:creationId xmlns:a16="http://schemas.microsoft.com/office/drawing/2014/main" id="{DAC1F11D-2F65-4D6F-9271-B8CB27239FA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68" y="3947"/>
            <a:ext cx="584" cy="3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93" name="Equation" r:id="rId9" imgW="926698" imgH="495085" progId="Equation.DSMT4">
                    <p:embed/>
                  </p:oleObj>
                </mc:Choice>
                <mc:Fallback>
                  <p:oleObj name="Equation" r:id="rId9" imgW="926698" imgH="495085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68" y="3947"/>
                          <a:ext cx="584" cy="3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32" name="Text Box 54">
              <a:extLst>
                <a:ext uri="{FF2B5EF4-FFF2-40B4-BE49-F238E27FC236}">
                  <a16:creationId xmlns:a16="http://schemas.microsoft.com/office/drawing/2014/main" id="{B3379689-6D71-4C54-8859-4F69526DE7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3840"/>
              <a:ext cx="406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3600" b="1">
                  <a:solidFill>
                    <a:srgbClr val="FF0000"/>
                  </a:solidFill>
                </a:rPr>
                <a:t>↑</a:t>
              </a:r>
            </a:p>
          </p:txBody>
        </p:sp>
      </p:grpSp>
      <p:grpSp>
        <p:nvGrpSpPr>
          <p:cNvPr id="12" name="Group 55">
            <a:extLst>
              <a:ext uri="{FF2B5EF4-FFF2-40B4-BE49-F238E27FC236}">
                <a16:creationId xmlns:a16="http://schemas.microsoft.com/office/drawing/2014/main" id="{A89E00A4-F196-471C-B0A9-B983510E1E7B}"/>
              </a:ext>
            </a:extLst>
          </p:cNvPr>
          <p:cNvGrpSpPr>
            <a:grpSpLocks/>
          </p:cNvGrpSpPr>
          <p:nvPr/>
        </p:nvGrpSpPr>
        <p:grpSpPr bwMode="auto">
          <a:xfrm>
            <a:off x="3519488" y="5715000"/>
            <a:ext cx="1339850" cy="522288"/>
            <a:chOff x="4628" y="3930"/>
            <a:chExt cx="844" cy="329"/>
          </a:xfrm>
        </p:grpSpPr>
        <p:graphicFrame>
          <p:nvGraphicFramePr>
            <p:cNvPr id="29729" name="Object 4">
              <a:extLst>
                <a:ext uri="{FF2B5EF4-FFF2-40B4-BE49-F238E27FC236}">
                  <a16:creationId xmlns:a16="http://schemas.microsoft.com/office/drawing/2014/main" id="{F70EF33E-5C1E-434F-BB64-9655235EC50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28" y="3930"/>
            <a:ext cx="584" cy="3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94" name="Equation" r:id="rId11" imgW="926698" imgH="495085" progId="Equation.DSMT4">
                    <p:embed/>
                  </p:oleObj>
                </mc:Choice>
                <mc:Fallback>
                  <p:oleObj name="Equation" r:id="rId11" imgW="926698" imgH="495085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28" y="3930"/>
                          <a:ext cx="584" cy="3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30" name="Line 57">
              <a:extLst>
                <a:ext uri="{FF2B5EF4-FFF2-40B4-BE49-F238E27FC236}">
                  <a16:creationId xmlns:a16="http://schemas.microsoft.com/office/drawing/2014/main" id="{250F2359-D1BF-4116-A9DF-67F8DF1AB9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4" y="4080"/>
              <a:ext cx="28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30459" name="Text Box 59">
            <a:extLst>
              <a:ext uri="{FF2B5EF4-FFF2-40B4-BE49-F238E27FC236}">
                <a16:creationId xmlns:a16="http://schemas.microsoft.com/office/drawing/2014/main" id="{E6D8BEBD-8912-427C-8212-3D6C782ECB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338" y="561975"/>
            <a:ext cx="77914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FF0000"/>
                </a:solidFill>
              </a:rPr>
              <a:t>★</a:t>
            </a:r>
            <a:r>
              <a:rPr lang="en-US" altLang="zh-CN" sz="2800" b="1">
                <a:solidFill>
                  <a:srgbClr val="003300"/>
                </a:solidFill>
              </a:rPr>
              <a:t> </a:t>
            </a:r>
            <a:r>
              <a:rPr lang="zh-CN" altLang="en-US" sz="2800" b="1">
                <a:solidFill>
                  <a:srgbClr val="003300"/>
                </a:solidFill>
              </a:rPr>
              <a:t>磁畴的变化可用金相显微镜观测</a:t>
            </a:r>
          </a:p>
        </p:txBody>
      </p:sp>
      <p:grpSp>
        <p:nvGrpSpPr>
          <p:cNvPr id="13" name="Group 60">
            <a:extLst>
              <a:ext uri="{FF2B5EF4-FFF2-40B4-BE49-F238E27FC236}">
                <a16:creationId xmlns:a16="http://schemas.microsoft.com/office/drawing/2014/main" id="{CC6C4B02-CBCC-4F5E-88EE-3080C6A279C5}"/>
              </a:ext>
            </a:extLst>
          </p:cNvPr>
          <p:cNvGrpSpPr>
            <a:grpSpLocks/>
          </p:cNvGrpSpPr>
          <p:nvPr/>
        </p:nvGrpSpPr>
        <p:grpSpPr bwMode="auto">
          <a:xfrm>
            <a:off x="3468688" y="3692525"/>
            <a:ext cx="1371600" cy="581025"/>
            <a:chOff x="4704" y="2649"/>
            <a:chExt cx="864" cy="366"/>
          </a:xfrm>
        </p:grpSpPr>
        <p:sp>
          <p:nvSpPr>
            <p:cNvPr id="29725" name="Line 61">
              <a:extLst>
                <a:ext uri="{FF2B5EF4-FFF2-40B4-BE49-F238E27FC236}">
                  <a16:creationId xmlns:a16="http://schemas.microsoft.com/office/drawing/2014/main" id="{F2D98C5C-EF13-4CA0-8CFA-43D5F9CBDD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3002"/>
              <a:ext cx="864" cy="0"/>
            </a:xfrm>
            <a:prstGeom prst="line">
              <a:avLst/>
            </a:prstGeom>
            <a:noFill/>
            <a:ln w="38100">
              <a:solidFill>
                <a:srgbClr val="8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6" name="Text Box 62">
              <a:extLst>
                <a:ext uri="{FF2B5EF4-FFF2-40B4-BE49-F238E27FC236}">
                  <a16:creationId xmlns:a16="http://schemas.microsoft.com/office/drawing/2014/main" id="{C40B14BE-E7A8-4A85-A6B1-C94357802E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34" y="2688"/>
              <a:ext cx="51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/>
                <a:t>H</a:t>
              </a:r>
              <a:r>
                <a:rPr lang="en-US" altLang="zh-CN" sz="2800" b="1">
                  <a:solidFill>
                    <a:srgbClr val="FF0000"/>
                  </a:solidFill>
                </a:rPr>
                <a:t>↑</a:t>
              </a:r>
            </a:p>
          </p:txBody>
        </p:sp>
        <p:sp>
          <p:nvSpPr>
            <p:cNvPr id="29727" name="Text Box 63">
              <a:extLst>
                <a:ext uri="{FF2B5EF4-FFF2-40B4-BE49-F238E27FC236}">
                  <a16:creationId xmlns:a16="http://schemas.microsoft.com/office/drawing/2014/main" id="{0418819E-4B85-44D9-8071-6430BFC325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40" y="2688"/>
              <a:ext cx="34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>
                  <a:solidFill>
                    <a:srgbClr val="FF0000"/>
                  </a:solidFill>
                </a:rPr>
                <a:t>↑</a:t>
              </a:r>
            </a:p>
          </p:txBody>
        </p:sp>
        <p:sp>
          <p:nvSpPr>
            <p:cNvPr id="29728" name="Text Box 64">
              <a:extLst>
                <a:ext uri="{FF2B5EF4-FFF2-40B4-BE49-F238E27FC236}">
                  <a16:creationId xmlns:a16="http://schemas.microsoft.com/office/drawing/2014/main" id="{EAC97C56-0822-40FE-B6E8-ED32D7830D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78" y="2649"/>
              <a:ext cx="34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>
                  <a:solidFill>
                    <a:srgbClr val="FF0000"/>
                  </a:solidFill>
                </a:rPr>
                <a:t>↑</a:t>
              </a:r>
            </a:p>
          </p:txBody>
        </p:sp>
      </p:grpSp>
      <p:sp>
        <p:nvSpPr>
          <p:cNvPr id="230465" name="Line 65">
            <a:extLst>
              <a:ext uri="{FF2B5EF4-FFF2-40B4-BE49-F238E27FC236}">
                <a16:creationId xmlns:a16="http://schemas.microsoft.com/office/drawing/2014/main" id="{3D6BE966-8EC3-4BB8-963D-12D481464155}"/>
              </a:ext>
            </a:extLst>
          </p:cNvPr>
          <p:cNvSpPr>
            <a:spLocks noChangeShapeType="1"/>
          </p:cNvSpPr>
          <p:nvPr/>
        </p:nvSpPr>
        <p:spPr bwMode="auto">
          <a:xfrm>
            <a:off x="5724525" y="5907088"/>
            <a:ext cx="2238375" cy="0"/>
          </a:xfrm>
          <a:prstGeom prst="line">
            <a:avLst/>
          </a:prstGeom>
          <a:noFill/>
          <a:ln w="412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0466" name="Line 66">
            <a:extLst>
              <a:ext uri="{FF2B5EF4-FFF2-40B4-BE49-F238E27FC236}">
                <a16:creationId xmlns:a16="http://schemas.microsoft.com/office/drawing/2014/main" id="{D6933146-957A-4090-A4DA-289CED540DF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24525" y="4130675"/>
            <a:ext cx="0" cy="1809750"/>
          </a:xfrm>
          <a:prstGeom prst="line">
            <a:avLst/>
          </a:prstGeom>
          <a:noFill/>
          <a:ln w="412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0467" name="Arc 67">
            <a:extLst>
              <a:ext uri="{FF2B5EF4-FFF2-40B4-BE49-F238E27FC236}">
                <a16:creationId xmlns:a16="http://schemas.microsoft.com/office/drawing/2014/main" id="{3FB03626-9337-40F9-AC21-CF659EB9C41E}"/>
              </a:ext>
            </a:extLst>
          </p:cNvPr>
          <p:cNvSpPr>
            <a:spLocks/>
          </p:cNvSpPr>
          <p:nvPr/>
        </p:nvSpPr>
        <p:spPr bwMode="auto">
          <a:xfrm flipV="1">
            <a:off x="5737225" y="5297488"/>
            <a:ext cx="419100" cy="609600"/>
          </a:xfrm>
          <a:custGeom>
            <a:avLst/>
            <a:gdLst>
              <a:gd name="T0" fmla="*/ 0 w 19577"/>
              <a:gd name="T1" fmla="*/ 0 h 21600"/>
              <a:gd name="T2" fmla="*/ 2147483646 w 19577"/>
              <a:gd name="T3" fmla="*/ 2147483646 h 21600"/>
              <a:gd name="T4" fmla="*/ 0 w 19577"/>
              <a:gd name="T5" fmla="*/ 2147483646 h 21600"/>
              <a:gd name="T6" fmla="*/ 0 60000 65536"/>
              <a:gd name="T7" fmla="*/ 0 60000 65536"/>
              <a:gd name="T8" fmla="*/ 0 60000 65536"/>
              <a:gd name="T9" fmla="*/ 0 w 19577"/>
              <a:gd name="T10" fmla="*/ 0 h 21600"/>
              <a:gd name="T11" fmla="*/ 19577 w 19577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577" h="21600" fill="none" extrusionOk="0">
                <a:moveTo>
                  <a:pt x="-1" y="0"/>
                </a:moveTo>
                <a:cubicBezTo>
                  <a:pt x="8395" y="0"/>
                  <a:pt x="16029" y="4864"/>
                  <a:pt x="19576" y="12473"/>
                </a:cubicBezTo>
              </a:path>
              <a:path w="19577" h="21600" stroke="0" extrusionOk="0">
                <a:moveTo>
                  <a:pt x="-1" y="0"/>
                </a:moveTo>
                <a:cubicBezTo>
                  <a:pt x="8395" y="0"/>
                  <a:pt x="16029" y="4864"/>
                  <a:pt x="19576" y="12473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0468" name="Line 68">
            <a:extLst>
              <a:ext uri="{FF2B5EF4-FFF2-40B4-BE49-F238E27FC236}">
                <a16:creationId xmlns:a16="http://schemas.microsoft.com/office/drawing/2014/main" id="{92D7FCDF-EE8C-4D75-9FD1-81BD73E33C6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56325" y="4862513"/>
            <a:ext cx="107950" cy="70485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0469" name="Arc 69">
            <a:extLst>
              <a:ext uri="{FF2B5EF4-FFF2-40B4-BE49-F238E27FC236}">
                <a16:creationId xmlns:a16="http://schemas.microsoft.com/office/drawing/2014/main" id="{FEA15564-9C83-4F59-8E57-C468DC17C375}"/>
              </a:ext>
            </a:extLst>
          </p:cNvPr>
          <p:cNvSpPr>
            <a:spLocks/>
          </p:cNvSpPr>
          <p:nvPr/>
        </p:nvSpPr>
        <p:spPr bwMode="auto">
          <a:xfrm flipV="1">
            <a:off x="6264275" y="4503738"/>
            <a:ext cx="520700" cy="719137"/>
          </a:xfrm>
          <a:custGeom>
            <a:avLst/>
            <a:gdLst>
              <a:gd name="T0" fmla="*/ 2147483646 w 19074"/>
              <a:gd name="T1" fmla="*/ 2147483646 h 21600"/>
              <a:gd name="T2" fmla="*/ 0 w 19074"/>
              <a:gd name="T3" fmla="*/ 2147483646 h 21600"/>
              <a:gd name="T4" fmla="*/ 2147483646 w 19074"/>
              <a:gd name="T5" fmla="*/ 0 h 21600"/>
              <a:gd name="T6" fmla="*/ 0 60000 65536"/>
              <a:gd name="T7" fmla="*/ 0 60000 65536"/>
              <a:gd name="T8" fmla="*/ 0 60000 65536"/>
              <a:gd name="T9" fmla="*/ 0 w 19074"/>
              <a:gd name="T10" fmla="*/ 0 h 21600"/>
              <a:gd name="T11" fmla="*/ 19074 w 19074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074" h="21600" fill="none" extrusionOk="0">
                <a:moveTo>
                  <a:pt x="19073" y="21599"/>
                </a:moveTo>
                <a:cubicBezTo>
                  <a:pt x="19034" y="21599"/>
                  <a:pt x="18994" y="21599"/>
                  <a:pt x="18955" y="21600"/>
                </a:cubicBezTo>
                <a:cubicBezTo>
                  <a:pt x="11056" y="21600"/>
                  <a:pt x="3787" y="17288"/>
                  <a:pt x="-1" y="10357"/>
                </a:cubicBezTo>
              </a:path>
              <a:path w="19074" h="21600" stroke="0" extrusionOk="0">
                <a:moveTo>
                  <a:pt x="19073" y="21599"/>
                </a:moveTo>
                <a:cubicBezTo>
                  <a:pt x="19034" y="21599"/>
                  <a:pt x="18994" y="21599"/>
                  <a:pt x="18955" y="21600"/>
                </a:cubicBezTo>
                <a:cubicBezTo>
                  <a:pt x="11056" y="21600"/>
                  <a:pt x="3787" y="17288"/>
                  <a:pt x="-1" y="10357"/>
                </a:cubicBezTo>
                <a:lnTo>
                  <a:pt x="18955" y="0"/>
                </a:lnTo>
                <a:lnTo>
                  <a:pt x="19073" y="21599"/>
                </a:lnTo>
                <a:close/>
              </a:path>
            </a:pathLst>
          </a:cu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0470" name="Line 70">
            <a:extLst>
              <a:ext uri="{FF2B5EF4-FFF2-40B4-BE49-F238E27FC236}">
                <a16:creationId xmlns:a16="http://schemas.microsoft.com/office/drawing/2014/main" id="{FA39098A-245C-4C53-B29A-AE90A0387CF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67513" y="4467225"/>
            <a:ext cx="541337" cy="3492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0471" name="Text Box 71">
            <a:extLst>
              <a:ext uri="{FF2B5EF4-FFF2-40B4-BE49-F238E27FC236}">
                <a16:creationId xmlns:a16="http://schemas.microsoft.com/office/drawing/2014/main" id="{8ECE6E1F-7006-4571-95BB-ACC01476AA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1925" y="5373688"/>
            <a:ext cx="460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/>
              <a:t>H</a:t>
            </a:r>
          </a:p>
        </p:txBody>
      </p:sp>
      <p:sp>
        <p:nvSpPr>
          <p:cNvPr id="230472" name="Text Box 72">
            <a:extLst>
              <a:ext uri="{FF2B5EF4-FFF2-40B4-BE49-F238E27FC236}">
                <a16:creationId xmlns:a16="http://schemas.microsoft.com/office/drawing/2014/main" id="{1EE81970-9939-4C4F-AECB-29129753F7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2950" y="3743325"/>
            <a:ext cx="6254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/>
              <a:t>B</a:t>
            </a:r>
          </a:p>
        </p:txBody>
      </p:sp>
      <p:sp>
        <p:nvSpPr>
          <p:cNvPr id="29723" name="Text Box 75">
            <a:extLst>
              <a:ext uri="{FF2B5EF4-FFF2-40B4-BE49-F238E27FC236}">
                <a16:creationId xmlns:a16="http://schemas.microsoft.com/office/drawing/2014/main" id="{E7C9C53D-C67A-42E7-B657-194089F72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4100" y="6440488"/>
            <a:ext cx="4159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r>
          </a:p>
        </p:txBody>
      </p:sp>
      <p:sp>
        <p:nvSpPr>
          <p:cNvPr id="29724" name="灯片编号占位符 13">
            <a:extLst>
              <a:ext uri="{FF2B5EF4-FFF2-40B4-BE49-F238E27FC236}">
                <a16:creationId xmlns:a16="http://schemas.microsoft.com/office/drawing/2014/main" id="{5C10378F-A46C-4F9A-B151-4EE11616A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130B9B5-7D0A-4621-9EA7-135D37AE3B3A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zh-CN" sz="1400"/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300"/>
                                        <p:tgtEl>
                                          <p:spTgt spid="230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304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304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1" dur="500"/>
                                        <p:tgtEl>
                                          <p:spTgt spid="230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304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304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304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304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304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304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30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9" dur="500"/>
                                        <p:tgtEl>
                                          <p:spTgt spid="230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230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1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7" dur="500"/>
                                        <p:tgtEl>
                                          <p:spTgt spid="230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230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230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230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230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411" grpId="0" autoUpdateAnimBg="0"/>
      <p:bldP spid="230448" grpId="0" animBg="1"/>
      <p:bldP spid="230459" grpId="0" autoUpdateAnimBg="0"/>
      <p:bldP spid="230471" grpId="0" autoUpdateAnimBg="0"/>
      <p:bldP spid="230472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AutoShape 2">
            <a:extLst>
              <a:ext uri="{FF2B5EF4-FFF2-40B4-BE49-F238E27FC236}">
                <a16:creationId xmlns:a16="http://schemas.microsoft.com/office/drawing/2014/main" id="{5696A68C-9F0C-494D-9C78-B24F608EB4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260350"/>
            <a:ext cx="1800225" cy="1079500"/>
          </a:xfrm>
          <a:prstGeom prst="horizontalScroll">
            <a:avLst>
              <a:gd name="adj" fmla="val 12500"/>
            </a:avLst>
          </a:prstGeom>
          <a:solidFill>
            <a:srgbClr val="0000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31427" name="Text Box 3">
            <a:extLst>
              <a:ext uri="{FF2B5EF4-FFF2-40B4-BE49-F238E27FC236}">
                <a16:creationId xmlns:a16="http://schemas.microsoft.com/office/drawing/2014/main" id="{7449853A-C355-4373-AE03-5DA7F14875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413" y="3135313"/>
            <a:ext cx="8510587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/>
              <a:t>2</a:t>
            </a:r>
            <a:r>
              <a:rPr lang="en-US" altLang="zh-CN" sz="2800" b="1">
                <a:solidFill>
                  <a:srgbClr val="003300"/>
                </a:solidFill>
                <a:cs typeface="Times New Roman" panose="02020603050405020304" pitchFamily="18" charset="0"/>
              </a:rPr>
              <a:t>º  </a:t>
            </a: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磁滞</a:t>
            </a:r>
            <a:r>
              <a:rPr lang="zh-CN" altLang="en-US" sz="2800" b="1">
                <a:solidFill>
                  <a:srgbClr val="003300"/>
                </a:solidFill>
              </a:rPr>
              <a:t>现象是由于材料有杂质和内应力等的作用，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3300"/>
                </a:solidFill>
              </a:rPr>
              <a:t>     当撤掉外磁场时，磁畴的畴壁很难恢复到原来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3300"/>
                </a:solidFill>
              </a:rPr>
              <a:t>     的形状而表现出来。</a:t>
            </a:r>
          </a:p>
        </p:txBody>
      </p:sp>
      <p:sp>
        <p:nvSpPr>
          <p:cNvPr id="231428" name="Text Box 4">
            <a:extLst>
              <a:ext uri="{FF2B5EF4-FFF2-40B4-BE49-F238E27FC236}">
                <a16:creationId xmlns:a16="http://schemas.microsoft.com/office/drawing/2014/main" id="{57435A93-F797-4607-AC65-7C02A7715B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338" y="4557713"/>
            <a:ext cx="8475662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3300"/>
                </a:solidFill>
              </a:rPr>
              <a:t>3</a:t>
            </a:r>
            <a:r>
              <a:rPr lang="en-US" altLang="zh-CN" sz="2800" b="1">
                <a:solidFill>
                  <a:srgbClr val="003300"/>
                </a:solidFill>
                <a:cs typeface="Times New Roman" panose="02020603050405020304" pitchFamily="18" charset="0"/>
              </a:rPr>
              <a:t>º </a:t>
            </a:r>
            <a:r>
              <a:rPr lang="zh-CN" altLang="en-US" sz="2800" b="1">
                <a:solidFill>
                  <a:srgbClr val="003300"/>
                </a:solidFill>
              </a:rPr>
              <a:t>当温度升高时，热运动会瓦解磁畴内磁矩的规则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3300"/>
                </a:solidFill>
              </a:rPr>
              <a:t>    排列。在临界温度（相变温度</a:t>
            </a:r>
            <a:r>
              <a:rPr lang="en-US" altLang="zh-CN" sz="2800" b="1" i="1">
                <a:solidFill>
                  <a:srgbClr val="003300"/>
                </a:solidFill>
              </a:rPr>
              <a:t>Tc</a:t>
            </a:r>
            <a:r>
              <a:rPr lang="en-US" altLang="zh-CN" sz="2800" b="1">
                <a:solidFill>
                  <a:srgbClr val="003300"/>
                </a:solidFill>
              </a:rPr>
              <a:t> </a:t>
            </a:r>
            <a:r>
              <a:rPr lang="zh-CN" altLang="en-US" sz="2800" b="1">
                <a:solidFill>
                  <a:srgbClr val="003300"/>
                </a:solidFill>
              </a:rPr>
              <a:t>）时，铁磁质完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3300"/>
                </a:solidFill>
              </a:rPr>
              <a:t>    全变成了顺磁质。</a:t>
            </a: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居里点</a:t>
            </a:r>
            <a:r>
              <a:rPr lang="zh-CN" altLang="en-US" sz="2800" b="1">
                <a:solidFill>
                  <a:srgbClr val="FF0000"/>
                </a:solidFill>
              </a:rPr>
              <a:t> </a:t>
            </a:r>
            <a:r>
              <a:rPr lang="en-US" altLang="zh-CN" sz="2800" b="1" i="1">
                <a:solidFill>
                  <a:srgbClr val="FF0000"/>
                </a:solidFill>
              </a:rPr>
              <a:t>Tc</a:t>
            </a:r>
            <a:r>
              <a:rPr lang="zh-CN" altLang="en-US" sz="2800" b="1">
                <a:solidFill>
                  <a:schemeClr val="tx2"/>
                </a:solidFill>
              </a:rPr>
              <a:t>（</a:t>
            </a:r>
            <a:r>
              <a:rPr lang="en-US" altLang="zh-CN" sz="2400" b="1">
                <a:solidFill>
                  <a:schemeClr val="tx2"/>
                </a:solidFill>
              </a:rPr>
              <a:t>Curie Point</a:t>
            </a:r>
            <a:r>
              <a:rPr lang="zh-CN" altLang="en-US" sz="2800" b="1">
                <a:solidFill>
                  <a:schemeClr val="tx2"/>
                </a:solidFill>
              </a:rPr>
              <a:t>）</a:t>
            </a:r>
          </a:p>
        </p:txBody>
      </p:sp>
      <p:sp>
        <p:nvSpPr>
          <p:cNvPr id="231429" name="Text Box 5">
            <a:extLst>
              <a:ext uri="{FF2B5EF4-FFF2-40B4-BE49-F238E27FC236}">
                <a16:creationId xmlns:a16="http://schemas.microsoft.com/office/drawing/2014/main" id="{6F0D50CB-8A68-4BB4-80BA-7060CB5582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775" y="1208088"/>
            <a:ext cx="8351838" cy="186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3300"/>
                </a:solidFill>
              </a:rPr>
              <a:t>1</a:t>
            </a:r>
            <a:r>
              <a:rPr lang="en-US" altLang="zh-CN" sz="2800" b="1">
                <a:solidFill>
                  <a:srgbClr val="003300"/>
                </a:solidFill>
                <a:cs typeface="Times New Roman" panose="02020603050405020304" pitchFamily="18" charset="0"/>
              </a:rPr>
              <a:t>º </a:t>
            </a:r>
            <a:r>
              <a:rPr lang="zh-CN" altLang="en-US" sz="2800" b="1">
                <a:solidFill>
                  <a:srgbClr val="003300"/>
                </a:solidFill>
              </a:rPr>
              <a:t>当全部磁畴都沿外磁场方向时</a:t>
            </a:r>
            <a:r>
              <a:rPr lang="en-US" altLang="zh-CN" sz="2800" b="1">
                <a:solidFill>
                  <a:srgbClr val="003300"/>
                </a:solidFill>
              </a:rPr>
              <a:t>, </a:t>
            </a:r>
            <a:r>
              <a:rPr lang="zh-CN" altLang="en-US" sz="2800" b="1">
                <a:solidFill>
                  <a:srgbClr val="003300"/>
                </a:solidFill>
              </a:rPr>
              <a:t>铁磁质的磁化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3300"/>
                </a:solidFill>
              </a:rPr>
              <a:t>     就达到饱和状态。饱和磁化强度</a:t>
            </a:r>
            <a:r>
              <a:rPr lang="en-US" altLang="en-US" sz="2800" b="1" i="1">
                <a:solidFill>
                  <a:srgbClr val="003300"/>
                </a:solidFill>
              </a:rPr>
              <a:t>M</a:t>
            </a:r>
            <a:r>
              <a:rPr lang="en-US" altLang="en-US" sz="2800" b="1" i="1" baseline="-25000">
                <a:solidFill>
                  <a:srgbClr val="003300"/>
                </a:solidFill>
              </a:rPr>
              <a:t>S</a:t>
            </a:r>
            <a:r>
              <a:rPr lang="zh-CN" altLang="en-US" sz="2800" b="1">
                <a:solidFill>
                  <a:srgbClr val="003300"/>
                </a:solidFill>
              </a:rPr>
              <a:t>等于每个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3300"/>
                </a:solidFill>
              </a:rPr>
              <a:t>    磁畴中原来的磁化强度，该值很大。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3300"/>
                </a:solidFill>
              </a:rPr>
              <a:t>                        </a:t>
            </a:r>
            <a:r>
              <a:rPr lang="en-US" altLang="zh-CN" sz="2800" b="1">
                <a:solidFill>
                  <a:srgbClr val="FF0066"/>
                </a:solidFill>
              </a:rPr>
              <a:t>——</a:t>
            </a:r>
            <a:r>
              <a:rPr lang="zh-CN" altLang="en-US" sz="2800" b="1">
                <a:solidFill>
                  <a:srgbClr val="003300"/>
                </a:solidFill>
              </a:rPr>
              <a:t>这就是铁磁质磁性 </a:t>
            </a:r>
            <a:r>
              <a:rPr lang="zh-CN" altLang="en-US" b="1" i="1">
                <a:sym typeface="Symbol" panose="05050102010706020507" pitchFamily="18" charset="2"/>
              </a:rPr>
              <a:t></a:t>
            </a:r>
            <a:r>
              <a:rPr lang="en-US" altLang="zh-CN" b="1" i="1" baseline="-25000">
                <a:sym typeface="Symbol" panose="05050102010706020507" pitchFamily="18" charset="2"/>
              </a:rPr>
              <a:t>r</a:t>
            </a:r>
            <a:r>
              <a:rPr lang="zh-CN" altLang="en-US" sz="2800" b="1">
                <a:sym typeface="Symbol" panose="05050102010706020507" pitchFamily="18" charset="2"/>
              </a:rPr>
              <a:t>大的原因</a:t>
            </a:r>
          </a:p>
        </p:txBody>
      </p:sp>
      <p:sp>
        <p:nvSpPr>
          <p:cNvPr id="231430" name="Text Box 6">
            <a:extLst>
              <a:ext uri="{FF2B5EF4-FFF2-40B4-BE49-F238E27FC236}">
                <a16:creationId xmlns:a16="http://schemas.microsoft.com/office/drawing/2014/main" id="{F18CE92D-0BA9-426D-AB27-770FE1753D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525" y="434975"/>
            <a:ext cx="319087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4400">
                <a:solidFill>
                  <a:schemeClr val="bg1"/>
                </a:solidFill>
                <a:ea typeface="隶书" panose="02010509060101010101" pitchFamily="49" charset="-122"/>
              </a:rPr>
              <a:t>说明：</a:t>
            </a:r>
          </a:p>
        </p:txBody>
      </p:sp>
      <p:sp>
        <p:nvSpPr>
          <p:cNvPr id="231431" name="Text Box 7">
            <a:extLst>
              <a:ext uri="{FF2B5EF4-FFF2-40B4-BE49-F238E27FC236}">
                <a16:creationId xmlns:a16="http://schemas.microsoft.com/office/drawing/2014/main" id="{32153E51-F3C0-4E95-8B19-9D0E232347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1738" y="6005513"/>
            <a:ext cx="76898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800" b="1">
                <a:latin typeface="Arial" charset="0"/>
              </a:rPr>
              <a:t>如：铁为 </a:t>
            </a:r>
            <a:r>
              <a:rPr lang="en-US" altLang="zh-CN" sz="2800" b="1">
                <a:latin typeface="Arial" charset="0"/>
              </a:rPr>
              <a:t>1040</a:t>
            </a:r>
            <a:r>
              <a:rPr lang="en-US" altLang="zh-CN" sz="2800" b="1" i="1">
                <a:latin typeface="Arial" charset="0"/>
              </a:rPr>
              <a:t>K</a:t>
            </a:r>
            <a:r>
              <a:rPr lang="zh-CN" altLang="en-US" sz="2800" b="1">
                <a:latin typeface="Arial" charset="0"/>
              </a:rPr>
              <a:t>，钴为 </a:t>
            </a:r>
            <a:r>
              <a:rPr lang="en-US" altLang="zh-CN" sz="2800" b="1">
                <a:latin typeface="Arial" charset="0"/>
              </a:rPr>
              <a:t>1390</a:t>
            </a:r>
            <a:r>
              <a:rPr lang="en-US" altLang="zh-CN" sz="2800" b="1" i="1">
                <a:latin typeface="Arial" charset="0"/>
              </a:rPr>
              <a:t>K</a:t>
            </a:r>
            <a:r>
              <a:rPr lang="zh-CN" altLang="en-US" sz="2800" b="1">
                <a:latin typeface="Arial" charset="0"/>
              </a:rPr>
              <a:t>，  镍为 </a:t>
            </a:r>
            <a:r>
              <a:rPr lang="en-US" altLang="zh-CN" sz="2800" b="1">
                <a:latin typeface="Arial" charset="0"/>
              </a:rPr>
              <a:t>630</a:t>
            </a:r>
            <a:r>
              <a:rPr lang="en-US" altLang="zh-CN" sz="2800" b="1" i="1">
                <a:latin typeface="Arial" charset="0"/>
              </a:rPr>
              <a:t>K</a:t>
            </a:r>
            <a:endParaRPr lang="en-US" altLang="zh-CN" sz="2800" b="1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30728" name="Text Box 75">
            <a:extLst>
              <a:ext uri="{FF2B5EF4-FFF2-40B4-BE49-F238E27FC236}">
                <a16:creationId xmlns:a16="http://schemas.microsoft.com/office/drawing/2014/main" id="{E5A69546-AB01-45C8-8AF8-8537BB1C97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4100" y="6440488"/>
            <a:ext cx="4159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r>
          </a:p>
        </p:txBody>
      </p:sp>
      <p:sp>
        <p:nvSpPr>
          <p:cNvPr id="30729" name="灯片编号占位符 1">
            <a:extLst>
              <a:ext uri="{FF2B5EF4-FFF2-40B4-BE49-F238E27FC236}">
                <a16:creationId xmlns:a16="http://schemas.microsoft.com/office/drawing/2014/main" id="{3AF07BBE-55D3-434E-B1A5-776A0AFEB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BC2EFDE-8CF9-43F0-8118-DEFB2DB262EF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zh-CN" sz="1400"/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314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14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231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314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314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231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31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31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31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31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1426" grpId="0" animBg="1"/>
      <p:bldP spid="231427" grpId="0" autoUpdateAnimBg="0"/>
      <p:bldP spid="231428" grpId="0" autoUpdateAnimBg="0"/>
      <p:bldP spid="231429" grpId="0" autoUpdateAnimBg="0"/>
      <p:bldP spid="231430" grpId="0"/>
      <p:bldP spid="231431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Text Box 2">
            <a:extLst>
              <a:ext uri="{FF2B5EF4-FFF2-40B4-BE49-F238E27FC236}">
                <a16:creationId xmlns:a16="http://schemas.microsoft.com/office/drawing/2014/main" id="{D7CAB6CB-F426-4559-8AD4-92918B8FDF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675" y="1052513"/>
            <a:ext cx="41957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（</a:t>
            </a:r>
            <a:r>
              <a:rPr lang="en-US" altLang="zh-CN" sz="2800" b="1"/>
              <a:t>1</a:t>
            </a:r>
            <a:r>
              <a:rPr lang="zh-CN" altLang="en-US" sz="2800" b="1"/>
              <a:t>）软磁材料</a:t>
            </a:r>
          </a:p>
        </p:txBody>
      </p:sp>
      <p:sp>
        <p:nvSpPr>
          <p:cNvPr id="232451" name="Text Box 3">
            <a:extLst>
              <a:ext uri="{FF2B5EF4-FFF2-40B4-BE49-F238E27FC236}">
                <a16:creationId xmlns:a16="http://schemas.microsoft.com/office/drawing/2014/main" id="{6EA615C4-6F09-4497-B332-98B47E6009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3028950"/>
            <a:ext cx="75612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i="1">
                <a:solidFill>
                  <a:srgbClr val="FF0000"/>
                </a:solidFill>
                <a:sym typeface="Symbol" panose="05050102010706020507" pitchFamily="18" charset="2"/>
              </a:rPr>
              <a:t></a:t>
            </a:r>
            <a:r>
              <a:rPr lang="en-US" altLang="zh-CN" sz="4000" b="1" i="1" baseline="-25000">
                <a:solidFill>
                  <a:srgbClr val="FF0000"/>
                </a:solidFill>
                <a:sym typeface="Symbol" panose="05050102010706020507" pitchFamily="18" charset="2"/>
              </a:rPr>
              <a:t>r</a:t>
            </a:r>
            <a:r>
              <a:rPr lang="zh-CN" altLang="en-US" sz="2800" b="1">
                <a:solidFill>
                  <a:srgbClr val="FF0000"/>
                </a:solidFill>
                <a:sym typeface="Symbol" panose="05050102010706020507" pitchFamily="18" charset="2"/>
              </a:rPr>
              <a:t>大</a:t>
            </a:r>
            <a:r>
              <a:rPr lang="en-US" altLang="zh-CN" sz="2800" b="1">
                <a:solidFill>
                  <a:schemeClr val="tx2"/>
                </a:solidFill>
                <a:sym typeface="Symbol" panose="05050102010706020507" pitchFamily="18" charset="2"/>
              </a:rPr>
              <a:t>,</a:t>
            </a:r>
            <a:r>
              <a:rPr lang="zh-CN" altLang="en-US" sz="2800" b="1">
                <a:sym typeface="Symbol" panose="05050102010706020507" pitchFamily="18" charset="2"/>
              </a:rPr>
              <a:t>（</a:t>
            </a:r>
            <a:r>
              <a:rPr lang="zh-CN" altLang="en-US" sz="2400" b="1">
                <a:solidFill>
                  <a:schemeClr val="tx2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起始磁化率大</a:t>
            </a:r>
            <a:r>
              <a:rPr lang="zh-CN" altLang="en-US" sz="2800" b="1">
                <a:sym typeface="Symbol" panose="05050102010706020507" pitchFamily="18" charset="2"/>
              </a:rPr>
              <a:t>）饱和磁感应强度大             </a:t>
            </a:r>
          </a:p>
        </p:txBody>
      </p:sp>
      <p:graphicFrame>
        <p:nvGraphicFramePr>
          <p:cNvPr id="232455" name="Object 2">
            <a:extLst>
              <a:ext uri="{FF2B5EF4-FFF2-40B4-BE49-F238E27FC236}">
                <a16:creationId xmlns:a16="http://schemas.microsoft.com/office/drawing/2014/main" id="{71F8B3AD-D492-4463-A03A-85106DE219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05488" y="4305300"/>
          <a:ext cx="62547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77" name="公式" r:id="rId3" imgW="685713" imgH="314171" progId="Equation.3">
                  <p:embed/>
                </p:oleObj>
              </mc:Choice>
              <mc:Fallback>
                <p:oleObj name="公式" r:id="rId3" imgW="685713" imgH="314171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5488" y="4305300"/>
                        <a:ext cx="625475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2456" name="Object 3">
            <a:extLst>
              <a:ext uri="{FF2B5EF4-FFF2-40B4-BE49-F238E27FC236}">
                <a16:creationId xmlns:a16="http://schemas.microsoft.com/office/drawing/2014/main" id="{40FC65D6-25BF-453A-966E-35951BDBD3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91313" y="4740275"/>
          <a:ext cx="41116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78" name="公式" r:id="rId5" imgW="419201" imgH="314171" progId="Equation.3">
                  <p:embed/>
                </p:oleObj>
              </mc:Choice>
              <mc:Fallback>
                <p:oleObj name="公式" r:id="rId5" imgW="419201" imgH="314171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1313" y="4740275"/>
                        <a:ext cx="411162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2457" name="Text Box 9">
            <a:extLst>
              <a:ext uri="{FF2B5EF4-FFF2-40B4-BE49-F238E27FC236}">
                <a16:creationId xmlns:a16="http://schemas.microsoft.com/office/drawing/2014/main" id="{4998E8E1-425B-4CC8-B5D4-DE9221470C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513" y="5651500"/>
            <a:ext cx="80772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适用于变压器、继电器、电机、以及各种高频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            电磁元件的磁芯、磁棒</a:t>
            </a:r>
          </a:p>
        </p:txBody>
      </p:sp>
      <p:sp>
        <p:nvSpPr>
          <p:cNvPr id="232458" name="Text Box 10">
            <a:extLst>
              <a:ext uri="{FF2B5EF4-FFF2-40B4-BE49-F238E27FC236}">
                <a16:creationId xmlns:a16="http://schemas.microsoft.com/office/drawing/2014/main" id="{B88B67B2-D04C-413E-83AA-AB748EDEE8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500" y="401638"/>
            <a:ext cx="49530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sym typeface="Symbol" panose="05050102010706020507" pitchFamily="18" charset="2"/>
              </a:rPr>
              <a:t>3.  </a:t>
            </a:r>
            <a:r>
              <a:rPr lang="zh-CN" altLang="en-US" sz="2800" b="1">
                <a:solidFill>
                  <a:srgbClr val="003300"/>
                </a:solidFill>
              </a:rPr>
              <a:t>铁磁质的分类</a:t>
            </a:r>
          </a:p>
        </p:txBody>
      </p:sp>
      <p:sp>
        <p:nvSpPr>
          <p:cNvPr id="232459" name="Text Box 11">
            <a:extLst>
              <a:ext uri="{FF2B5EF4-FFF2-40B4-BE49-F238E27FC236}">
                <a16:creationId xmlns:a16="http://schemas.microsoft.com/office/drawing/2014/main" id="{9BD2BEB1-ABD8-4EFF-B7F6-0DA2314476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2549525"/>
            <a:ext cx="28019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特点：</a:t>
            </a:r>
          </a:p>
        </p:txBody>
      </p:sp>
      <p:sp>
        <p:nvSpPr>
          <p:cNvPr id="232460" name="Text Box 12">
            <a:extLst>
              <a:ext uri="{FF2B5EF4-FFF2-40B4-BE49-F238E27FC236}">
                <a16:creationId xmlns:a16="http://schemas.microsoft.com/office/drawing/2014/main" id="{1C150DAF-C19A-4BB3-943C-2C82B19F22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8425" y="3681413"/>
            <a:ext cx="5048250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zh-CN" altLang="en-US" sz="2800" b="1"/>
              <a:t>矫顽力（</a:t>
            </a:r>
            <a:r>
              <a:rPr lang="en-US" altLang="zh-CN" sz="2800" b="1" i="1">
                <a:solidFill>
                  <a:srgbClr val="FF0000"/>
                </a:solidFill>
              </a:rPr>
              <a:t>H</a:t>
            </a:r>
            <a:r>
              <a:rPr lang="en-US" altLang="zh-CN" sz="2800" b="1" i="1" baseline="-25000">
                <a:solidFill>
                  <a:srgbClr val="FF0000"/>
                </a:solidFill>
              </a:rPr>
              <a:t>C</a:t>
            </a:r>
            <a:r>
              <a:rPr lang="zh-CN" altLang="en-US" sz="2800" b="1"/>
              <a:t>）小</a:t>
            </a: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zh-CN" altLang="en-US" sz="2800" b="1"/>
              <a:t>磁滞回线的面积窄而长</a:t>
            </a: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zh-CN" altLang="en-US" sz="2800" b="1"/>
              <a:t>损耗小（</a:t>
            </a:r>
            <a:r>
              <a:rPr lang="en-US" altLang="en-US" sz="2800" b="1" i="1"/>
              <a:t>H</a:t>
            </a:r>
            <a:r>
              <a:rPr lang="en-US" altLang="zh-CN" sz="2800" b="1" i="1"/>
              <a:t>~</a:t>
            </a:r>
            <a:r>
              <a:rPr lang="en-US" altLang="en-US" sz="2800" b="1" i="1"/>
              <a:t>B</a:t>
            </a:r>
            <a:r>
              <a:rPr lang="zh-CN" altLang="en-US" sz="2800" b="1"/>
              <a:t>面积小）</a:t>
            </a:r>
          </a:p>
        </p:txBody>
      </p:sp>
      <p:sp>
        <p:nvSpPr>
          <p:cNvPr id="232461" name="Text Box 13">
            <a:extLst>
              <a:ext uri="{FF2B5EF4-FFF2-40B4-BE49-F238E27FC236}">
                <a16:creationId xmlns:a16="http://schemas.microsoft.com/office/drawing/2014/main" id="{DBDBE7A1-749A-475C-B17B-F70BA342B5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0963" y="5084763"/>
            <a:ext cx="487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sym typeface="Symbol" panose="05050102010706020507" pitchFamily="18" charset="2"/>
              </a:rPr>
              <a:t>易磁化、易退磁</a:t>
            </a:r>
          </a:p>
        </p:txBody>
      </p:sp>
      <p:sp>
        <p:nvSpPr>
          <p:cNvPr id="232462" name="Text Box 14">
            <a:extLst>
              <a:ext uri="{FF2B5EF4-FFF2-40B4-BE49-F238E27FC236}">
                <a16:creationId xmlns:a16="http://schemas.microsoft.com/office/drawing/2014/main" id="{5F410808-5132-4AC7-A883-D2EBD0CCF8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4725" y="1628775"/>
            <a:ext cx="57150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66CC"/>
                </a:solidFill>
              </a:rPr>
              <a:t> </a:t>
            </a:r>
            <a:r>
              <a:rPr lang="zh-CN" altLang="en-US" sz="2800" b="1"/>
              <a:t>纯铁、坡莫合金（</a:t>
            </a:r>
            <a:r>
              <a:rPr lang="en-US" altLang="zh-CN" sz="2800" b="1" i="1"/>
              <a:t>Fe-Ni</a:t>
            </a:r>
            <a:r>
              <a:rPr lang="zh-CN" altLang="en-US" sz="2800" b="1"/>
              <a:t>合金）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 硅钢、 铁氧体等</a:t>
            </a:r>
          </a:p>
        </p:txBody>
      </p:sp>
      <p:sp>
        <p:nvSpPr>
          <p:cNvPr id="232463" name="AutoShape 15">
            <a:extLst>
              <a:ext uri="{FF2B5EF4-FFF2-40B4-BE49-F238E27FC236}">
                <a16:creationId xmlns:a16="http://schemas.microsoft.com/office/drawing/2014/main" id="{2F113A8E-85DA-487D-8944-F7AFA7ADB1A7}"/>
              </a:ext>
            </a:extLst>
          </p:cNvPr>
          <p:cNvSpPr>
            <a:spLocks/>
          </p:cNvSpPr>
          <p:nvPr/>
        </p:nvSpPr>
        <p:spPr bwMode="auto">
          <a:xfrm>
            <a:off x="2168525" y="1781175"/>
            <a:ext cx="152400" cy="609600"/>
          </a:xfrm>
          <a:prstGeom prst="leftBrace">
            <a:avLst>
              <a:gd name="adj1" fmla="val 33333"/>
              <a:gd name="adj2" fmla="val 50000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32464" name="Text Box 16">
            <a:extLst>
              <a:ext uri="{FF2B5EF4-FFF2-40B4-BE49-F238E27FC236}">
                <a16:creationId xmlns:a16="http://schemas.microsoft.com/office/drawing/2014/main" id="{C3010579-BC59-45FC-8B9C-B1F88DEA6A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1795463"/>
            <a:ext cx="16970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2"/>
                </a:solidFill>
              </a:rPr>
              <a:t>如</a:t>
            </a:r>
          </a:p>
        </p:txBody>
      </p:sp>
      <p:grpSp>
        <p:nvGrpSpPr>
          <p:cNvPr id="2" name="Group 17">
            <a:extLst>
              <a:ext uri="{FF2B5EF4-FFF2-40B4-BE49-F238E27FC236}">
                <a16:creationId xmlns:a16="http://schemas.microsoft.com/office/drawing/2014/main" id="{22BFD8A5-DFF3-46D5-9ED7-6985A318F056}"/>
              </a:ext>
            </a:extLst>
          </p:cNvPr>
          <p:cNvGrpSpPr>
            <a:grpSpLocks/>
          </p:cNvGrpSpPr>
          <p:nvPr/>
        </p:nvGrpSpPr>
        <p:grpSpPr bwMode="auto">
          <a:xfrm>
            <a:off x="5292725" y="3500438"/>
            <a:ext cx="2817813" cy="2006600"/>
            <a:chOff x="3872" y="971"/>
            <a:chExt cx="1775" cy="1264"/>
          </a:xfrm>
        </p:grpSpPr>
        <p:sp>
          <p:nvSpPr>
            <p:cNvPr id="31764" name="Text Box 18">
              <a:extLst>
                <a:ext uri="{FF2B5EF4-FFF2-40B4-BE49-F238E27FC236}">
                  <a16:creationId xmlns:a16="http://schemas.microsoft.com/office/drawing/2014/main" id="{9967C050-416D-4A90-B298-B8B04C8976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89" y="971"/>
              <a:ext cx="26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/>
                <a:t>B</a:t>
              </a:r>
            </a:p>
          </p:txBody>
        </p:sp>
        <p:grpSp>
          <p:nvGrpSpPr>
            <p:cNvPr id="31765" name="Group 19">
              <a:extLst>
                <a:ext uri="{FF2B5EF4-FFF2-40B4-BE49-F238E27FC236}">
                  <a16:creationId xmlns:a16="http://schemas.microsoft.com/office/drawing/2014/main" id="{11185587-0C58-479B-A788-684F855F75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72" y="1160"/>
              <a:ext cx="1775" cy="1075"/>
              <a:chOff x="3872" y="1160"/>
              <a:chExt cx="1775" cy="1075"/>
            </a:xfrm>
          </p:grpSpPr>
          <p:sp>
            <p:nvSpPr>
              <p:cNvPr id="31766" name="Line 20">
                <a:extLst>
                  <a:ext uri="{FF2B5EF4-FFF2-40B4-BE49-F238E27FC236}">
                    <a16:creationId xmlns:a16="http://schemas.microsoft.com/office/drawing/2014/main" id="{D06B0378-32FC-4562-A8A2-2C1256EC30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72" y="1746"/>
                <a:ext cx="1632" cy="0"/>
              </a:xfrm>
              <a:prstGeom prst="line">
                <a:avLst/>
              </a:prstGeom>
              <a:noFill/>
              <a:ln w="412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67" name="Line 21">
                <a:extLst>
                  <a:ext uri="{FF2B5EF4-FFF2-40B4-BE49-F238E27FC236}">
                    <a16:creationId xmlns:a16="http://schemas.microsoft.com/office/drawing/2014/main" id="{15AD3692-B305-4CE6-B506-95562D17DD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688" y="1160"/>
                <a:ext cx="0" cy="1075"/>
              </a:xfrm>
              <a:prstGeom prst="line">
                <a:avLst/>
              </a:prstGeom>
              <a:noFill/>
              <a:ln w="412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68" name="Text Box 22">
                <a:extLst>
                  <a:ext uri="{FF2B5EF4-FFF2-40B4-BE49-F238E27FC236}">
                    <a16:creationId xmlns:a16="http://schemas.microsoft.com/office/drawing/2014/main" id="{40202A8E-A4BD-4D53-93D7-7679899F0C0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57" y="1706"/>
                <a:ext cx="29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b="1" i="1"/>
                  <a:t>H</a:t>
                </a:r>
              </a:p>
            </p:txBody>
          </p:sp>
        </p:grp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DCA015C2-F77B-49CC-8CE5-5D2F5D171BC8}"/>
              </a:ext>
            </a:extLst>
          </p:cNvPr>
          <p:cNvGrpSpPr>
            <a:grpSpLocks/>
          </p:cNvGrpSpPr>
          <p:nvPr/>
        </p:nvGrpSpPr>
        <p:grpSpPr bwMode="auto">
          <a:xfrm>
            <a:off x="5940425" y="3902075"/>
            <a:ext cx="1371600" cy="1651000"/>
            <a:chOff x="864" y="2093"/>
            <a:chExt cx="1406" cy="2044"/>
          </a:xfrm>
        </p:grpSpPr>
        <p:sp>
          <p:nvSpPr>
            <p:cNvPr id="31762" name="Freeform 5">
              <a:extLst>
                <a:ext uri="{FF2B5EF4-FFF2-40B4-BE49-F238E27FC236}">
                  <a16:creationId xmlns:a16="http://schemas.microsoft.com/office/drawing/2014/main" id="{7E320973-8FFD-43F2-97B3-A85F0D1F75F6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" y="2093"/>
              <a:ext cx="1328" cy="1987"/>
            </a:xfrm>
            <a:custGeom>
              <a:avLst/>
              <a:gdLst>
                <a:gd name="T0" fmla="*/ 1328 w 1328"/>
                <a:gd name="T1" fmla="*/ 0 h 1987"/>
                <a:gd name="T2" fmla="*/ 928 w 1328"/>
                <a:gd name="T3" fmla="*/ 294 h 1987"/>
                <a:gd name="T4" fmla="*/ 480 w 1328"/>
                <a:gd name="T5" fmla="*/ 1699 h 1987"/>
                <a:gd name="T6" fmla="*/ 0 w 1328"/>
                <a:gd name="T7" fmla="*/ 1987 h 198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28"/>
                <a:gd name="T13" fmla="*/ 0 h 1987"/>
                <a:gd name="T14" fmla="*/ 1328 w 1328"/>
                <a:gd name="T15" fmla="*/ 1987 h 198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28" h="1987">
                  <a:moveTo>
                    <a:pt x="1328" y="0"/>
                  </a:moveTo>
                  <a:cubicBezTo>
                    <a:pt x="1259" y="47"/>
                    <a:pt x="1069" y="11"/>
                    <a:pt x="928" y="294"/>
                  </a:cubicBezTo>
                  <a:cubicBezTo>
                    <a:pt x="787" y="577"/>
                    <a:pt x="635" y="1417"/>
                    <a:pt x="480" y="1699"/>
                  </a:cubicBezTo>
                  <a:cubicBezTo>
                    <a:pt x="325" y="1981"/>
                    <a:pt x="156" y="1987"/>
                    <a:pt x="0" y="1987"/>
                  </a:cubicBezTo>
                </a:path>
              </a:pathLst>
            </a:custGeom>
            <a:noFill/>
            <a:ln w="412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63" name="Freeform 6">
              <a:extLst>
                <a:ext uri="{FF2B5EF4-FFF2-40B4-BE49-F238E27FC236}">
                  <a16:creationId xmlns:a16="http://schemas.microsoft.com/office/drawing/2014/main" id="{9490D206-E247-45D8-808E-7C2863F818FA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2093"/>
              <a:ext cx="1406" cy="2044"/>
            </a:xfrm>
            <a:custGeom>
              <a:avLst/>
              <a:gdLst>
                <a:gd name="T0" fmla="*/ 0 w 1406"/>
                <a:gd name="T1" fmla="*/ 1976 h 2044"/>
                <a:gd name="T2" fmla="*/ 349 w 1406"/>
                <a:gd name="T3" fmla="*/ 1764 h 2044"/>
                <a:gd name="T4" fmla="*/ 794 w 1406"/>
                <a:gd name="T5" fmla="*/ 296 h 2044"/>
                <a:gd name="T6" fmla="*/ 1406 w 1406"/>
                <a:gd name="T7" fmla="*/ 0 h 204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6"/>
                <a:gd name="T13" fmla="*/ 0 h 2044"/>
                <a:gd name="T14" fmla="*/ 1406 w 1406"/>
                <a:gd name="T15" fmla="*/ 2044 h 204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6" h="2044">
                  <a:moveTo>
                    <a:pt x="0" y="1976"/>
                  </a:moveTo>
                  <a:cubicBezTo>
                    <a:pt x="58" y="1943"/>
                    <a:pt x="216" y="2044"/>
                    <a:pt x="349" y="1764"/>
                  </a:cubicBezTo>
                  <a:cubicBezTo>
                    <a:pt x="481" y="1484"/>
                    <a:pt x="618" y="590"/>
                    <a:pt x="794" y="296"/>
                  </a:cubicBezTo>
                  <a:cubicBezTo>
                    <a:pt x="970" y="2"/>
                    <a:pt x="1279" y="62"/>
                    <a:pt x="1406" y="0"/>
                  </a:cubicBezTo>
                </a:path>
              </a:pathLst>
            </a:custGeom>
            <a:noFill/>
            <a:ln w="412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1760" name="Text Box 75">
            <a:extLst>
              <a:ext uri="{FF2B5EF4-FFF2-40B4-BE49-F238E27FC236}">
                <a16:creationId xmlns:a16="http://schemas.microsoft.com/office/drawing/2014/main" id="{DFE82A0B-CA59-4307-B6B6-9F1C5A2387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4100" y="6440488"/>
            <a:ext cx="4159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29</a:t>
            </a:r>
          </a:p>
        </p:txBody>
      </p:sp>
      <p:sp>
        <p:nvSpPr>
          <p:cNvPr id="31761" name="灯片编号占位符 2">
            <a:extLst>
              <a:ext uri="{FF2B5EF4-FFF2-40B4-BE49-F238E27FC236}">
                <a16:creationId xmlns:a16="http://schemas.microsoft.com/office/drawing/2014/main" id="{54A51290-9687-4FCE-A97A-CE41E4FB2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8E05877-099D-4231-B1D8-05DE984C809F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zh-CN" sz="1400"/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75"/>
                                        <p:tgtEl>
                                          <p:spTgt spid="232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2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232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1" dur="500"/>
                                        <p:tgtEl>
                                          <p:spTgt spid="232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232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324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324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75" fill="hold"/>
                                        <p:tgtEl>
                                          <p:spTgt spid="2324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75" fill="hold"/>
                                        <p:tgtEl>
                                          <p:spTgt spid="2324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32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324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324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8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2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4" dur="500"/>
                                        <p:tgtEl>
                                          <p:spTgt spid="232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6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8" dur="500"/>
                                        <p:tgtEl>
                                          <p:spTgt spid="232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75" fill="hold"/>
                                        <p:tgtEl>
                                          <p:spTgt spid="2324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5" fill="hold"/>
                                        <p:tgtEl>
                                          <p:spTgt spid="2324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9" dur="500"/>
                                        <p:tgtEl>
                                          <p:spTgt spid="232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2450" grpId="0" autoUpdateAnimBg="0"/>
      <p:bldP spid="232451" grpId="0" autoUpdateAnimBg="0"/>
      <p:bldP spid="232457" grpId="0" autoUpdateAnimBg="0"/>
      <p:bldP spid="232458" grpId="0" autoUpdateAnimBg="0"/>
      <p:bldP spid="232459" grpId="0" autoUpdateAnimBg="0"/>
      <p:bldP spid="232460" grpId="0" build="p" autoUpdateAnimBg="0"/>
      <p:bldP spid="232461" grpId="0" autoUpdateAnimBg="0"/>
      <p:bldP spid="232462" grpId="0" autoUpdateAnimBg="0"/>
      <p:bldP spid="232463" grpId="0" animBg="1"/>
      <p:bldP spid="232464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Text Box 2">
            <a:extLst>
              <a:ext uri="{FF2B5EF4-FFF2-40B4-BE49-F238E27FC236}">
                <a16:creationId xmlns:a16="http://schemas.microsoft.com/office/drawing/2014/main" id="{5BB0A9EA-A3BA-4C35-969B-0C2ACA6A2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3341688"/>
            <a:ext cx="34972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（</a:t>
            </a:r>
            <a:r>
              <a:rPr lang="en-US" altLang="zh-CN" sz="2800" b="1"/>
              <a:t>3</a:t>
            </a:r>
            <a:r>
              <a:rPr lang="zh-CN" altLang="en-US" sz="2800" b="1"/>
              <a:t>）矩磁材料</a:t>
            </a:r>
          </a:p>
        </p:txBody>
      </p:sp>
      <p:sp>
        <p:nvSpPr>
          <p:cNvPr id="233475" name="Text Box 3">
            <a:extLst>
              <a:ext uri="{FF2B5EF4-FFF2-40B4-BE49-F238E27FC236}">
                <a16:creationId xmlns:a16="http://schemas.microsoft.com/office/drawing/2014/main" id="{E2C35EDF-F95A-4F01-9CCB-3F1EC4D4FA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050" y="4292600"/>
            <a:ext cx="38163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i="1">
                <a:solidFill>
                  <a:srgbClr val="FF0000"/>
                </a:solidFill>
              </a:rPr>
              <a:t>B</a:t>
            </a:r>
            <a:r>
              <a:rPr lang="en-US" altLang="en-US" sz="2800" b="1" i="1" baseline="-25000">
                <a:solidFill>
                  <a:srgbClr val="FF0000"/>
                </a:solidFill>
              </a:rPr>
              <a:t>r</a:t>
            </a:r>
            <a:r>
              <a:rPr lang="en-US" altLang="en-US" sz="2800" b="1">
                <a:solidFill>
                  <a:srgbClr val="FF0000"/>
                </a:solidFill>
              </a:rPr>
              <a:t>=</a:t>
            </a:r>
            <a:r>
              <a:rPr lang="en-US" altLang="en-US" sz="2800" b="1" i="1">
                <a:solidFill>
                  <a:srgbClr val="FF0000"/>
                </a:solidFill>
              </a:rPr>
              <a:t>B</a:t>
            </a:r>
            <a:r>
              <a:rPr lang="en-US" altLang="en-US" sz="2800" b="1" i="1" baseline="-25000">
                <a:solidFill>
                  <a:srgbClr val="FF0000"/>
                </a:solidFill>
              </a:rPr>
              <a:t>S </a:t>
            </a:r>
            <a:r>
              <a:rPr lang="en-US" altLang="en-US" sz="2800" b="1" i="1"/>
              <a:t> </a:t>
            </a:r>
            <a:r>
              <a:rPr lang="zh-CN" altLang="en-US" sz="2800" b="1"/>
              <a:t>，</a:t>
            </a:r>
            <a:r>
              <a:rPr lang="en-US" altLang="en-US" sz="2800" b="1" i="1"/>
              <a:t>H</a:t>
            </a:r>
            <a:r>
              <a:rPr lang="en-US" altLang="zh-CN" sz="2800" b="1" i="1" baseline="-25000"/>
              <a:t>C</a:t>
            </a:r>
            <a:r>
              <a:rPr lang="zh-CN" altLang="en-US" sz="2800" b="1"/>
              <a:t>不大</a:t>
            </a:r>
          </a:p>
        </p:txBody>
      </p:sp>
      <p:sp>
        <p:nvSpPr>
          <p:cNvPr id="233476" name="Text Box 4">
            <a:extLst>
              <a:ext uri="{FF2B5EF4-FFF2-40B4-BE49-F238E27FC236}">
                <a16:creationId xmlns:a16="http://schemas.microsoft.com/office/drawing/2014/main" id="{959D04DE-30FE-4DE5-A4C6-106D7B67F9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9575" y="3773488"/>
            <a:ext cx="53768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2"/>
                </a:solidFill>
              </a:rPr>
              <a:t>如：</a:t>
            </a:r>
            <a:r>
              <a:rPr lang="zh-CN" altLang="en-US" sz="2800" b="1"/>
              <a:t>锰镁铁氧体、锂锰铁氧体</a:t>
            </a:r>
          </a:p>
        </p:txBody>
      </p:sp>
      <p:sp>
        <p:nvSpPr>
          <p:cNvPr id="233480" name="Text Box 8">
            <a:extLst>
              <a:ext uri="{FF2B5EF4-FFF2-40B4-BE49-F238E27FC236}">
                <a16:creationId xmlns:a16="http://schemas.microsoft.com/office/drawing/2014/main" id="{4C71A90E-2A8A-4137-A18D-0E5A4693C2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5551488"/>
            <a:ext cx="6696075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800" b="1"/>
              <a:t>当</a:t>
            </a:r>
            <a:r>
              <a:rPr lang="en-US" altLang="zh-CN" sz="2800" b="1"/>
              <a:t>+</a:t>
            </a:r>
            <a:r>
              <a:rPr lang="zh-CN" altLang="en-US" sz="2800" b="1"/>
              <a:t>脉冲产生</a:t>
            </a:r>
            <a:r>
              <a:rPr lang="en-US" altLang="en-US" sz="2800" b="1" i="1"/>
              <a:t>H</a:t>
            </a:r>
            <a:r>
              <a:rPr lang="en-US" altLang="en-US" sz="2800" b="1"/>
              <a:t>&gt;</a:t>
            </a:r>
            <a:r>
              <a:rPr lang="en-US" altLang="en-US" sz="2800" b="1" i="1"/>
              <a:t>H</a:t>
            </a:r>
            <a:r>
              <a:rPr lang="en-US" altLang="en-US" sz="2800" b="1" i="1" baseline="-25000"/>
              <a:t>C</a:t>
            </a:r>
            <a:r>
              <a:rPr lang="en-US" altLang="zh-CN" sz="2800" b="1" i="1" baseline="-25000"/>
              <a:t> </a:t>
            </a:r>
            <a:r>
              <a:rPr lang="zh-CN" altLang="zh-CN" sz="2800" b="1"/>
              <a:t>使</a:t>
            </a:r>
            <a:r>
              <a:rPr lang="zh-CN" altLang="en-US" sz="2800" b="1"/>
              <a:t>磁芯呈</a:t>
            </a:r>
            <a:r>
              <a:rPr lang="en-US" altLang="zh-CN" sz="2800" b="1"/>
              <a:t>+</a:t>
            </a:r>
            <a:r>
              <a:rPr lang="en-US" altLang="en-US" sz="2800" b="1" i="1"/>
              <a:t>B</a:t>
            </a:r>
            <a:r>
              <a:rPr lang="zh-CN" altLang="en-US" sz="2800" b="1"/>
              <a:t>态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800" b="1"/>
              <a:t>则</a:t>
            </a:r>
            <a:r>
              <a:rPr lang="en-US" altLang="zh-CN" sz="2800" b="1"/>
              <a:t>–</a:t>
            </a:r>
            <a:r>
              <a:rPr lang="zh-CN" altLang="en-US" sz="2800" b="1"/>
              <a:t>脉冲产生</a:t>
            </a:r>
            <a:r>
              <a:rPr lang="en-US" altLang="en-US" sz="2800" b="1" i="1"/>
              <a:t>H</a:t>
            </a:r>
            <a:r>
              <a:rPr lang="en-US" altLang="zh-CN" sz="2800" b="1"/>
              <a:t>&lt; –</a:t>
            </a:r>
            <a:r>
              <a:rPr lang="en-US" altLang="en-US" sz="2800" b="1" i="1"/>
              <a:t>H</a:t>
            </a:r>
            <a:r>
              <a:rPr lang="en-US" altLang="en-US" sz="2800" b="1" i="1" baseline="-25000"/>
              <a:t>C</a:t>
            </a:r>
            <a:r>
              <a:rPr lang="en-US" altLang="en-US" sz="2800" b="1" baseline="-25000"/>
              <a:t> </a:t>
            </a:r>
            <a:r>
              <a:rPr lang="zh-CN" altLang="zh-CN" sz="2800" b="1"/>
              <a:t>使</a:t>
            </a:r>
            <a:r>
              <a:rPr lang="zh-CN" altLang="en-US" sz="2800" b="1"/>
              <a:t>磁芯呈</a:t>
            </a:r>
            <a:r>
              <a:rPr lang="en-US" altLang="zh-CN" sz="2800" b="1"/>
              <a:t>–</a:t>
            </a:r>
            <a:r>
              <a:rPr lang="en-US" altLang="en-US" sz="2800" b="1" i="1"/>
              <a:t>B</a:t>
            </a:r>
            <a:r>
              <a:rPr lang="zh-CN" altLang="en-US" sz="2800" b="1"/>
              <a:t>态</a:t>
            </a:r>
          </a:p>
        </p:txBody>
      </p:sp>
      <p:graphicFrame>
        <p:nvGraphicFramePr>
          <p:cNvPr id="233482" name="Object 2">
            <a:extLst>
              <a:ext uri="{FF2B5EF4-FFF2-40B4-BE49-F238E27FC236}">
                <a16:creationId xmlns:a16="http://schemas.microsoft.com/office/drawing/2014/main" id="{158DCE69-0955-44A7-AFC4-576D034034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84888" y="4364038"/>
          <a:ext cx="62547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24" name="公式" r:id="rId3" imgW="685713" imgH="314171" progId="Equation.3">
                  <p:embed/>
                </p:oleObj>
              </mc:Choice>
              <mc:Fallback>
                <p:oleObj name="公式" r:id="rId3" imgW="685713" imgH="314171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888" y="4364038"/>
                        <a:ext cx="625475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3483" name="Object 3">
            <a:extLst>
              <a:ext uri="{FF2B5EF4-FFF2-40B4-BE49-F238E27FC236}">
                <a16:creationId xmlns:a16="http://schemas.microsoft.com/office/drawing/2014/main" id="{2B33462F-44D4-4417-A5F7-1FA213EC46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67625" y="4870450"/>
          <a:ext cx="41116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25" name="公式" r:id="rId5" imgW="419201" imgH="314171" progId="Equation.3">
                  <p:embed/>
                </p:oleObj>
              </mc:Choice>
              <mc:Fallback>
                <p:oleObj name="公式" r:id="rId5" imgW="419201" imgH="314171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7625" y="4870450"/>
                        <a:ext cx="41116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2">
            <a:extLst>
              <a:ext uri="{FF2B5EF4-FFF2-40B4-BE49-F238E27FC236}">
                <a16:creationId xmlns:a16="http://schemas.microsoft.com/office/drawing/2014/main" id="{E0D4C0CC-8776-4382-83D7-3321527345CA}"/>
              </a:ext>
            </a:extLst>
          </p:cNvPr>
          <p:cNvGrpSpPr>
            <a:grpSpLocks/>
          </p:cNvGrpSpPr>
          <p:nvPr/>
        </p:nvGrpSpPr>
        <p:grpSpPr bwMode="auto">
          <a:xfrm>
            <a:off x="6011863" y="3241675"/>
            <a:ext cx="2817812" cy="2492375"/>
            <a:chOff x="3872" y="971"/>
            <a:chExt cx="1775" cy="1264"/>
          </a:xfrm>
        </p:grpSpPr>
        <p:sp>
          <p:nvSpPr>
            <p:cNvPr id="32803" name="Text Box 13">
              <a:extLst>
                <a:ext uri="{FF2B5EF4-FFF2-40B4-BE49-F238E27FC236}">
                  <a16:creationId xmlns:a16="http://schemas.microsoft.com/office/drawing/2014/main" id="{C74E508B-FB9A-4F65-9D11-B9A635F3D0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89" y="971"/>
              <a:ext cx="265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/>
                <a:t>B</a:t>
              </a:r>
            </a:p>
          </p:txBody>
        </p:sp>
        <p:grpSp>
          <p:nvGrpSpPr>
            <p:cNvPr id="32804" name="Group 14">
              <a:extLst>
                <a:ext uri="{FF2B5EF4-FFF2-40B4-BE49-F238E27FC236}">
                  <a16:creationId xmlns:a16="http://schemas.microsoft.com/office/drawing/2014/main" id="{53A3AE4F-DBB2-4666-8F0A-6C6B4FB01E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72" y="1160"/>
              <a:ext cx="1775" cy="1075"/>
              <a:chOff x="3872" y="1160"/>
              <a:chExt cx="1775" cy="1075"/>
            </a:xfrm>
          </p:grpSpPr>
          <p:sp>
            <p:nvSpPr>
              <p:cNvPr id="32805" name="Line 15">
                <a:extLst>
                  <a:ext uri="{FF2B5EF4-FFF2-40B4-BE49-F238E27FC236}">
                    <a16:creationId xmlns:a16="http://schemas.microsoft.com/office/drawing/2014/main" id="{7E025664-862F-46C5-A03C-F6E469F380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72" y="1746"/>
                <a:ext cx="1632" cy="0"/>
              </a:xfrm>
              <a:prstGeom prst="line">
                <a:avLst/>
              </a:prstGeom>
              <a:noFill/>
              <a:ln w="412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806" name="Line 16">
                <a:extLst>
                  <a:ext uri="{FF2B5EF4-FFF2-40B4-BE49-F238E27FC236}">
                    <a16:creationId xmlns:a16="http://schemas.microsoft.com/office/drawing/2014/main" id="{7429ECE1-2DDB-45D6-8AAD-24EE94EA94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688" y="1160"/>
                <a:ext cx="0" cy="1075"/>
              </a:xfrm>
              <a:prstGeom prst="line">
                <a:avLst/>
              </a:prstGeom>
              <a:noFill/>
              <a:ln w="412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807" name="Text Box 17">
                <a:extLst>
                  <a:ext uri="{FF2B5EF4-FFF2-40B4-BE49-F238E27FC236}">
                    <a16:creationId xmlns:a16="http://schemas.microsoft.com/office/drawing/2014/main" id="{566F4043-63A6-4415-80EA-B090B192111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57" y="1706"/>
                <a:ext cx="290" cy="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b="1" i="1"/>
                  <a:t>H</a:t>
                </a:r>
              </a:p>
            </p:txBody>
          </p:sp>
        </p:grpSp>
      </p:grpSp>
      <p:sp>
        <p:nvSpPr>
          <p:cNvPr id="233490" name="Text Box 18">
            <a:extLst>
              <a:ext uri="{FF2B5EF4-FFF2-40B4-BE49-F238E27FC236}">
                <a16:creationId xmlns:a16="http://schemas.microsoft.com/office/drawing/2014/main" id="{D66AD7C7-2E79-4C29-9F38-3891DFA34D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388938"/>
            <a:ext cx="34956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（</a:t>
            </a:r>
            <a:r>
              <a:rPr lang="en-US" altLang="zh-CN" sz="2800" b="1"/>
              <a:t>2</a:t>
            </a:r>
            <a:r>
              <a:rPr lang="zh-CN" altLang="en-US" sz="2800" b="1"/>
              <a:t>）硬磁材料</a:t>
            </a:r>
          </a:p>
        </p:txBody>
      </p:sp>
      <p:sp>
        <p:nvSpPr>
          <p:cNvPr id="233491" name="Text Box 19">
            <a:extLst>
              <a:ext uri="{FF2B5EF4-FFF2-40B4-BE49-F238E27FC236}">
                <a16:creationId xmlns:a16="http://schemas.microsoft.com/office/drawing/2014/main" id="{554A28C0-F72A-42FC-B796-78E4DED619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5763" y="836613"/>
            <a:ext cx="59277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如：钨钢、碳钢、铝镍钴合金</a:t>
            </a:r>
          </a:p>
        </p:txBody>
      </p:sp>
      <p:sp>
        <p:nvSpPr>
          <p:cNvPr id="233495" name="Text Box 23">
            <a:extLst>
              <a:ext uri="{FF2B5EF4-FFF2-40B4-BE49-F238E27FC236}">
                <a16:creationId xmlns:a16="http://schemas.microsoft.com/office/drawing/2014/main" id="{3E205E7B-DFC8-44A4-B357-61E5043EF7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7525" y="1379538"/>
            <a:ext cx="508952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矫顽力</a:t>
            </a:r>
            <a:r>
              <a:rPr lang="en-US" altLang="zh-CN" sz="2800" b="1"/>
              <a:t>(</a:t>
            </a:r>
            <a:r>
              <a:rPr lang="en-US" altLang="zh-CN" sz="2800" b="1" i="1"/>
              <a:t>H</a:t>
            </a:r>
            <a:r>
              <a:rPr lang="en-US" altLang="zh-CN" sz="2800" b="1" i="1" baseline="-25000"/>
              <a:t>C</a:t>
            </a:r>
            <a:r>
              <a:rPr lang="en-US" altLang="zh-CN" sz="2800" b="1"/>
              <a:t>)</a:t>
            </a:r>
            <a:r>
              <a:rPr lang="zh-CN" altLang="en-US" sz="2800" b="1"/>
              <a:t>大、</a:t>
            </a:r>
            <a:r>
              <a:rPr lang="zh-CN" altLang="en-US" sz="2800" b="1">
                <a:solidFill>
                  <a:srgbClr val="FF0000"/>
                </a:solidFill>
              </a:rPr>
              <a:t>剩磁</a:t>
            </a:r>
            <a:r>
              <a:rPr lang="en-US" altLang="en-US" sz="2800" b="1" i="1">
                <a:solidFill>
                  <a:srgbClr val="FF0000"/>
                </a:solidFill>
              </a:rPr>
              <a:t>B</a:t>
            </a:r>
            <a:r>
              <a:rPr lang="en-US" altLang="en-US" sz="2800" b="1" i="1" baseline="-25000">
                <a:solidFill>
                  <a:srgbClr val="FF0000"/>
                </a:solidFill>
              </a:rPr>
              <a:t>r</a:t>
            </a:r>
            <a:r>
              <a:rPr lang="zh-CN" altLang="en-US" sz="2800" b="1">
                <a:solidFill>
                  <a:srgbClr val="FF0000"/>
                </a:solidFill>
              </a:rPr>
              <a:t>大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磁滞回线面积大、损耗大</a:t>
            </a:r>
          </a:p>
        </p:txBody>
      </p:sp>
      <p:sp>
        <p:nvSpPr>
          <p:cNvPr id="233496" name="Text Box 24">
            <a:extLst>
              <a:ext uri="{FF2B5EF4-FFF2-40B4-BE49-F238E27FC236}">
                <a16:creationId xmlns:a16="http://schemas.microsoft.com/office/drawing/2014/main" id="{1560D3F2-3049-4F9D-A192-A68DA03071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2763" y="2338388"/>
            <a:ext cx="667702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适用于做永磁铁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耳机中的永久磁铁，永磁扬声器</a:t>
            </a:r>
          </a:p>
        </p:txBody>
      </p:sp>
      <p:grpSp>
        <p:nvGrpSpPr>
          <p:cNvPr id="4" name="Group 25">
            <a:extLst>
              <a:ext uri="{FF2B5EF4-FFF2-40B4-BE49-F238E27FC236}">
                <a16:creationId xmlns:a16="http://schemas.microsoft.com/office/drawing/2014/main" id="{24E5EE6A-A0CD-4BCB-87C8-6CD53597EF77}"/>
              </a:ext>
            </a:extLst>
          </p:cNvPr>
          <p:cNvGrpSpPr>
            <a:grpSpLocks/>
          </p:cNvGrpSpPr>
          <p:nvPr/>
        </p:nvGrpSpPr>
        <p:grpSpPr bwMode="auto">
          <a:xfrm>
            <a:off x="5940425" y="715963"/>
            <a:ext cx="2817813" cy="2006600"/>
            <a:chOff x="3872" y="971"/>
            <a:chExt cx="1775" cy="1264"/>
          </a:xfrm>
        </p:grpSpPr>
        <p:sp>
          <p:nvSpPr>
            <p:cNvPr id="32798" name="Text Box 26">
              <a:extLst>
                <a:ext uri="{FF2B5EF4-FFF2-40B4-BE49-F238E27FC236}">
                  <a16:creationId xmlns:a16="http://schemas.microsoft.com/office/drawing/2014/main" id="{07E8A61F-4C36-4602-B042-52EE40B3FF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89" y="971"/>
              <a:ext cx="26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/>
                <a:t>B</a:t>
              </a:r>
            </a:p>
          </p:txBody>
        </p:sp>
        <p:grpSp>
          <p:nvGrpSpPr>
            <p:cNvPr id="32799" name="Group 27">
              <a:extLst>
                <a:ext uri="{FF2B5EF4-FFF2-40B4-BE49-F238E27FC236}">
                  <a16:creationId xmlns:a16="http://schemas.microsoft.com/office/drawing/2014/main" id="{934C057F-8467-4BDB-B60F-2A2BBB9B1A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72" y="1160"/>
              <a:ext cx="1775" cy="1075"/>
              <a:chOff x="3872" y="1160"/>
              <a:chExt cx="1775" cy="1075"/>
            </a:xfrm>
          </p:grpSpPr>
          <p:sp>
            <p:nvSpPr>
              <p:cNvPr id="32800" name="Line 28">
                <a:extLst>
                  <a:ext uri="{FF2B5EF4-FFF2-40B4-BE49-F238E27FC236}">
                    <a16:creationId xmlns:a16="http://schemas.microsoft.com/office/drawing/2014/main" id="{A7A96DAC-9F28-41E3-B995-6DFB1482DF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72" y="1746"/>
                <a:ext cx="1632" cy="0"/>
              </a:xfrm>
              <a:prstGeom prst="line">
                <a:avLst/>
              </a:prstGeom>
              <a:noFill/>
              <a:ln w="412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801" name="Line 29">
                <a:extLst>
                  <a:ext uri="{FF2B5EF4-FFF2-40B4-BE49-F238E27FC236}">
                    <a16:creationId xmlns:a16="http://schemas.microsoft.com/office/drawing/2014/main" id="{C1AFF1E0-60E8-41BC-AD8E-9379CCBB2E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688" y="1160"/>
                <a:ext cx="0" cy="1075"/>
              </a:xfrm>
              <a:prstGeom prst="line">
                <a:avLst/>
              </a:prstGeom>
              <a:noFill/>
              <a:ln w="412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802" name="Text Box 30">
                <a:extLst>
                  <a:ext uri="{FF2B5EF4-FFF2-40B4-BE49-F238E27FC236}">
                    <a16:creationId xmlns:a16="http://schemas.microsoft.com/office/drawing/2014/main" id="{D3149386-457C-480B-81E0-C23D76364F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57" y="1706"/>
                <a:ext cx="29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b="1" i="1"/>
                  <a:t>H</a:t>
                </a:r>
              </a:p>
            </p:txBody>
          </p:sp>
        </p:grpSp>
      </p:grpSp>
      <p:graphicFrame>
        <p:nvGraphicFramePr>
          <p:cNvPr id="233503" name="Object 4">
            <a:extLst>
              <a:ext uri="{FF2B5EF4-FFF2-40B4-BE49-F238E27FC236}">
                <a16:creationId xmlns:a16="http://schemas.microsoft.com/office/drawing/2014/main" id="{869AC2B1-1E6B-4071-AECE-3B614489C4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4413" y="1508125"/>
          <a:ext cx="62547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26" name="公式" r:id="rId7" imgW="685713" imgH="314171" progId="Equation.3">
                  <p:embed/>
                </p:oleObj>
              </mc:Choice>
              <mc:Fallback>
                <p:oleObj name="公式" r:id="rId7" imgW="685713" imgH="314171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4413" y="1508125"/>
                        <a:ext cx="625475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3504" name="Object 5">
            <a:extLst>
              <a:ext uri="{FF2B5EF4-FFF2-40B4-BE49-F238E27FC236}">
                <a16:creationId xmlns:a16="http://schemas.microsoft.com/office/drawing/2014/main" id="{09543D6D-6ADA-4C63-9CB5-C8FC8F89AB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70813" y="2012950"/>
          <a:ext cx="41116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27" name="公式" r:id="rId9" imgW="419201" imgH="314171" progId="Equation.3">
                  <p:embed/>
                </p:oleObj>
              </mc:Choice>
              <mc:Fallback>
                <p:oleObj name="公式" r:id="rId9" imgW="419201" imgH="314171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0813" y="2012950"/>
                        <a:ext cx="411162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3505" name="Text Box 33">
            <a:extLst>
              <a:ext uri="{FF2B5EF4-FFF2-40B4-BE49-F238E27FC236}">
                <a16:creationId xmlns:a16="http://schemas.microsoft.com/office/drawing/2014/main" id="{66F63E1F-215E-43E7-9E15-4F5A36FE6E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363" y="1341438"/>
            <a:ext cx="20478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特点：</a:t>
            </a:r>
          </a:p>
        </p:txBody>
      </p:sp>
      <p:sp>
        <p:nvSpPr>
          <p:cNvPr id="233506" name="Text Box 34">
            <a:extLst>
              <a:ext uri="{FF2B5EF4-FFF2-40B4-BE49-F238E27FC236}">
                <a16:creationId xmlns:a16="http://schemas.microsoft.com/office/drawing/2014/main" id="{B2B8E388-4D3D-42C7-A16A-D74F43FE3E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363" y="4292600"/>
            <a:ext cx="20478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特点：</a:t>
            </a:r>
          </a:p>
        </p:txBody>
      </p:sp>
      <p:sp>
        <p:nvSpPr>
          <p:cNvPr id="233507" name="Text Box 35">
            <a:extLst>
              <a:ext uri="{FF2B5EF4-FFF2-40B4-BE49-F238E27FC236}">
                <a16:creationId xmlns:a16="http://schemas.microsoft.com/office/drawing/2014/main" id="{99AFFB23-5F41-401E-871C-E3FF7E6255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6688" y="5586413"/>
            <a:ext cx="2627312" cy="1011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2800" b="1"/>
              <a:t>可做为二进制</a:t>
            </a:r>
          </a:p>
          <a:p>
            <a:pPr eaLnBrk="1" hangingPunct="1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zh-CN" altLang="en-US" sz="2800" b="1"/>
              <a:t>的两个态</a:t>
            </a:r>
          </a:p>
        </p:txBody>
      </p:sp>
      <p:sp>
        <p:nvSpPr>
          <p:cNvPr id="233508" name="AutoShape 36">
            <a:extLst>
              <a:ext uri="{FF2B5EF4-FFF2-40B4-BE49-F238E27FC236}">
                <a16:creationId xmlns:a16="http://schemas.microsoft.com/office/drawing/2014/main" id="{39710389-B071-4C5C-BA97-28CF86AA532F}"/>
              </a:ext>
            </a:extLst>
          </p:cNvPr>
          <p:cNvSpPr>
            <a:spLocks/>
          </p:cNvSpPr>
          <p:nvPr/>
        </p:nvSpPr>
        <p:spPr bwMode="auto">
          <a:xfrm>
            <a:off x="6227763" y="5805488"/>
            <a:ext cx="287337" cy="719137"/>
          </a:xfrm>
          <a:prstGeom prst="rightBrace">
            <a:avLst>
              <a:gd name="adj1" fmla="val 20856"/>
              <a:gd name="adj2" fmla="val 5000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33509" name="Text Box 37">
            <a:extLst>
              <a:ext uri="{FF2B5EF4-FFF2-40B4-BE49-F238E27FC236}">
                <a16:creationId xmlns:a16="http://schemas.microsoft.com/office/drawing/2014/main" id="{25E562D1-ECC7-42BC-BCE0-DEE2772104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050" y="4710113"/>
            <a:ext cx="40322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2800" b="1"/>
              <a:t>磁滞回线是矩形</a:t>
            </a:r>
          </a:p>
        </p:txBody>
      </p:sp>
      <p:sp>
        <p:nvSpPr>
          <p:cNvPr id="233510" name="Text Box 38">
            <a:extLst>
              <a:ext uri="{FF2B5EF4-FFF2-40B4-BE49-F238E27FC236}">
                <a16:creationId xmlns:a16="http://schemas.microsoft.com/office/drawing/2014/main" id="{3846903A-CAEF-438F-ADC8-017200122B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050" y="5157788"/>
            <a:ext cx="35274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2800" b="1"/>
              <a:t>用于</a:t>
            </a:r>
            <a:r>
              <a:rPr lang="zh-CN" altLang="en-US" sz="2800" b="1">
                <a:solidFill>
                  <a:srgbClr val="FF0000"/>
                </a:solidFill>
              </a:rPr>
              <a:t>记忆元件</a:t>
            </a:r>
          </a:p>
        </p:txBody>
      </p:sp>
      <p:grpSp>
        <p:nvGrpSpPr>
          <p:cNvPr id="6" name="Group 20">
            <a:extLst>
              <a:ext uri="{FF2B5EF4-FFF2-40B4-BE49-F238E27FC236}">
                <a16:creationId xmlns:a16="http://schemas.microsoft.com/office/drawing/2014/main" id="{BEBA692D-EC34-4E30-9A48-5AF4F8F26B70}"/>
              </a:ext>
            </a:extLst>
          </p:cNvPr>
          <p:cNvGrpSpPr>
            <a:grpSpLocks/>
          </p:cNvGrpSpPr>
          <p:nvPr/>
        </p:nvGrpSpPr>
        <p:grpSpPr bwMode="auto">
          <a:xfrm>
            <a:off x="6365875" y="1173163"/>
            <a:ext cx="1881188" cy="1679575"/>
            <a:chOff x="3744" y="432"/>
            <a:chExt cx="1603" cy="1941"/>
          </a:xfrm>
        </p:grpSpPr>
        <p:sp>
          <p:nvSpPr>
            <p:cNvPr id="32796" name="Freeform 21">
              <a:extLst>
                <a:ext uri="{FF2B5EF4-FFF2-40B4-BE49-F238E27FC236}">
                  <a16:creationId xmlns:a16="http://schemas.microsoft.com/office/drawing/2014/main" id="{C731EA89-0934-4750-9A36-8DF94CEC07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4" y="432"/>
              <a:ext cx="1603" cy="1941"/>
            </a:xfrm>
            <a:custGeom>
              <a:avLst/>
              <a:gdLst>
                <a:gd name="T0" fmla="*/ 1603 w 1603"/>
                <a:gd name="T1" fmla="*/ 0 h 1941"/>
                <a:gd name="T2" fmla="*/ 1267 w 1603"/>
                <a:gd name="T3" fmla="*/ 336 h 1941"/>
                <a:gd name="T4" fmla="*/ 909 w 1603"/>
                <a:gd name="T5" fmla="*/ 1621 h 1941"/>
                <a:gd name="T6" fmla="*/ 0 w 1603"/>
                <a:gd name="T7" fmla="*/ 1941 h 194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03"/>
                <a:gd name="T13" fmla="*/ 0 h 1941"/>
                <a:gd name="T14" fmla="*/ 1603 w 1603"/>
                <a:gd name="T15" fmla="*/ 1941 h 194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03" h="1941">
                  <a:moveTo>
                    <a:pt x="1603" y="0"/>
                  </a:moveTo>
                  <a:cubicBezTo>
                    <a:pt x="1487" y="44"/>
                    <a:pt x="1383" y="66"/>
                    <a:pt x="1267" y="336"/>
                  </a:cubicBezTo>
                  <a:cubicBezTo>
                    <a:pt x="1151" y="606"/>
                    <a:pt x="1120" y="1354"/>
                    <a:pt x="909" y="1621"/>
                  </a:cubicBezTo>
                  <a:cubicBezTo>
                    <a:pt x="698" y="1888"/>
                    <a:pt x="190" y="1874"/>
                    <a:pt x="0" y="1941"/>
                  </a:cubicBezTo>
                </a:path>
              </a:pathLst>
            </a:cu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97" name="Freeform 22">
              <a:extLst>
                <a:ext uri="{FF2B5EF4-FFF2-40B4-BE49-F238E27FC236}">
                  <a16:creationId xmlns:a16="http://schemas.microsoft.com/office/drawing/2014/main" id="{8353F0EE-75B4-4676-8F8D-C67E6B2527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3" y="432"/>
              <a:ext cx="1584" cy="1920"/>
            </a:xfrm>
            <a:custGeom>
              <a:avLst/>
              <a:gdLst>
                <a:gd name="T0" fmla="*/ 1584 w 1584"/>
                <a:gd name="T1" fmla="*/ 0 h 1920"/>
                <a:gd name="T2" fmla="*/ 528 w 1584"/>
                <a:gd name="T3" fmla="*/ 288 h 1920"/>
                <a:gd name="T4" fmla="*/ 144 w 1584"/>
                <a:gd name="T5" fmla="*/ 1632 h 1920"/>
                <a:gd name="T6" fmla="*/ 0 w 1584"/>
                <a:gd name="T7" fmla="*/ 1920 h 192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84"/>
                <a:gd name="T13" fmla="*/ 0 h 1920"/>
                <a:gd name="T14" fmla="*/ 1584 w 1584"/>
                <a:gd name="T15" fmla="*/ 1920 h 192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84" h="1920">
                  <a:moveTo>
                    <a:pt x="1584" y="0"/>
                  </a:moveTo>
                  <a:cubicBezTo>
                    <a:pt x="1176" y="8"/>
                    <a:pt x="768" y="16"/>
                    <a:pt x="528" y="288"/>
                  </a:cubicBezTo>
                  <a:cubicBezTo>
                    <a:pt x="288" y="560"/>
                    <a:pt x="232" y="1360"/>
                    <a:pt x="144" y="1632"/>
                  </a:cubicBezTo>
                  <a:cubicBezTo>
                    <a:pt x="56" y="1904"/>
                    <a:pt x="24" y="1872"/>
                    <a:pt x="0" y="1920"/>
                  </a:cubicBezTo>
                </a:path>
              </a:pathLst>
            </a:custGeom>
            <a:noFill/>
            <a:ln w="444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" name="Group 5">
            <a:extLst>
              <a:ext uri="{FF2B5EF4-FFF2-40B4-BE49-F238E27FC236}">
                <a16:creationId xmlns:a16="http://schemas.microsoft.com/office/drawing/2014/main" id="{5935BB74-B838-4AEA-90C8-88B60912CEEB}"/>
              </a:ext>
            </a:extLst>
          </p:cNvPr>
          <p:cNvGrpSpPr>
            <a:grpSpLocks/>
          </p:cNvGrpSpPr>
          <p:nvPr/>
        </p:nvGrpSpPr>
        <p:grpSpPr bwMode="auto">
          <a:xfrm>
            <a:off x="6913563" y="3895725"/>
            <a:ext cx="790575" cy="1728788"/>
            <a:chOff x="3540" y="2256"/>
            <a:chExt cx="1218" cy="1951"/>
          </a:xfrm>
        </p:grpSpPr>
        <p:sp>
          <p:nvSpPr>
            <p:cNvPr id="32794" name="Freeform 6">
              <a:extLst>
                <a:ext uri="{FF2B5EF4-FFF2-40B4-BE49-F238E27FC236}">
                  <a16:creationId xmlns:a16="http://schemas.microsoft.com/office/drawing/2014/main" id="{CF52AD6A-234E-4FF8-BF20-1D5080DE9B7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3" y="2304"/>
              <a:ext cx="1215" cy="1903"/>
            </a:xfrm>
            <a:custGeom>
              <a:avLst/>
              <a:gdLst>
                <a:gd name="T0" fmla="*/ 1215 w 1215"/>
                <a:gd name="T1" fmla="*/ 6 h 1903"/>
                <a:gd name="T2" fmla="*/ 1089 w 1215"/>
                <a:gd name="T3" fmla="*/ 99 h 1903"/>
                <a:gd name="T4" fmla="*/ 1011 w 1215"/>
                <a:gd name="T5" fmla="*/ 1729 h 1903"/>
                <a:gd name="T6" fmla="*/ 0 w 1215"/>
                <a:gd name="T7" fmla="*/ 1857 h 190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15"/>
                <a:gd name="T13" fmla="*/ 0 h 1903"/>
                <a:gd name="T14" fmla="*/ 1215 w 1215"/>
                <a:gd name="T15" fmla="*/ 1903 h 190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15" h="1903">
                  <a:moveTo>
                    <a:pt x="1215" y="6"/>
                  </a:moveTo>
                  <a:cubicBezTo>
                    <a:pt x="1107" y="33"/>
                    <a:pt x="1110" y="0"/>
                    <a:pt x="1089" y="99"/>
                  </a:cubicBezTo>
                  <a:cubicBezTo>
                    <a:pt x="1042" y="403"/>
                    <a:pt x="1131" y="1569"/>
                    <a:pt x="1011" y="1729"/>
                  </a:cubicBezTo>
                  <a:cubicBezTo>
                    <a:pt x="931" y="1903"/>
                    <a:pt x="222" y="1816"/>
                    <a:pt x="0" y="1857"/>
                  </a:cubicBezTo>
                </a:path>
              </a:pathLst>
            </a:custGeom>
            <a:noFill/>
            <a:ln w="412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95" name="Freeform 7">
              <a:extLst>
                <a:ext uri="{FF2B5EF4-FFF2-40B4-BE49-F238E27FC236}">
                  <a16:creationId xmlns:a16="http://schemas.microsoft.com/office/drawing/2014/main" id="{56C54852-5E1E-4239-85FF-29A9428169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0" y="2256"/>
              <a:ext cx="1215" cy="1902"/>
            </a:xfrm>
            <a:custGeom>
              <a:avLst/>
              <a:gdLst>
                <a:gd name="T0" fmla="*/ 0 w 1215"/>
                <a:gd name="T1" fmla="*/ 1893 h 1902"/>
                <a:gd name="T2" fmla="*/ 121 w 1215"/>
                <a:gd name="T3" fmla="*/ 1803 h 1902"/>
                <a:gd name="T4" fmla="*/ 203 w 1215"/>
                <a:gd name="T5" fmla="*/ 174 h 1902"/>
                <a:gd name="T6" fmla="*/ 1215 w 1215"/>
                <a:gd name="T7" fmla="*/ 48 h 190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15"/>
                <a:gd name="T13" fmla="*/ 0 h 1902"/>
                <a:gd name="T14" fmla="*/ 1215 w 1215"/>
                <a:gd name="T15" fmla="*/ 1902 h 190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15" h="1902">
                  <a:moveTo>
                    <a:pt x="0" y="1893"/>
                  </a:moveTo>
                  <a:cubicBezTo>
                    <a:pt x="108" y="1866"/>
                    <a:pt x="100" y="1902"/>
                    <a:pt x="121" y="1803"/>
                  </a:cubicBezTo>
                  <a:cubicBezTo>
                    <a:pt x="169" y="1499"/>
                    <a:pt x="83" y="333"/>
                    <a:pt x="203" y="174"/>
                  </a:cubicBezTo>
                  <a:cubicBezTo>
                    <a:pt x="284" y="0"/>
                    <a:pt x="993" y="88"/>
                    <a:pt x="1215" y="48"/>
                  </a:cubicBezTo>
                </a:path>
              </a:pathLst>
            </a:custGeom>
            <a:noFill/>
            <a:ln w="412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2792" name="Text Box 75">
            <a:extLst>
              <a:ext uri="{FF2B5EF4-FFF2-40B4-BE49-F238E27FC236}">
                <a16:creationId xmlns:a16="http://schemas.microsoft.com/office/drawing/2014/main" id="{D8859383-5C0D-4192-9E39-55D9B6464D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4100" y="6440488"/>
            <a:ext cx="4159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</a:p>
        </p:txBody>
      </p:sp>
      <p:sp>
        <p:nvSpPr>
          <p:cNvPr id="32793" name="灯片编号占位符 2">
            <a:extLst>
              <a:ext uri="{FF2B5EF4-FFF2-40B4-BE49-F238E27FC236}">
                <a16:creationId xmlns:a16="http://schemas.microsoft.com/office/drawing/2014/main" id="{54306254-9B4D-4539-874A-8A841BF81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B2E0AFA-C5AD-41F8-BF3D-E14D75ACF306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zh-CN" sz="1400"/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233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334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33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334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334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335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335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75" fill="hold"/>
                                        <p:tgtEl>
                                          <p:spTgt spid="2334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" fill="hold"/>
                                        <p:tgtEl>
                                          <p:spTgt spid="2334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" fill="hold"/>
                                        <p:tgtEl>
                                          <p:spTgt spid="2334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" fill="hold"/>
                                        <p:tgtEl>
                                          <p:spTgt spid="2334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875"/>
                            </p:stCondLst>
                            <p:childTnLst>
                              <p:par>
                                <p:cTn id="31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2375"/>
                            </p:stCondLst>
                            <p:childTnLst>
                              <p:par>
                                <p:cTn id="35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2875"/>
                            </p:stCondLst>
                            <p:childTnLst>
                              <p:par>
                                <p:cTn id="3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1" dur="500"/>
                                        <p:tgtEl>
                                          <p:spTgt spid="233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3375"/>
                            </p:stCondLst>
                            <p:childTnLst>
                              <p:par>
                                <p:cTn id="43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5" dur="500"/>
                                        <p:tgtEl>
                                          <p:spTgt spid="233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75" fill="hold"/>
                                        <p:tgtEl>
                                          <p:spTgt spid="2334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75" fill="hold"/>
                                        <p:tgtEl>
                                          <p:spTgt spid="2334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75" fill="hold"/>
                                        <p:tgtEl>
                                          <p:spTgt spid="2334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5" fill="hold"/>
                                        <p:tgtEl>
                                          <p:spTgt spid="2334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75"/>
                                        <p:tgtEl>
                                          <p:spTgt spid="233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63" dur="300"/>
                                        <p:tgtEl>
                                          <p:spTgt spid="233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2700"/>
                            </p:stCondLst>
                            <p:childTnLst>
                              <p:par>
                                <p:cTn id="65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3200"/>
                            </p:stCondLst>
                            <p:childTnLst>
                              <p:par>
                                <p:cTn id="69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3700"/>
                            </p:stCondLst>
                            <p:childTnLst>
                              <p:par>
                                <p:cTn id="7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5" dur="500"/>
                                        <p:tgtEl>
                                          <p:spTgt spid="233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4200"/>
                            </p:stCondLst>
                            <p:childTnLst>
                              <p:par>
                                <p:cTn id="77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9" dur="500"/>
                                        <p:tgtEl>
                                          <p:spTgt spid="233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335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335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0" dur="500"/>
                                        <p:tgtEl>
                                          <p:spTgt spid="233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5" dur="500"/>
                                        <p:tgtEl>
                                          <p:spTgt spid="233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0" dur="500"/>
                                        <p:tgtEl>
                                          <p:spTgt spid="233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5" dur="500"/>
                                        <p:tgtEl>
                                          <p:spTgt spid="233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10" dur="500"/>
                                        <p:tgtEl>
                                          <p:spTgt spid="233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4" dur="500"/>
                                        <p:tgtEl>
                                          <p:spTgt spid="233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3474" grpId="0" autoUpdateAnimBg="0"/>
      <p:bldP spid="233475" grpId="0" autoUpdateAnimBg="0"/>
      <p:bldP spid="233476" grpId="0" autoUpdateAnimBg="0"/>
      <p:bldP spid="233480" grpId="0" autoUpdateAnimBg="0"/>
      <p:bldP spid="233490" grpId="0" autoUpdateAnimBg="0"/>
      <p:bldP spid="233491" grpId="0" autoUpdateAnimBg="0"/>
      <p:bldP spid="233495" grpId="0" autoUpdateAnimBg="0"/>
      <p:bldP spid="233496" grpId="0" autoUpdateAnimBg="0"/>
      <p:bldP spid="233505" grpId="0"/>
      <p:bldP spid="233506" grpId="0"/>
      <p:bldP spid="233507" grpId="0" autoUpdateAnimBg="0"/>
      <p:bldP spid="233508" grpId="0" animBg="1"/>
      <p:bldP spid="233509" grpId="0" autoUpdateAnimBg="0"/>
      <p:bldP spid="233510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灯片编号占位符 1">
            <a:extLst>
              <a:ext uri="{FF2B5EF4-FFF2-40B4-BE49-F238E27FC236}">
                <a16:creationId xmlns:a16="http://schemas.microsoft.com/office/drawing/2014/main" id="{511652FD-3F7A-4D5C-80DC-24D6FDFA7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DF1ED57-64D5-46DE-B7D8-3D87CADA319D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zh-CN" sz="1400"/>
          </a:p>
        </p:txBody>
      </p:sp>
      <p:pic>
        <p:nvPicPr>
          <p:cNvPr id="33795" name="图片 2">
            <a:extLst>
              <a:ext uri="{FF2B5EF4-FFF2-40B4-BE49-F238E27FC236}">
                <a16:creationId xmlns:a16="http://schemas.microsoft.com/office/drawing/2014/main" id="{D531D41D-5875-40E6-9A2F-7CCD8ACF65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6"/>
          <a:stretch>
            <a:fillRect/>
          </a:stretch>
        </p:blipFill>
        <p:spPr bwMode="auto">
          <a:xfrm>
            <a:off x="1020763" y="2273300"/>
            <a:ext cx="6907212" cy="225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6" name="文本框 3">
            <a:extLst>
              <a:ext uri="{FF2B5EF4-FFF2-40B4-BE49-F238E27FC236}">
                <a16:creationId xmlns:a16="http://schemas.microsoft.com/office/drawing/2014/main" id="{88DB16DA-E71A-40A2-B3F9-F8023A379B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8563" y="4926013"/>
            <a:ext cx="33639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/>
              <a:t>演示实验</a:t>
            </a:r>
            <a:r>
              <a:rPr lang="en-US" altLang="zh-CN" sz="2400" b="1"/>
              <a:t>-</a:t>
            </a:r>
            <a:r>
              <a:rPr lang="zh-CN" altLang="en-US" sz="2400" b="1"/>
              <a:t>巴克豪斯效应</a:t>
            </a:r>
            <a:endParaRPr lang="en-US" altLang="zh-CN" sz="2400" b="1"/>
          </a:p>
        </p:txBody>
      </p:sp>
    </p:spTree>
  </p:cSld>
  <p:clrMapOvr>
    <a:masterClrMapping/>
  </p:clrMapOvr>
  <p:transition>
    <p:pull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Text Box 2">
            <a:extLst>
              <a:ext uri="{FF2B5EF4-FFF2-40B4-BE49-F238E27FC236}">
                <a16:creationId xmlns:a16="http://schemas.microsoft.com/office/drawing/2014/main" id="{64ED1F35-D01B-441F-A451-3C4533685B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3775" y="1511300"/>
            <a:ext cx="37449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ea typeface="黑体" panose="02010609060101010101" pitchFamily="49" charset="-122"/>
              </a:rPr>
              <a:t>1. </a:t>
            </a:r>
            <a:r>
              <a:rPr lang="zh-CN" altLang="en-US" sz="2800" b="1">
                <a:ea typeface="黑体" panose="02010609060101010101" pitchFamily="49" charset="-122"/>
              </a:rPr>
              <a:t>基本概念</a:t>
            </a:r>
          </a:p>
        </p:txBody>
      </p:sp>
      <p:sp>
        <p:nvSpPr>
          <p:cNvPr id="239619" name="Text Box 3">
            <a:extLst>
              <a:ext uri="{FF2B5EF4-FFF2-40B4-BE49-F238E27FC236}">
                <a16:creationId xmlns:a16="http://schemas.microsoft.com/office/drawing/2014/main" id="{FB946517-07DC-48F6-AF5F-41D15D2685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9075" y="1963738"/>
            <a:ext cx="45958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磁感应强度</a:t>
            </a:r>
          </a:p>
        </p:txBody>
      </p:sp>
      <p:graphicFrame>
        <p:nvGraphicFramePr>
          <p:cNvPr id="239620" name="Object 2">
            <a:extLst>
              <a:ext uri="{FF2B5EF4-FFF2-40B4-BE49-F238E27FC236}">
                <a16:creationId xmlns:a16="http://schemas.microsoft.com/office/drawing/2014/main" id="{2809F4B6-B726-4D4A-A6BE-5A96989232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30588" y="1995488"/>
          <a:ext cx="319087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71" name="Equation" r:id="rId3" imgW="291973" imgH="393529" progId="Equation.DSMT4">
                  <p:embed/>
                </p:oleObj>
              </mc:Choice>
              <mc:Fallback>
                <p:oleObj name="Equation" r:id="rId3" imgW="291973" imgH="393529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0588" y="1995488"/>
                        <a:ext cx="319087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9621" name="Text Box 5">
            <a:extLst>
              <a:ext uri="{FF2B5EF4-FFF2-40B4-BE49-F238E27FC236}">
                <a16:creationId xmlns:a16="http://schemas.microsoft.com/office/drawing/2014/main" id="{EC474C95-AE74-4405-B6E1-14584C5F70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760663"/>
            <a:ext cx="24399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ea typeface="黑体" panose="02010609060101010101" pitchFamily="49" charset="-122"/>
              </a:rPr>
              <a:t>（</a:t>
            </a:r>
            <a:r>
              <a:rPr lang="en-US" altLang="zh-CN" sz="2800" b="1">
                <a:ea typeface="黑体" panose="02010609060101010101" pitchFamily="49" charset="-122"/>
              </a:rPr>
              <a:t>1</a:t>
            </a:r>
            <a:r>
              <a:rPr lang="zh-CN" altLang="en-US" sz="2800" b="1">
                <a:ea typeface="黑体" panose="02010609060101010101" pitchFamily="49" charset="-122"/>
              </a:rPr>
              <a:t>）定义</a:t>
            </a:r>
          </a:p>
        </p:txBody>
      </p:sp>
      <p:sp>
        <p:nvSpPr>
          <p:cNvPr id="239622" name="Text Box 6">
            <a:extLst>
              <a:ext uri="{FF2B5EF4-FFF2-40B4-BE49-F238E27FC236}">
                <a16:creationId xmlns:a16="http://schemas.microsoft.com/office/drawing/2014/main" id="{910F15D8-4410-4A6D-9C5F-06C838D2DB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3775" y="4500563"/>
            <a:ext cx="54641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ea typeface="黑体" panose="02010609060101010101" pitchFamily="49" charset="-122"/>
              </a:rPr>
              <a:t>2. </a:t>
            </a:r>
            <a:r>
              <a:rPr lang="zh-CN" altLang="en-US" sz="2800" b="1">
                <a:ea typeface="黑体" panose="02010609060101010101" pitchFamily="49" charset="-122"/>
              </a:rPr>
              <a:t>基本规律、基本性质</a:t>
            </a:r>
          </a:p>
        </p:txBody>
      </p:sp>
      <p:sp>
        <p:nvSpPr>
          <p:cNvPr id="239623" name="Text Box 7">
            <a:extLst>
              <a:ext uri="{FF2B5EF4-FFF2-40B4-BE49-F238E27FC236}">
                <a16:creationId xmlns:a16="http://schemas.microsoft.com/office/drawing/2014/main" id="{E0B6F7DB-C66E-4453-8931-ED009D502E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5164138"/>
            <a:ext cx="38163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（</a:t>
            </a:r>
            <a:r>
              <a:rPr lang="en-US" altLang="zh-CN" sz="2800" b="1"/>
              <a:t>1</a:t>
            </a:r>
            <a:r>
              <a:rPr lang="zh-CN" altLang="en-US" sz="2800" b="1"/>
              <a:t>）高斯定理</a:t>
            </a:r>
          </a:p>
        </p:txBody>
      </p:sp>
      <p:sp>
        <p:nvSpPr>
          <p:cNvPr id="239624" name="Text Box 8">
            <a:extLst>
              <a:ext uri="{FF2B5EF4-FFF2-40B4-BE49-F238E27FC236}">
                <a16:creationId xmlns:a16="http://schemas.microsoft.com/office/drawing/2014/main" id="{B2E07759-6533-4230-9D65-E5F205CF21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969963"/>
            <a:ext cx="47974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en-US" altLang="zh-CN" sz="2800" b="1">
                <a:ea typeface="黑体" panose="02010609060101010101" pitchFamily="49" charset="-122"/>
              </a:rPr>
              <a:t> </a:t>
            </a:r>
            <a:r>
              <a:rPr lang="zh-CN" altLang="en-US" sz="2800" b="1">
                <a:ea typeface="黑体" panose="02010609060101010101" pitchFamily="49" charset="-122"/>
              </a:rPr>
              <a:t>真空中的稳恒磁场</a:t>
            </a:r>
          </a:p>
        </p:txBody>
      </p:sp>
      <p:sp>
        <p:nvSpPr>
          <p:cNvPr id="239627" name="AutoShape 11">
            <a:extLst>
              <a:ext uri="{FF2B5EF4-FFF2-40B4-BE49-F238E27FC236}">
                <a16:creationId xmlns:a16="http://schemas.microsoft.com/office/drawing/2014/main" id="{69B74B80-1A16-418F-B2A6-197ACD68E32A}"/>
              </a:ext>
            </a:extLst>
          </p:cNvPr>
          <p:cNvSpPr>
            <a:spLocks/>
          </p:cNvSpPr>
          <p:nvPr/>
        </p:nvSpPr>
        <p:spPr bwMode="auto">
          <a:xfrm>
            <a:off x="3325813" y="2703513"/>
            <a:ext cx="250825" cy="685800"/>
          </a:xfrm>
          <a:prstGeom prst="leftBrace">
            <a:avLst>
              <a:gd name="adj1" fmla="val 22785"/>
              <a:gd name="adj2" fmla="val 5000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39628" name="Text Box 12">
            <a:extLst>
              <a:ext uri="{FF2B5EF4-FFF2-40B4-BE49-F238E27FC236}">
                <a16:creationId xmlns:a16="http://schemas.microsoft.com/office/drawing/2014/main" id="{AF1E9E62-40DB-4295-BA3A-F3D7F580F8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4088" y="2441575"/>
            <a:ext cx="1616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大小</a:t>
            </a:r>
          </a:p>
        </p:txBody>
      </p:sp>
      <p:graphicFrame>
        <p:nvGraphicFramePr>
          <p:cNvPr id="239629" name="Object 3">
            <a:extLst>
              <a:ext uri="{FF2B5EF4-FFF2-40B4-BE49-F238E27FC236}">
                <a16:creationId xmlns:a16="http://schemas.microsoft.com/office/drawing/2014/main" id="{E0FE170F-13B2-42F0-96C7-CE17548E27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98963" y="2271713"/>
          <a:ext cx="1590675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72" name="Equation" r:id="rId5" imgW="1460500" imgH="838200" progId="Equation.DSMT4">
                  <p:embed/>
                </p:oleObj>
              </mc:Choice>
              <mc:Fallback>
                <p:oleObj name="Equation" r:id="rId5" imgW="1460500" imgH="838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8963" y="2271713"/>
                        <a:ext cx="1590675" cy="83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9630" name="Text Box 14">
            <a:extLst>
              <a:ext uri="{FF2B5EF4-FFF2-40B4-BE49-F238E27FC236}">
                <a16:creationId xmlns:a16="http://schemas.microsoft.com/office/drawing/2014/main" id="{DCF2FBC2-2470-4A99-B583-500AE1FA86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5038" y="3005138"/>
            <a:ext cx="20081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方向</a:t>
            </a:r>
          </a:p>
        </p:txBody>
      </p:sp>
      <p:graphicFrame>
        <p:nvGraphicFramePr>
          <p:cNvPr id="239631" name="Object 4">
            <a:extLst>
              <a:ext uri="{FF2B5EF4-FFF2-40B4-BE49-F238E27FC236}">
                <a16:creationId xmlns:a16="http://schemas.microsoft.com/office/drawing/2014/main" id="{B41351F0-6329-4B6E-A751-38B0770743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86275" y="3055938"/>
          <a:ext cx="1287463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73" name="Equation" r:id="rId7" imgW="1257300" imgH="469900" progId="Equation.DSMT4">
                  <p:embed/>
                </p:oleObj>
              </mc:Choice>
              <mc:Fallback>
                <p:oleObj name="Equation" r:id="rId7" imgW="1257300" imgH="4699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6275" y="3055938"/>
                        <a:ext cx="1287463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9632" name="Object 5">
            <a:extLst>
              <a:ext uri="{FF2B5EF4-FFF2-40B4-BE49-F238E27FC236}">
                <a16:creationId xmlns:a16="http://schemas.microsoft.com/office/drawing/2014/main" id="{214DE470-2DB9-45CE-BF10-6A817E50FA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65450" y="2776538"/>
          <a:ext cx="28892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74" name="Equation" r:id="rId9" imgW="181145" imgH="276289" progId="Equation.DSMT4">
                  <p:embed/>
                </p:oleObj>
              </mc:Choice>
              <mc:Fallback>
                <p:oleObj name="Equation" r:id="rId9" imgW="181145" imgH="276289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5450" y="2776538"/>
                        <a:ext cx="288925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9633" name="Rectangle 17">
            <a:extLst>
              <a:ext uri="{FF2B5EF4-FFF2-40B4-BE49-F238E27FC236}">
                <a16:creationId xmlns:a16="http://schemas.microsoft.com/office/drawing/2014/main" id="{84C3C936-0F05-4E89-81A8-08FEDD9A02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3735388"/>
            <a:ext cx="4114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（</a:t>
            </a:r>
            <a:r>
              <a:rPr lang="en-US" altLang="zh-CN" sz="2800" b="1"/>
              <a:t>2</a:t>
            </a:r>
            <a:r>
              <a:rPr lang="zh-CN" altLang="en-US" sz="2800" b="1"/>
              <a:t>）毕</a:t>
            </a:r>
            <a:r>
              <a:rPr lang="en-US" altLang="zh-CN" sz="2800" b="1"/>
              <a:t>—</a:t>
            </a:r>
            <a:r>
              <a:rPr lang="zh-CN" altLang="en-US" sz="2800" b="1"/>
              <a:t>萨定律</a:t>
            </a:r>
          </a:p>
        </p:txBody>
      </p:sp>
      <p:graphicFrame>
        <p:nvGraphicFramePr>
          <p:cNvPr id="239634" name="Object 6">
            <a:extLst>
              <a:ext uri="{FF2B5EF4-FFF2-40B4-BE49-F238E27FC236}">
                <a16:creationId xmlns:a16="http://schemas.microsoft.com/office/drawing/2014/main" id="{215FAB52-4279-4F6A-A003-07C66B1241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65600" y="3502025"/>
          <a:ext cx="2243138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75" name="Equation" r:id="rId11" imgW="2565400" imgH="863600" progId="Equation.DSMT4">
                  <p:embed/>
                </p:oleObj>
              </mc:Choice>
              <mc:Fallback>
                <p:oleObj name="Equation" r:id="rId11" imgW="2565400" imgH="863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5600" y="3502025"/>
                        <a:ext cx="2243138" cy="887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9635" name="Rectangle 19">
            <a:extLst>
              <a:ext uri="{FF2B5EF4-FFF2-40B4-BE49-F238E27FC236}">
                <a16:creationId xmlns:a16="http://schemas.microsoft.com/office/drawing/2014/main" id="{0FE38812-F64A-42BB-AE17-26FCF3AA60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2900" y="5162550"/>
            <a:ext cx="18748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无源场</a:t>
            </a:r>
          </a:p>
        </p:txBody>
      </p:sp>
      <p:graphicFrame>
        <p:nvGraphicFramePr>
          <p:cNvPr id="239636" name="Object 7">
            <a:extLst>
              <a:ext uri="{FF2B5EF4-FFF2-40B4-BE49-F238E27FC236}">
                <a16:creationId xmlns:a16="http://schemas.microsoft.com/office/drawing/2014/main" id="{D36E9CB4-37EA-4232-8131-DA27D67C9E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64050" y="5148263"/>
          <a:ext cx="1728788" cy="61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76" name="Equation" r:id="rId13" imgW="1600113" imgH="495236" progId="Equation.DSMT4">
                  <p:embed/>
                </p:oleObj>
              </mc:Choice>
              <mc:Fallback>
                <p:oleObj name="Equation" r:id="rId13" imgW="1600113" imgH="495236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4050" y="5148263"/>
                        <a:ext cx="1728788" cy="614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007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9637" name="Oval 21">
            <a:extLst>
              <a:ext uri="{FF2B5EF4-FFF2-40B4-BE49-F238E27FC236}">
                <a16:creationId xmlns:a16="http://schemas.microsoft.com/office/drawing/2014/main" id="{3FAB523E-6BCE-4341-A0EF-D090E57600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8975" y="5337175"/>
            <a:ext cx="144463" cy="14446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239638" name="Object 8">
            <a:extLst>
              <a:ext uri="{FF2B5EF4-FFF2-40B4-BE49-F238E27FC236}">
                <a16:creationId xmlns:a16="http://schemas.microsoft.com/office/drawing/2014/main" id="{A1ED166C-0795-40EE-8CFC-139244833C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22775" y="5932488"/>
          <a:ext cx="2206625" cy="70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77" name="Equation" r:id="rId15" imgW="2438516" imgH="609574" progId="Equation.DSMT4">
                  <p:embed/>
                </p:oleObj>
              </mc:Choice>
              <mc:Fallback>
                <p:oleObj name="Equation" r:id="rId15" imgW="2438516" imgH="609574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2775" y="5932488"/>
                        <a:ext cx="2206625" cy="700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007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9639" name="Rectangle 23">
            <a:extLst>
              <a:ext uri="{FF2B5EF4-FFF2-40B4-BE49-F238E27FC236}">
                <a16:creationId xmlns:a16="http://schemas.microsoft.com/office/drawing/2014/main" id="{B95D28EC-E47A-43E7-95CC-371F154C6B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5916613"/>
            <a:ext cx="52228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（</a:t>
            </a:r>
            <a:r>
              <a:rPr lang="en-US" altLang="zh-CN" sz="2800" b="1"/>
              <a:t>2</a:t>
            </a:r>
            <a:r>
              <a:rPr lang="zh-CN" altLang="en-US" sz="2800" b="1"/>
              <a:t>）安培环路定理</a:t>
            </a:r>
            <a:endParaRPr lang="zh-CN" altLang="en-US" sz="2400" b="1"/>
          </a:p>
        </p:txBody>
      </p:sp>
      <p:sp>
        <p:nvSpPr>
          <p:cNvPr id="239640" name="Rectangle 24">
            <a:extLst>
              <a:ext uri="{FF2B5EF4-FFF2-40B4-BE49-F238E27FC236}">
                <a16:creationId xmlns:a16="http://schemas.microsoft.com/office/drawing/2014/main" id="{ACECEAB2-7D6F-47E4-9C5D-0D059F24F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2900" y="5897563"/>
            <a:ext cx="19478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有旋场</a:t>
            </a:r>
          </a:p>
        </p:txBody>
      </p:sp>
      <p:sp>
        <p:nvSpPr>
          <p:cNvPr id="239641" name="Oval 25">
            <a:extLst>
              <a:ext uri="{FF2B5EF4-FFF2-40B4-BE49-F238E27FC236}">
                <a16:creationId xmlns:a16="http://schemas.microsoft.com/office/drawing/2014/main" id="{03AF50F8-2057-4CE7-A053-B34AD0A7FC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6588" y="6099175"/>
            <a:ext cx="144462" cy="14446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39643" name="Text Box 27">
            <a:extLst>
              <a:ext uri="{FF2B5EF4-FFF2-40B4-BE49-F238E27FC236}">
                <a16:creationId xmlns:a16="http://schemas.microsoft.com/office/drawing/2014/main" id="{C20D9565-8CFC-4F54-930D-0C0B079200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8288" y="368300"/>
            <a:ext cx="387191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rgbClr val="FF0000"/>
                </a:solidFill>
                <a:ea typeface="黑体" panose="02010609060101010101" pitchFamily="49" charset="-122"/>
              </a:rPr>
              <a:t>第</a:t>
            </a:r>
            <a:r>
              <a:rPr lang="en-US" altLang="zh-CN" b="1">
                <a:solidFill>
                  <a:srgbClr val="FF0000"/>
                </a:solidFill>
                <a:ea typeface="黑体" panose="02010609060101010101" pitchFamily="49" charset="-122"/>
              </a:rPr>
              <a:t>9</a:t>
            </a:r>
            <a:r>
              <a:rPr lang="zh-CN" altLang="en-US" b="1">
                <a:solidFill>
                  <a:srgbClr val="FF0000"/>
                </a:solidFill>
                <a:ea typeface="黑体" panose="02010609060101010101" pitchFamily="49" charset="-122"/>
              </a:rPr>
              <a:t>章  小结</a:t>
            </a:r>
          </a:p>
        </p:txBody>
      </p:sp>
      <p:sp>
        <p:nvSpPr>
          <p:cNvPr id="34841" name="Text Box 75">
            <a:extLst>
              <a:ext uri="{FF2B5EF4-FFF2-40B4-BE49-F238E27FC236}">
                <a16:creationId xmlns:a16="http://schemas.microsoft.com/office/drawing/2014/main" id="{7240FAE0-7968-4516-BA74-07F3B2A1F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4100" y="6440488"/>
            <a:ext cx="4159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</a:p>
        </p:txBody>
      </p:sp>
      <p:sp>
        <p:nvSpPr>
          <p:cNvPr id="34842" name="灯片编号占位符 1">
            <a:extLst>
              <a:ext uri="{FF2B5EF4-FFF2-40B4-BE49-F238E27FC236}">
                <a16:creationId xmlns:a16="http://schemas.microsoft.com/office/drawing/2014/main" id="{E64DFB99-4F5E-4587-8A3B-4CDC3457B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24B6E8C-4307-4C89-AC67-BAA6C8016778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US" altLang="zh-CN" sz="1400"/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39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" dur="500"/>
                                        <p:tgtEl>
                                          <p:spTgt spid="239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5" dur="500"/>
                                        <p:tgtEl>
                                          <p:spTgt spid="239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0" dur="500"/>
                                        <p:tgtEl>
                                          <p:spTgt spid="239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239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9" dur="500"/>
                                        <p:tgtEl>
                                          <p:spTgt spid="239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9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6" dur="500"/>
                                        <p:tgtEl>
                                          <p:spTgt spid="239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8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396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396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3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396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396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0" dur="500"/>
                                        <p:tgtEl>
                                          <p:spTgt spid="239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2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4" dur="500"/>
                                        <p:tgtEl>
                                          <p:spTgt spid="239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75" fill="hold"/>
                                        <p:tgtEl>
                                          <p:spTgt spid="2396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75" fill="hold"/>
                                        <p:tgtEl>
                                          <p:spTgt spid="2396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75" fill="hold"/>
                                        <p:tgtEl>
                                          <p:spTgt spid="2396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75" fill="hold"/>
                                        <p:tgtEl>
                                          <p:spTgt spid="2396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6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6" dur="500"/>
                                        <p:tgtEl>
                                          <p:spTgt spid="239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1" dur="500"/>
                                        <p:tgtEl>
                                          <p:spTgt spid="239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75"/>
                                        <p:tgtEl>
                                          <p:spTgt spid="239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396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396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1025"/>
                            </p:stCondLst>
                            <p:childTnLst>
                              <p:par>
                                <p:cTn id="81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396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396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396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396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75" fill="hold"/>
                                        <p:tgtEl>
                                          <p:spTgt spid="2396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75" fill="hold"/>
                                        <p:tgtEl>
                                          <p:spTgt spid="2396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5" fill="hold"/>
                                        <p:tgtEl>
                                          <p:spTgt spid="2396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75" fill="hold"/>
                                        <p:tgtEl>
                                          <p:spTgt spid="2396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3" dur="500"/>
                                        <p:tgtEl>
                                          <p:spTgt spid="239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9618" grpId="0" autoUpdateAnimBg="0"/>
      <p:bldP spid="239619" grpId="0" autoUpdateAnimBg="0"/>
      <p:bldP spid="239621" grpId="0" autoUpdateAnimBg="0"/>
      <p:bldP spid="239622" grpId="0" autoUpdateAnimBg="0"/>
      <p:bldP spid="239623" grpId="0" autoUpdateAnimBg="0"/>
      <p:bldP spid="239624" grpId="0" autoUpdateAnimBg="0"/>
      <p:bldP spid="239627" grpId="0" animBg="1"/>
      <p:bldP spid="239628" grpId="0"/>
      <p:bldP spid="239630" grpId="0"/>
      <p:bldP spid="239633" grpId="0" autoUpdateAnimBg="0"/>
      <p:bldP spid="239635" grpId="0" autoUpdateAnimBg="0"/>
      <p:bldP spid="239637" grpId="0" animBg="1"/>
      <p:bldP spid="239639" grpId="0" autoUpdateAnimBg="0"/>
      <p:bldP spid="239640" grpId="0" autoUpdateAnimBg="0"/>
      <p:bldP spid="239641" grpId="0" animBg="1"/>
      <p:bldP spid="239643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72" name="AutoShape 28">
            <a:extLst>
              <a:ext uri="{FF2B5EF4-FFF2-40B4-BE49-F238E27FC236}">
                <a16:creationId xmlns:a16="http://schemas.microsoft.com/office/drawing/2014/main" id="{167F1602-8C56-473B-B00B-814C980C3C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2475" y="5084763"/>
            <a:ext cx="217488" cy="358775"/>
          </a:xfrm>
          <a:prstGeom prst="wedgeEllipseCallout">
            <a:avLst>
              <a:gd name="adj1" fmla="val 139782"/>
              <a:gd name="adj2" fmla="val 77435"/>
            </a:avLst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/>
          </a:p>
        </p:txBody>
      </p:sp>
      <p:sp>
        <p:nvSpPr>
          <p:cNvPr id="236547" name="Text Box 3">
            <a:extLst>
              <a:ext uri="{FF2B5EF4-FFF2-40B4-BE49-F238E27FC236}">
                <a16:creationId xmlns:a16="http://schemas.microsoft.com/office/drawing/2014/main" id="{48FA342C-736C-4E68-BC69-261527178F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" y="406400"/>
            <a:ext cx="34655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ea typeface="黑体" panose="02010609060101010101" pitchFamily="49" charset="-122"/>
              </a:rPr>
              <a:t>3. </a:t>
            </a:r>
            <a:r>
              <a:rPr lang="zh-CN" altLang="en-US" sz="2800" b="1">
                <a:ea typeface="黑体" panose="02010609060101010101" pitchFamily="49" charset="-122"/>
              </a:rPr>
              <a:t>基本方法</a:t>
            </a:r>
          </a:p>
        </p:txBody>
      </p:sp>
      <p:sp>
        <p:nvSpPr>
          <p:cNvPr id="236548" name="AutoShape 4">
            <a:extLst>
              <a:ext uri="{FF2B5EF4-FFF2-40B4-BE49-F238E27FC236}">
                <a16:creationId xmlns:a16="http://schemas.microsoft.com/office/drawing/2014/main" id="{6EE48255-92A4-43C3-98AA-475C26A995A0}"/>
              </a:ext>
            </a:extLst>
          </p:cNvPr>
          <p:cNvSpPr>
            <a:spLocks/>
          </p:cNvSpPr>
          <p:nvPr/>
        </p:nvSpPr>
        <p:spPr bwMode="auto">
          <a:xfrm>
            <a:off x="2014538" y="1109663"/>
            <a:ext cx="303212" cy="1082675"/>
          </a:xfrm>
          <a:prstGeom prst="leftBrace">
            <a:avLst>
              <a:gd name="adj1" fmla="val 29756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36549" name="Text Box 5">
            <a:extLst>
              <a:ext uri="{FF2B5EF4-FFF2-40B4-BE49-F238E27FC236}">
                <a16:creationId xmlns:a16="http://schemas.microsoft.com/office/drawing/2014/main" id="{0C85828A-AD13-4FA1-9B6B-E9C6131A74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9663" y="1711325"/>
            <a:ext cx="46720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黑体" panose="02010609060101010101" pitchFamily="49" charset="-122"/>
              </a:rPr>
              <a:t>环路定理求对称场</a:t>
            </a:r>
          </a:p>
        </p:txBody>
      </p:sp>
      <p:sp>
        <p:nvSpPr>
          <p:cNvPr id="236550" name="Text Box 6">
            <a:extLst>
              <a:ext uri="{FF2B5EF4-FFF2-40B4-BE49-F238E27FC236}">
                <a16:creationId xmlns:a16="http://schemas.microsoft.com/office/drawing/2014/main" id="{1EACEA46-4466-47DD-B403-9032650F94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1347788"/>
            <a:ext cx="13001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求</a:t>
            </a:r>
          </a:p>
        </p:txBody>
      </p:sp>
      <p:graphicFrame>
        <p:nvGraphicFramePr>
          <p:cNvPr id="236551" name="Object 2">
            <a:extLst>
              <a:ext uri="{FF2B5EF4-FFF2-40B4-BE49-F238E27FC236}">
                <a16:creationId xmlns:a16="http://schemas.microsoft.com/office/drawing/2014/main" id="{19CBCDA8-E80C-4ED8-B79D-51D9AE7E69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30350" y="1358900"/>
          <a:ext cx="349250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06" name="Equation" r:id="rId3" imgW="291973" imgH="393529" progId="Equation.DSMT4">
                  <p:embed/>
                </p:oleObj>
              </mc:Choice>
              <mc:Fallback>
                <p:oleObj name="Equation" r:id="rId3" imgW="291973" imgH="393529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0350" y="1358900"/>
                        <a:ext cx="349250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6552" name="Rectangle 8">
            <a:extLst>
              <a:ext uri="{FF2B5EF4-FFF2-40B4-BE49-F238E27FC236}">
                <a16:creationId xmlns:a16="http://schemas.microsoft.com/office/drawing/2014/main" id="{DFCA406F-5D72-41CA-BB82-8AE6B7BAED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5538" y="981075"/>
            <a:ext cx="4114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ea typeface="黑体" panose="02010609060101010101" pitchFamily="49" charset="-122"/>
              </a:rPr>
              <a:t>毕</a:t>
            </a:r>
            <a:r>
              <a:rPr lang="en-US" altLang="zh-CN" sz="2800" b="1">
                <a:ea typeface="黑体" panose="02010609060101010101" pitchFamily="49" charset="-122"/>
              </a:rPr>
              <a:t>—</a:t>
            </a:r>
            <a:r>
              <a:rPr lang="zh-CN" altLang="en-US" sz="2800" b="1">
                <a:ea typeface="黑体" panose="02010609060101010101" pitchFamily="49" charset="-122"/>
              </a:rPr>
              <a:t>萨定律</a:t>
            </a:r>
          </a:p>
        </p:txBody>
      </p:sp>
      <p:graphicFrame>
        <p:nvGraphicFramePr>
          <p:cNvPr id="236553" name="Object 3">
            <a:extLst>
              <a:ext uri="{FF2B5EF4-FFF2-40B4-BE49-F238E27FC236}">
                <a16:creationId xmlns:a16="http://schemas.microsoft.com/office/drawing/2014/main" id="{9CC2A369-F43D-4E7A-84F8-4A2CFD4DA5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98963" y="758825"/>
          <a:ext cx="2243137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07" name="Equation" r:id="rId5" imgW="2565400" imgH="863600" progId="Equation.DSMT4">
                  <p:embed/>
                </p:oleObj>
              </mc:Choice>
              <mc:Fallback>
                <p:oleObj name="Equation" r:id="rId5" imgW="2565400" imgH="863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8963" y="758825"/>
                        <a:ext cx="2243137" cy="887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6554" name="Object 4">
            <a:extLst>
              <a:ext uri="{FF2B5EF4-FFF2-40B4-BE49-F238E27FC236}">
                <a16:creationId xmlns:a16="http://schemas.microsoft.com/office/drawing/2014/main" id="{48295C6D-12BF-442E-B3C8-1E6D3ACAA5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84813" y="1770063"/>
          <a:ext cx="2206625" cy="70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08" name="Equation" r:id="rId7" imgW="2438516" imgH="609574" progId="Equation.DSMT4">
                  <p:embed/>
                </p:oleObj>
              </mc:Choice>
              <mc:Fallback>
                <p:oleObj name="Equation" r:id="rId7" imgW="2438516" imgH="609574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4813" y="1770063"/>
                        <a:ext cx="2206625" cy="700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007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6555" name="Oval 11">
            <a:extLst>
              <a:ext uri="{FF2B5EF4-FFF2-40B4-BE49-F238E27FC236}">
                <a16:creationId xmlns:a16="http://schemas.microsoft.com/office/drawing/2014/main" id="{3C8DD154-C185-4BF2-9104-6E528E7DAB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1936750"/>
            <a:ext cx="144463" cy="14446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36556" name="Text Box 12">
            <a:extLst>
              <a:ext uri="{FF2B5EF4-FFF2-40B4-BE49-F238E27FC236}">
                <a16:creationId xmlns:a16="http://schemas.microsoft.com/office/drawing/2014/main" id="{11508039-3BC4-4791-910F-E4F9FA6457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963" y="2441575"/>
            <a:ext cx="779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ea typeface="黑体" panose="02010609060101010101" pitchFamily="49" charset="-122"/>
              </a:rPr>
              <a:t>几种典型电流产生的磁场</a:t>
            </a:r>
            <a:r>
              <a:rPr lang="en-US" altLang="zh-CN" sz="2800" b="1" i="1">
                <a:ea typeface="黑体" panose="02010609060101010101" pitchFamily="49" charset="-122"/>
              </a:rPr>
              <a:t>B </a:t>
            </a:r>
            <a:r>
              <a:rPr lang="zh-CN" altLang="en-US" sz="2800" b="1">
                <a:ea typeface="黑体" panose="02010609060101010101" pitchFamily="49" charset="-122"/>
              </a:rPr>
              <a:t>的分布</a:t>
            </a:r>
          </a:p>
        </p:txBody>
      </p:sp>
      <p:sp>
        <p:nvSpPr>
          <p:cNvPr id="236557" name="Text Box 13">
            <a:extLst>
              <a:ext uri="{FF2B5EF4-FFF2-40B4-BE49-F238E27FC236}">
                <a16:creationId xmlns:a16="http://schemas.microsoft.com/office/drawing/2014/main" id="{858F50B0-48A2-4F74-A3DB-3E7D4435FE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888" y="3117850"/>
            <a:ext cx="3960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ea typeface="黑体" panose="02010609060101010101" pitchFamily="49" charset="-122"/>
              </a:rPr>
              <a:t>（</a:t>
            </a:r>
            <a:r>
              <a:rPr lang="en-US" altLang="zh-CN" sz="2400" b="1">
                <a:ea typeface="黑体" panose="02010609060101010101" pitchFamily="49" charset="-122"/>
              </a:rPr>
              <a:t>1</a:t>
            </a:r>
            <a:r>
              <a:rPr lang="zh-CN" altLang="en-US" sz="2400" b="1">
                <a:ea typeface="黑体" panose="02010609060101010101" pitchFamily="49" charset="-122"/>
              </a:rPr>
              <a:t>）无限长直线电流</a:t>
            </a:r>
          </a:p>
        </p:txBody>
      </p:sp>
      <p:graphicFrame>
        <p:nvGraphicFramePr>
          <p:cNvPr id="236558" name="Object 5">
            <a:extLst>
              <a:ext uri="{FF2B5EF4-FFF2-40B4-BE49-F238E27FC236}">
                <a16:creationId xmlns:a16="http://schemas.microsoft.com/office/drawing/2014/main" id="{638B8E02-E503-48B7-BC35-69E373339C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0913" y="3016250"/>
          <a:ext cx="1184275" cy="77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09" name="Equation" r:id="rId9" imgW="1323885" imgH="876133" progId="Equation.DSMT4">
                  <p:embed/>
                </p:oleObj>
              </mc:Choice>
              <mc:Fallback>
                <p:oleObj name="Equation" r:id="rId9" imgW="1323885" imgH="876133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0913" y="3016250"/>
                        <a:ext cx="1184275" cy="773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66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6559" name="Text Box 15">
            <a:extLst>
              <a:ext uri="{FF2B5EF4-FFF2-40B4-BE49-F238E27FC236}">
                <a16:creationId xmlns:a16="http://schemas.microsoft.com/office/drawing/2014/main" id="{8D926B77-EA0A-464E-89A3-95669E8F3C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888" y="4056063"/>
            <a:ext cx="51514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ea typeface="黑体" panose="02010609060101010101" pitchFamily="49" charset="-122"/>
              </a:rPr>
              <a:t>（</a:t>
            </a:r>
            <a:r>
              <a:rPr lang="en-US" altLang="zh-CN" sz="2400" b="1">
                <a:ea typeface="黑体" panose="02010609060101010101" pitchFamily="49" charset="-122"/>
              </a:rPr>
              <a:t>2</a:t>
            </a:r>
            <a:r>
              <a:rPr lang="zh-CN" altLang="en-US" sz="2400" b="1">
                <a:ea typeface="黑体" panose="02010609060101010101" pitchFamily="49" charset="-122"/>
              </a:rPr>
              <a:t>）通电流细圆环轴线上</a:t>
            </a:r>
          </a:p>
        </p:txBody>
      </p:sp>
      <p:graphicFrame>
        <p:nvGraphicFramePr>
          <p:cNvPr id="236560" name="Object 6">
            <a:extLst>
              <a:ext uri="{FF2B5EF4-FFF2-40B4-BE49-F238E27FC236}">
                <a16:creationId xmlns:a16="http://schemas.microsoft.com/office/drawing/2014/main" id="{DC5B45D7-2750-44D8-982C-55C93F92E2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38600" y="3913188"/>
          <a:ext cx="1903413" cy="871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10" name="Equation" r:id="rId11" imgW="2108200" imgH="952500" progId="Equation.DSMT4">
                  <p:embed/>
                </p:oleObj>
              </mc:Choice>
              <mc:Fallback>
                <p:oleObj name="Equation" r:id="rId11" imgW="2108200" imgH="9525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3913188"/>
                        <a:ext cx="1903413" cy="871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6561" name="Text Box 17">
            <a:extLst>
              <a:ext uri="{FF2B5EF4-FFF2-40B4-BE49-F238E27FC236}">
                <a16:creationId xmlns:a16="http://schemas.microsoft.com/office/drawing/2014/main" id="{B8B411D1-77CB-4FCD-BFA7-2386C65F95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7125" y="3676650"/>
            <a:ext cx="2286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ea typeface="黑体" panose="02010609060101010101" pitchFamily="49" charset="-122"/>
              </a:rPr>
              <a:t>环心处</a:t>
            </a:r>
          </a:p>
        </p:txBody>
      </p:sp>
      <p:graphicFrame>
        <p:nvGraphicFramePr>
          <p:cNvPr id="236562" name="Object 7">
            <a:extLst>
              <a:ext uri="{FF2B5EF4-FFF2-40B4-BE49-F238E27FC236}">
                <a16:creationId xmlns:a16="http://schemas.microsoft.com/office/drawing/2014/main" id="{AB344789-3982-4FC7-A2C5-0D6BC208F8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19963" y="3506788"/>
          <a:ext cx="1079500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11" name="Equation" r:id="rId13" imgW="1244600" imgH="800100" progId="Equation.DSMT4">
                  <p:embed/>
                </p:oleObj>
              </mc:Choice>
              <mc:Fallback>
                <p:oleObj name="Equation" r:id="rId13" imgW="1244600" imgH="8001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9963" y="3506788"/>
                        <a:ext cx="1079500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66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6563" name="Rectangle 19">
            <a:extLst>
              <a:ext uri="{FF2B5EF4-FFF2-40B4-BE49-F238E27FC236}">
                <a16:creationId xmlns:a16="http://schemas.microsoft.com/office/drawing/2014/main" id="{36144361-44AB-47E2-93F2-324F5832A0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4900" y="4443413"/>
            <a:ext cx="2901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>
                <a:ea typeface="黑体" panose="02010609060101010101" pitchFamily="49" charset="-122"/>
              </a:rPr>
              <a:t>弧心处</a:t>
            </a:r>
          </a:p>
        </p:txBody>
      </p:sp>
      <p:graphicFrame>
        <p:nvGraphicFramePr>
          <p:cNvPr id="236564" name="Object 8">
            <a:extLst>
              <a:ext uri="{FF2B5EF4-FFF2-40B4-BE49-F238E27FC236}">
                <a16:creationId xmlns:a16="http://schemas.microsoft.com/office/drawing/2014/main" id="{A1A27D8F-31F0-4EA4-983E-BFA9EDACD7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59638" y="4294188"/>
          <a:ext cx="1320800" cy="839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12" name="Equation" r:id="rId15" imgW="1422400" imgH="889000" progId="Equation.DSMT4">
                  <p:embed/>
                </p:oleObj>
              </mc:Choice>
              <mc:Fallback>
                <p:oleObj name="Equation" r:id="rId15" imgW="1422400" imgH="8890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9638" y="4294188"/>
                        <a:ext cx="1320800" cy="839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6565" name="AutoShape 21">
            <a:extLst>
              <a:ext uri="{FF2B5EF4-FFF2-40B4-BE49-F238E27FC236}">
                <a16:creationId xmlns:a16="http://schemas.microsoft.com/office/drawing/2014/main" id="{D06ADC1C-125D-4679-A807-CCD1C719DEE8}"/>
              </a:ext>
            </a:extLst>
          </p:cNvPr>
          <p:cNvSpPr>
            <a:spLocks/>
          </p:cNvSpPr>
          <p:nvPr/>
        </p:nvSpPr>
        <p:spPr bwMode="auto">
          <a:xfrm>
            <a:off x="5942013" y="3787775"/>
            <a:ext cx="303212" cy="1082675"/>
          </a:xfrm>
          <a:prstGeom prst="leftBrace">
            <a:avLst>
              <a:gd name="adj1" fmla="val 29756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36566" name="Text Box 22">
            <a:extLst>
              <a:ext uri="{FF2B5EF4-FFF2-40B4-BE49-F238E27FC236}">
                <a16:creationId xmlns:a16="http://schemas.microsoft.com/office/drawing/2014/main" id="{2FB87FEE-D008-4F70-B270-7AE6762E03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888" y="5013325"/>
            <a:ext cx="6137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ea typeface="黑体" panose="02010609060101010101" pitchFamily="49" charset="-122"/>
              </a:rPr>
              <a:t>（</a:t>
            </a:r>
            <a:r>
              <a:rPr lang="en-US" altLang="zh-CN" sz="2400" b="1">
                <a:ea typeface="黑体" panose="02010609060101010101" pitchFamily="49" charset="-122"/>
              </a:rPr>
              <a:t>3</a:t>
            </a:r>
            <a:r>
              <a:rPr lang="zh-CN" altLang="en-US" sz="2400" b="1">
                <a:ea typeface="黑体" panose="02010609060101010101" pitchFamily="49" charset="-122"/>
              </a:rPr>
              <a:t>）无限长均匀密绕直螺线管内</a:t>
            </a:r>
          </a:p>
        </p:txBody>
      </p:sp>
      <p:graphicFrame>
        <p:nvGraphicFramePr>
          <p:cNvPr id="236567" name="Object 9">
            <a:extLst>
              <a:ext uri="{FF2B5EF4-FFF2-40B4-BE49-F238E27FC236}">
                <a16:creationId xmlns:a16="http://schemas.microsoft.com/office/drawing/2014/main" id="{5F265354-AFB9-46D2-8186-6086715BDA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21263" y="5078413"/>
          <a:ext cx="1184275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13" name="Equation" r:id="rId17" imgW="1562100" imgH="495300" progId="Equation.DSMT4">
                  <p:embed/>
                </p:oleObj>
              </mc:Choice>
              <mc:Fallback>
                <p:oleObj name="Equation" r:id="rId17" imgW="1562100" imgH="4953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1263" y="5078413"/>
                        <a:ext cx="1184275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6568" name="Text Box 24">
            <a:extLst>
              <a:ext uri="{FF2B5EF4-FFF2-40B4-BE49-F238E27FC236}">
                <a16:creationId xmlns:a16="http://schemas.microsoft.com/office/drawing/2014/main" id="{D772734D-1014-456E-AFF8-0D077CB0C2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3300" y="5384800"/>
            <a:ext cx="3133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ea typeface="黑体" panose="02010609060101010101" pitchFamily="49" charset="-122"/>
              </a:rPr>
              <a:t>单位长度上的匝数</a:t>
            </a:r>
          </a:p>
        </p:txBody>
      </p:sp>
      <p:sp>
        <p:nvSpPr>
          <p:cNvPr id="236569" name="Rectangle 25">
            <a:extLst>
              <a:ext uri="{FF2B5EF4-FFF2-40B4-BE49-F238E27FC236}">
                <a16:creationId xmlns:a16="http://schemas.microsoft.com/office/drawing/2014/main" id="{116715D9-CDCD-4261-BA0E-4F84EFE995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888" y="5983288"/>
            <a:ext cx="4645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ea typeface="黑体" panose="02010609060101010101" pitchFamily="49" charset="-122"/>
              </a:rPr>
              <a:t>（</a:t>
            </a:r>
            <a:r>
              <a:rPr lang="en-US" altLang="zh-CN" sz="2400" b="1">
                <a:ea typeface="黑体" panose="02010609060101010101" pitchFamily="49" charset="-122"/>
              </a:rPr>
              <a:t>4</a:t>
            </a:r>
            <a:r>
              <a:rPr lang="zh-CN" altLang="en-US" sz="2400" b="1">
                <a:ea typeface="黑体" panose="02010609060101010101" pitchFamily="49" charset="-122"/>
              </a:rPr>
              <a:t>）均匀密绕螺绕环内</a:t>
            </a:r>
          </a:p>
        </p:txBody>
      </p:sp>
      <p:graphicFrame>
        <p:nvGraphicFramePr>
          <p:cNvPr id="236570" name="Object 10">
            <a:extLst>
              <a:ext uri="{FF2B5EF4-FFF2-40B4-BE49-F238E27FC236}">
                <a16:creationId xmlns:a16="http://schemas.microsoft.com/office/drawing/2014/main" id="{EC5877CC-8C65-43D2-8BFE-85625AC333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62375" y="5815013"/>
          <a:ext cx="1433513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14" name="Equation" r:id="rId19" imgW="1511300" imgH="876300" progId="Equation.DSMT4">
                  <p:embed/>
                </p:oleObj>
              </mc:Choice>
              <mc:Fallback>
                <p:oleObj name="Equation" r:id="rId19" imgW="1511300" imgH="8763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2375" y="5815013"/>
                        <a:ext cx="1433513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66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6571" name="Text Box 27">
            <a:extLst>
              <a:ext uri="{FF2B5EF4-FFF2-40B4-BE49-F238E27FC236}">
                <a16:creationId xmlns:a16="http://schemas.microsoft.com/office/drawing/2014/main" id="{E44DA2BA-B6C6-4C8F-BB71-53AD83DE6F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3111500"/>
            <a:ext cx="457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（若是通电圆柱或圆柱面？）</a:t>
            </a:r>
          </a:p>
        </p:txBody>
      </p:sp>
      <p:sp>
        <p:nvSpPr>
          <p:cNvPr id="35868" name="Text Box 75">
            <a:extLst>
              <a:ext uri="{FF2B5EF4-FFF2-40B4-BE49-F238E27FC236}">
                <a16:creationId xmlns:a16="http://schemas.microsoft.com/office/drawing/2014/main" id="{575160D9-A633-4330-9631-C6FB35E268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4100" y="6440488"/>
            <a:ext cx="4159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</a:p>
        </p:txBody>
      </p:sp>
      <p:sp>
        <p:nvSpPr>
          <p:cNvPr id="35869" name="灯片编号占位符 1">
            <a:extLst>
              <a:ext uri="{FF2B5EF4-FFF2-40B4-BE49-F238E27FC236}">
                <a16:creationId xmlns:a16="http://schemas.microsoft.com/office/drawing/2014/main" id="{92845731-D68F-4C34-B73D-4E4DC9175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2678319-2DC2-4606-81D4-258543049BB8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zh-CN" sz="1400"/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36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" dur="500"/>
                                        <p:tgtEl>
                                          <p:spTgt spid="236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236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9" dur="500"/>
                                        <p:tgtEl>
                                          <p:spTgt spid="236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75" fill="hold"/>
                                        <p:tgtEl>
                                          <p:spTgt spid="2365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" fill="hold"/>
                                        <p:tgtEl>
                                          <p:spTgt spid="2365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" fill="hold"/>
                                        <p:tgtEl>
                                          <p:spTgt spid="2365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" fill="hold"/>
                                        <p:tgtEl>
                                          <p:spTgt spid="2365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7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75" fill="hold"/>
                                        <p:tgtEl>
                                          <p:spTgt spid="2365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5" fill="hold"/>
                                        <p:tgtEl>
                                          <p:spTgt spid="2365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" fill="hold"/>
                                        <p:tgtEl>
                                          <p:spTgt spid="2365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" fill="hold"/>
                                        <p:tgtEl>
                                          <p:spTgt spid="2365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3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236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365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365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36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36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36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36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36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36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36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36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36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36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0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82" dur="500"/>
                                        <p:tgtEl>
                                          <p:spTgt spid="236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8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36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75"/>
                                        <p:tgtEl>
                                          <p:spTgt spid="236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9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36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36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9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236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36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572" grpId="0" animBg="1"/>
      <p:bldP spid="236547" grpId="0" autoUpdateAnimBg="0"/>
      <p:bldP spid="236548" grpId="0" animBg="1"/>
      <p:bldP spid="236549" grpId="0" autoUpdateAnimBg="0"/>
      <p:bldP spid="236550" grpId="0" autoUpdateAnimBg="0"/>
      <p:bldP spid="236552" grpId="0" autoUpdateAnimBg="0"/>
      <p:bldP spid="236555" grpId="0" animBg="1"/>
      <p:bldP spid="236556" grpId="0" autoUpdateAnimBg="0"/>
      <p:bldP spid="236557" grpId="0" autoUpdateAnimBg="0"/>
      <p:bldP spid="236559" grpId="0"/>
      <p:bldP spid="236561" grpId="0" autoUpdateAnimBg="0"/>
      <p:bldP spid="236563" grpId="0" autoUpdateAnimBg="0"/>
      <p:bldP spid="236565" grpId="0" animBg="1"/>
      <p:bldP spid="236566" grpId="0" autoUpdateAnimBg="0"/>
      <p:bldP spid="236568" grpId="0" autoUpdateAnimBg="0"/>
      <p:bldP spid="236569" grpId="0"/>
      <p:bldP spid="236571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2">
            <a:extLst>
              <a:ext uri="{FF2B5EF4-FFF2-40B4-BE49-F238E27FC236}">
                <a16:creationId xmlns:a16="http://schemas.microsoft.com/office/drawing/2014/main" id="{33C4F0BA-FC7F-4F9E-9A9B-970980199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613" y="528638"/>
            <a:ext cx="5410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en-US" altLang="zh-CN" sz="2800" b="1">
                <a:ea typeface="黑体" panose="02010609060101010101" pitchFamily="49" charset="-122"/>
              </a:rPr>
              <a:t> </a:t>
            </a:r>
            <a:r>
              <a:rPr lang="zh-CN" altLang="en-US" sz="2800" b="1">
                <a:ea typeface="黑体" panose="02010609060101010101" pitchFamily="49" charset="-122"/>
              </a:rPr>
              <a:t>磁场中的运动电荷</a:t>
            </a:r>
          </a:p>
        </p:txBody>
      </p:sp>
      <p:sp>
        <p:nvSpPr>
          <p:cNvPr id="237571" name="Rectangle 3">
            <a:extLst>
              <a:ext uri="{FF2B5EF4-FFF2-40B4-BE49-F238E27FC236}">
                <a16:creationId xmlns:a16="http://schemas.microsoft.com/office/drawing/2014/main" id="{B23C03CF-3B06-4197-8320-C9D594EF28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313" y="1203325"/>
            <a:ext cx="60118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/>
              <a:t>1.</a:t>
            </a:r>
            <a:r>
              <a:rPr lang="zh-CN" altLang="en-US" sz="2800" b="1"/>
              <a:t>运动电荷在均匀磁场中</a:t>
            </a:r>
          </a:p>
        </p:txBody>
      </p:sp>
      <p:sp>
        <p:nvSpPr>
          <p:cNvPr id="237573" name="Text Box 5">
            <a:extLst>
              <a:ext uri="{FF2B5EF4-FFF2-40B4-BE49-F238E27FC236}">
                <a16:creationId xmlns:a16="http://schemas.microsoft.com/office/drawing/2014/main" id="{A95E6770-7E8F-41FA-94E1-9063AA8F59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0175" y="2346325"/>
            <a:ext cx="32750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运动轨迹：螺旋线</a:t>
            </a:r>
            <a:endParaRPr lang="zh-CN" altLang="en-US" sz="2400"/>
          </a:p>
        </p:txBody>
      </p:sp>
      <p:graphicFrame>
        <p:nvGraphicFramePr>
          <p:cNvPr id="237574" name="Object 2">
            <a:extLst>
              <a:ext uri="{FF2B5EF4-FFF2-40B4-BE49-F238E27FC236}">
                <a16:creationId xmlns:a16="http://schemas.microsoft.com/office/drawing/2014/main" id="{344B3467-7E70-4633-862E-40A27EB119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65400" y="2874963"/>
          <a:ext cx="1452563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11" name="Equation" r:id="rId3" imgW="1778000" imgH="876300" progId="Equation.DSMT4">
                  <p:embed/>
                </p:oleObj>
              </mc:Choice>
              <mc:Fallback>
                <p:oleObj name="Equation" r:id="rId3" imgW="1778000" imgH="8763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5400" y="2874963"/>
                        <a:ext cx="1452563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7575" name="Object 3">
            <a:extLst>
              <a:ext uri="{FF2B5EF4-FFF2-40B4-BE49-F238E27FC236}">
                <a16:creationId xmlns:a16="http://schemas.microsoft.com/office/drawing/2014/main" id="{F5EFC00B-24A6-4232-9EFC-EB7C426EAF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81650" y="2903538"/>
          <a:ext cx="1165225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12" name="Equation" r:id="rId5" imgW="1397000" imgH="850900" progId="Equation.DSMT4">
                  <p:embed/>
                </p:oleObj>
              </mc:Choice>
              <mc:Fallback>
                <p:oleObj name="Equation" r:id="rId5" imgW="1397000" imgH="8509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1650" y="2903538"/>
                        <a:ext cx="1165225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7576" name="Object 4">
            <a:extLst>
              <a:ext uri="{FF2B5EF4-FFF2-40B4-BE49-F238E27FC236}">
                <a16:creationId xmlns:a16="http://schemas.microsoft.com/office/drawing/2014/main" id="{94596AA3-29F4-4111-9FE3-9ADC333BB7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89413" y="2870200"/>
          <a:ext cx="1143000" cy="846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13" name="Equation" r:id="rId7" imgW="1422400" imgH="876300" progId="Equation.DSMT4">
                  <p:embed/>
                </p:oleObj>
              </mc:Choice>
              <mc:Fallback>
                <p:oleObj name="Equation" r:id="rId7" imgW="1422400" imgH="8763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9413" y="2870200"/>
                        <a:ext cx="1143000" cy="846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7577" name="Text Box 9">
            <a:extLst>
              <a:ext uri="{FF2B5EF4-FFF2-40B4-BE49-F238E27FC236}">
                <a16:creationId xmlns:a16="http://schemas.microsoft.com/office/drawing/2014/main" id="{3C359392-8B73-4980-9346-6B6D1A15B5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3749675"/>
            <a:ext cx="49926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/>
              <a:t>2. </a:t>
            </a:r>
            <a:r>
              <a:rPr lang="zh-CN" altLang="en-US" sz="2800" b="1"/>
              <a:t>电流在磁场中的受力</a:t>
            </a:r>
          </a:p>
        </p:txBody>
      </p:sp>
      <p:graphicFrame>
        <p:nvGraphicFramePr>
          <p:cNvPr id="237578" name="Object 5">
            <a:extLst>
              <a:ext uri="{FF2B5EF4-FFF2-40B4-BE49-F238E27FC236}">
                <a16:creationId xmlns:a16="http://schemas.microsoft.com/office/drawing/2014/main" id="{BA531F25-3FB3-4F9A-8A55-73BA5043D3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39988" y="4367213"/>
          <a:ext cx="1914525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14" name="Equation" r:id="rId9" imgW="1943100" imgH="584200" progId="Equation.DSMT4">
                  <p:embed/>
                </p:oleObj>
              </mc:Choice>
              <mc:Fallback>
                <p:oleObj name="Equation" r:id="rId9" imgW="1943100" imgH="584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9988" y="4367213"/>
                        <a:ext cx="1914525" cy="582612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7579" name="Text Box 11">
            <a:extLst>
              <a:ext uri="{FF2B5EF4-FFF2-40B4-BE49-F238E27FC236}">
                <a16:creationId xmlns:a16="http://schemas.microsoft.com/office/drawing/2014/main" id="{C3B8BFAD-308A-45F7-861C-20F1B93E5D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788" y="5119688"/>
            <a:ext cx="68405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通电线圈在磁场中所受的力矩</a:t>
            </a:r>
          </a:p>
        </p:txBody>
      </p:sp>
      <p:graphicFrame>
        <p:nvGraphicFramePr>
          <p:cNvPr id="237580" name="Object 6">
            <a:extLst>
              <a:ext uri="{FF2B5EF4-FFF2-40B4-BE49-F238E27FC236}">
                <a16:creationId xmlns:a16="http://schemas.microsoft.com/office/drawing/2014/main" id="{C943E377-E490-4487-9C49-541A6E48EC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78538" y="5189538"/>
          <a:ext cx="1552575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15" name="Equation" r:id="rId11" imgW="1752600" imgH="495300" progId="Equation.DSMT4">
                  <p:embed/>
                </p:oleObj>
              </mc:Choice>
              <mc:Fallback>
                <p:oleObj name="Equation" r:id="rId11" imgW="1752600" imgH="4953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8538" y="5189538"/>
                        <a:ext cx="1552575" cy="493712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7581" name="Object 7">
            <a:extLst>
              <a:ext uri="{FF2B5EF4-FFF2-40B4-BE49-F238E27FC236}">
                <a16:creationId xmlns:a16="http://schemas.microsoft.com/office/drawing/2014/main" id="{72FC6A08-D9ED-4B43-B59B-3785BC12F523}"/>
              </a:ext>
            </a:extLst>
          </p:cNvPr>
          <p:cNvGraphicFramePr>
            <a:graphicFrameLocks noGrp="1" noChangeAspect="1"/>
          </p:cNvGraphicFramePr>
          <p:nvPr>
            <p:ph sz="half" idx="1"/>
          </p:nvPr>
        </p:nvGraphicFramePr>
        <p:xfrm>
          <a:off x="2544763" y="1801813"/>
          <a:ext cx="16129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16" name="Equation" r:id="rId13" imgW="1612900" imgH="482600" progId="Equation.DSMT4">
                  <p:embed/>
                </p:oleObj>
              </mc:Choice>
              <mc:Fallback>
                <p:oleObj name="Equation" r:id="rId13" imgW="1612900" imgH="4826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4763" y="1801813"/>
                        <a:ext cx="16129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7582" name="Text Box 14">
            <a:extLst>
              <a:ext uri="{FF2B5EF4-FFF2-40B4-BE49-F238E27FC236}">
                <a16:creationId xmlns:a16="http://schemas.microsoft.com/office/drawing/2014/main" id="{CCECE73E-7893-460C-8B61-D4C98BCB19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9063" y="1758950"/>
            <a:ext cx="32750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受力：</a:t>
            </a:r>
            <a:endParaRPr lang="zh-CN" altLang="en-US" sz="2400"/>
          </a:p>
        </p:txBody>
      </p:sp>
      <p:sp>
        <p:nvSpPr>
          <p:cNvPr id="237583" name="Text Box 15">
            <a:extLst>
              <a:ext uri="{FF2B5EF4-FFF2-40B4-BE49-F238E27FC236}">
                <a16:creationId xmlns:a16="http://schemas.microsoft.com/office/drawing/2014/main" id="{1F729BCA-A133-485A-A9B8-436C7E9B98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2138" y="4356100"/>
            <a:ext cx="34353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ea typeface="黑体" panose="02010609060101010101" pitchFamily="49" charset="-122"/>
              </a:rPr>
              <a:t>——</a:t>
            </a:r>
            <a:r>
              <a:rPr lang="zh-CN" altLang="en-US" sz="2800" b="1">
                <a:ea typeface="黑体" panose="02010609060101010101" pitchFamily="49" charset="-122"/>
              </a:rPr>
              <a:t>安培力</a:t>
            </a:r>
          </a:p>
        </p:txBody>
      </p:sp>
      <p:graphicFrame>
        <p:nvGraphicFramePr>
          <p:cNvPr id="237584" name="Object 8">
            <a:extLst>
              <a:ext uri="{FF2B5EF4-FFF2-40B4-BE49-F238E27FC236}">
                <a16:creationId xmlns:a16="http://schemas.microsoft.com/office/drawing/2014/main" id="{00528B1B-2C2B-4FA2-A4D8-418D179561A8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2546350" y="5800725"/>
          <a:ext cx="12192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17" name="Equation" r:id="rId15" imgW="1218671" imgH="495085" progId="Equation.DSMT4">
                  <p:embed/>
                </p:oleObj>
              </mc:Choice>
              <mc:Fallback>
                <p:oleObj name="Equation" r:id="rId15" imgW="1218671" imgH="495085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6350" y="5800725"/>
                        <a:ext cx="12192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 cmpd="sng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7585" name="Text Box 17">
            <a:extLst>
              <a:ext uri="{FF2B5EF4-FFF2-40B4-BE49-F238E27FC236}">
                <a16:creationId xmlns:a16="http://schemas.microsoft.com/office/drawing/2014/main" id="{729F9FA5-9E34-4F8F-B291-DFD4A4166D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7463" y="5800725"/>
            <a:ext cx="34353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ea typeface="黑体" panose="02010609060101010101" pitchFamily="49" charset="-122"/>
              </a:rPr>
              <a:t>——</a:t>
            </a:r>
            <a:r>
              <a:rPr lang="zh-CN" altLang="en-US" sz="2800" b="1">
                <a:ea typeface="黑体" panose="02010609060101010101" pitchFamily="49" charset="-122"/>
              </a:rPr>
              <a:t>磁偶极矩</a:t>
            </a:r>
          </a:p>
        </p:txBody>
      </p:sp>
      <p:sp>
        <p:nvSpPr>
          <p:cNvPr id="36881" name="Text Box 75">
            <a:extLst>
              <a:ext uri="{FF2B5EF4-FFF2-40B4-BE49-F238E27FC236}">
                <a16:creationId xmlns:a16="http://schemas.microsoft.com/office/drawing/2014/main" id="{F394AD7C-3406-4387-82DC-FF03BCF764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4100" y="6440488"/>
            <a:ext cx="4159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33</a:t>
            </a:r>
          </a:p>
        </p:txBody>
      </p:sp>
      <p:sp>
        <p:nvSpPr>
          <p:cNvPr id="36882" name="灯片编号占位符 1">
            <a:extLst>
              <a:ext uri="{FF2B5EF4-FFF2-40B4-BE49-F238E27FC236}">
                <a16:creationId xmlns:a16="http://schemas.microsoft.com/office/drawing/2014/main" id="{F9AE693C-6497-41CA-983B-CC17E6FD0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FAAD6C3-70C2-417F-8C07-A0B4092082E0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zh-CN" sz="1400"/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37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237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237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9" dur="500"/>
                                        <p:tgtEl>
                                          <p:spTgt spid="237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237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37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375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375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375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375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37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37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375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375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375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375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37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2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4" dur="500"/>
                                        <p:tgtEl>
                                          <p:spTgt spid="237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37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7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65" dur="300"/>
                                        <p:tgtEl>
                                          <p:spTgt spid="237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7570" grpId="0" autoUpdateAnimBg="0"/>
      <p:bldP spid="237571" grpId="0" autoUpdateAnimBg="0"/>
      <p:bldP spid="237573" grpId="0" autoUpdateAnimBg="0"/>
      <p:bldP spid="237577" grpId="0" autoUpdateAnimBg="0"/>
      <p:bldP spid="237579" grpId="0" autoUpdateAnimBg="0"/>
      <p:bldP spid="237582" grpId="0" autoUpdateAnimBg="0"/>
      <p:bldP spid="237583" grpId="0" autoUpdateAnimBg="0"/>
      <p:bldP spid="237585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Text Box 2">
            <a:extLst>
              <a:ext uri="{FF2B5EF4-FFF2-40B4-BE49-F238E27FC236}">
                <a16:creationId xmlns:a16="http://schemas.microsoft.com/office/drawing/2014/main" id="{990AFF90-7DE5-427D-ABF0-652A0EA5AB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725" y="538163"/>
            <a:ext cx="34369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en-US" altLang="zh-CN" sz="2800" b="1">
                <a:ea typeface="黑体" panose="02010609060101010101" pitchFamily="49" charset="-122"/>
              </a:rPr>
              <a:t> </a:t>
            </a:r>
            <a:r>
              <a:rPr lang="zh-CN" altLang="en-US" sz="2800" b="1">
                <a:ea typeface="黑体" panose="02010609060101010101" pitchFamily="49" charset="-122"/>
              </a:rPr>
              <a:t>磁介质</a:t>
            </a:r>
          </a:p>
        </p:txBody>
      </p:sp>
      <p:sp>
        <p:nvSpPr>
          <p:cNvPr id="238595" name="Text Box 3">
            <a:extLst>
              <a:ext uri="{FF2B5EF4-FFF2-40B4-BE49-F238E27FC236}">
                <a16:creationId xmlns:a16="http://schemas.microsoft.com/office/drawing/2014/main" id="{3927F9F7-DDE3-48EE-98A6-F82C6DF668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113" y="1160463"/>
            <a:ext cx="40544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/>
              <a:t>1.</a:t>
            </a:r>
            <a:r>
              <a:rPr lang="zh-CN" altLang="en-US" sz="2800" b="1"/>
              <a:t>磁介质的磁效应</a:t>
            </a:r>
          </a:p>
        </p:txBody>
      </p:sp>
      <p:sp>
        <p:nvSpPr>
          <p:cNvPr id="238596" name="Text Box 4">
            <a:extLst>
              <a:ext uri="{FF2B5EF4-FFF2-40B4-BE49-F238E27FC236}">
                <a16:creationId xmlns:a16="http://schemas.microsoft.com/office/drawing/2014/main" id="{8F279386-BBDF-4F3E-ADD1-671D4A51AD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8713" y="1746250"/>
            <a:ext cx="19113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>
                <a:latin typeface="宋体" panose="02010600030101010101" pitchFamily="2" charset="-122"/>
              </a:rPr>
              <a:t>顺磁性</a:t>
            </a:r>
          </a:p>
        </p:txBody>
      </p:sp>
      <p:sp>
        <p:nvSpPr>
          <p:cNvPr id="238597" name="Text Box 5">
            <a:extLst>
              <a:ext uri="{FF2B5EF4-FFF2-40B4-BE49-F238E27FC236}">
                <a16:creationId xmlns:a16="http://schemas.microsoft.com/office/drawing/2014/main" id="{7B423704-89D2-4DFB-AA03-C05BC86724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5063" y="2393950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>
                <a:latin typeface="宋体" panose="02010600030101010101" pitchFamily="2" charset="-122"/>
              </a:rPr>
              <a:t>抗磁性</a:t>
            </a:r>
            <a:endParaRPr lang="zh-CN" altLang="en-US" sz="2800" b="1">
              <a:solidFill>
                <a:srgbClr val="0000CC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238598" name="Object 2">
            <a:extLst>
              <a:ext uri="{FF2B5EF4-FFF2-40B4-BE49-F238E27FC236}">
                <a16:creationId xmlns:a16="http://schemas.microsoft.com/office/drawing/2014/main" id="{BC33EE41-B96F-4584-BCAA-5ECE41414E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78275" y="1809750"/>
          <a:ext cx="762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84" name="Equation" r:id="rId3" imgW="761669" imgH="469696" progId="Equation.DSMT4">
                  <p:embed/>
                </p:oleObj>
              </mc:Choice>
              <mc:Fallback>
                <p:oleObj name="Equation" r:id="rId3" imgW="761669" imgH="469696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8275" y="1809750"/>
                        <a:ext cx="7620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8599" name="Object 3">
            <a:extLst>
              <a:ext uri="{FF2B5EF4-FFF2-40B4-BE49-F238E27FC236}">
                <a16:creationId xmlns:a16="http://schemas.microsoft.com/office/drawing/2014/main" id="{6E82A541-E551-4A35-9A64-D5174A827B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24300" y="2492375"/>
          <a:ext cx="838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85" name="Equation" r:id="rId5" imgW="939800" imgH="469900" progId="Equation.DSMT4">
                  <p:embed/>
                </p:oleObj>
              </mc:Choice>
              <mc:Fallback>
                <p:oleObj name="Equation" r:id="rId5" imgW="939800" imgH="4699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2492375"/>
                        <a:ext cx="8382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8600" name="Text Box 8">
            <a:extLst>
              <a:ext uri="{FF2B5EF4-FFF2-40B4-BE49-F238E27FC236}">
                <a16:creationId xmlns:a16="http://schemas.microsoft.com/office/drawing/2014/main" id="{CE1332F7-78B0-48A4-9A72-E212BAEF8A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6638" y="1746250"/>
            <a:ext cx="29956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固有磁矩</a:t>
            </a:r>
          </a:p>
        </p:txBody>
      </p:sp>
      <p:sp>
        <p:nvSpPr>
          <p:cNvPr id="238601" name="Text Box 9">
            <a:extLst>
              <a:ext uri="{FF2B5EF4-FFF2-40B4-BE49-F238E27FC236}">
                <a16:creationId xmlns:a16="http://schemas.microsoft.com/office/drawing/2014/main" id="{F50D9F60-6A0A-4505-A393-1837298DE5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1563" y="2408238"/>
            <a:ext cx="24558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附加磁矩</a:t>
            </a:r>
          </a:p>
        </p:txBody>
      </p:sp>
      <p:sp>
        <p:nvSpPr>
          <p:cNvPr id="238602" name="Text Box 10">
            <a:extLst>
              <a:ext uri="{FF2B5EF4-FFF2-40B4-BE49-F238E27FC236}">
                <a16:creationId xmlns:a16="http://schemas.microsoft.com/office/drawing/2014/main" id="{C7C49C20-810F-4C9F-89F8-8E253C48E4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6100" y="1160463"/>
            <a:ext cx="3638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ea typeface="黑体" panose="02010609060101010101" pitchFamily="49" charset="-122"/>
              </a:rPr>
              <a:t>在外磁场</a:t>
            </a:r>
            <a:r>
              <a:rPr lang="en-US" altLang="zh-CN" sz="2800" b="1" i="1">
                <a:ea typeface="黑体" panose="02010609060101010101" pitchFamily="49" charset="-122"/>
              </a:rPr>
              <a:t>B</a:t>
            </a:r>
            <a:r>
              <a:rPr lang="en-US" altLang="zh-CN" sz="2800" b="1" baseline="-25000">
                <a:ea typeface="黑体" panose="02010609060101010101" pitchFamily="49" charset="-122"/>
              </a:rPr>
              <a:t>0</a:t>
            </a:r>
            <a:r>
              <a:rPr lang="zh-CN" altLang="en-US" sz="2800" b="1">
                <a:ea typeface="黑体" panose="02010609060101010101" pitchFamily="49" charset="-122"/>
              </a:rPr>
              <a:t>中</a:t>
            </a:r>
          </a:p>
        </p:txBody>
      </p:sp>
      <p:graphicFrame>
        <p:nvGraphicFramePr>
          <p:cNvPr id="238603" name="Object 4">
            <a:extLst>
              <a:ext uri="{FF2B5EF4-FFF2-40B4-BE49-F238E27FC236}">
                <a16:creationId xmlns:a16="http://schemas.microsoft.com/office/drawing/2014/main" id="{1BFAE65C-5BB0-48FC-896F-FFB9895682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03850" y="1849438"/>
          <a:ext cx="947738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86" name="Equation" r:id="rId7" imgW="1015559" imgH="495085" progId="Equation.DSMT4">
                  <p:embed/>
                </p:oleObj>
              </mc:Choice>
              <mc:Fallback>
                <p:oleObj name="Equation" r:id="rId7" imgW="1015559" imgH="495085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3850" y="1849438"/>
                        <a:ext cx="947738" cy="48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8604" name="Line 12">
            <a:extLst>
              <a:ext uri="{FF2B5EF4-FFF2-40B4-BE49-F238E27FC236}">
                <a16:creationId xmlns:a16="http://schemas.microsoft.com/office/drawing/2014/main" id="{1C2152A2-C149-40DE-AD6A-A1C2E9FDB9EC}"/>
              </a:ext>
            </a:extLst>
          </p:cNvPr>
          <p:cNvSpPr>
            <a:spLocks noChangeShapeType="1"/>
          </p:cNvSpPr>
          <p:nvPr/>
        </p:nvSpPr>
        <p:spPr bwMode="auto">
          <a:xfrm>
            <a:off x="4860925" y="2089150"/>
            <a:ext cx="5334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8605" name="Line 13">
            <a:extLst>
              <a:ext uri="{FF2B5EF4-FFF2-40B4-BE49-F238E27FC236}">
                <a16:creationId xmlns:a16="http://schemas.microsoft.com/office/drawing/2014/main" id="{D2D2A293-6110-43EE-B0DB-9E32636E35A7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9813" y="2698750"/>
            <a:ext cx="5334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38606" name="Object 5">
            <a:extLst>
              <a:ext uri="{FF2B5EF4-FFF2-40B4-BE49-F238E27FC236}">
                <a16:creationId xmlns:a16="http://schemas.microsoft.com/office/drawing/2014/main" id="{6A399C7B-843E-4B1E-8FE2-D44D6003BE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73688" y="2457450"/>
          <a:ext cx="93345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87" name="Equation" r:id="rId9" imgW="1091726" imgH="495085" progId="Equation.DSMT4">
                  <p:embed/>
                </p:oleObj>
              </mc:Choice>
              <mc:Fallback>
                <p:oleObj name="Equation" r:id="rId9" imgW="1091726" imgH="495085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3688" y="2457450"/>
                        <a:ext cx="93345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8607" name="AutoShape 15">
            <a:extLst>
              <a:ext uri="{FF2B5EF4-FFF2-40B4-BE49-F238E27FC236}">
                <a16:creationId xmlns:a16="http://schemas.microsoft.com/office/drawing/2014/main" id="{573E89B3-01B1-4659-9217-176EAF38D645}"/>
              </a:ext>
            </a:extLst>
          </p:cNvPr>
          <p:cNvSpPr>
            <a:spLocks/>
          </p:cNvSpPr>
          <p:nvPr/>
        </p:nvSpPr>
        <p:spPr bwMode="auto">
          <a:xfrm>
            <a:off x="982663" y="2003425"/>
            <a:ext cx="180975" cy="1355725"/>
          </a:xfrm>
          <a:prstGeom prst="leftBrace">
            <a:avLst>
              <a:gd name="adj1" fmla="val 62427"/>
              <a:gd name="adj2" fmla="val 50000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38608" name="Text Box 16">
            <a:extLst>
              <a:ext uri="{FF2B5EF4-FFF2-40B4-BE49-F238E27FC236}">
                <a16:creationId xmlns:a16="http://schemas.microsoft.com/office/drawing/2014/main" id="{93222620-CBA7-446F-954E-4F9A78D061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3752850"/>
            <a:ext cx="6400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/>
              <a:t>2. </a:t>
            </a:r>
            <a:r>
              <a:rPr lang="zh-CN" altLang="en-US" sz="2800" b="1"/>
              <a:t>有介质时的高斯定理及环路定理</a:t>
            </a:r>
          </a:p>
        </p:txBody>
      </p:sp>
      <p:graphicFrame>
        <p:nvGraphicFramePr>
          <p:cNvPr id="238609" name="Object 6">
            <a:extLst>
              <a:ext uri="{FF2B5EF4-FFF2-40B4-BE49-F238E27FC236}">
                <a16:creationId xmlns:a16="http://schemas.microsoft.com/office/drawing/2014/main" id="{F998AC28-AEBC-4750-83E2-03EF2DA034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25875" y="6011863"/>
          <a:ext cx="1768475" cy="801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88" name="Equation" r:id="rId11" imgW="1743086" imgH="723913" progId="Equation.DSMT4">
                  <p:embed/>
                </p:oleObj>
              </mc:Choice>
              <mc:Fallback>
                <p:oleObj name="Equation" r:id="rId11" imgW="1743086" imgH="723913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5875" y="6011863"/>
                        <a:ext cx="1768475" cy="801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8610" name="Object 7">
            <a:extLst>
              <a:ext uri="{FF2B5EF4-FFF2-40B4-BE49-F238E27FC236}">
                <a16:creationId xmlns:a16="http://schemas.microsoft.com/office/drawing/2014/main" id="{3F095D35-B430-4AFC-A8FF-DDEBDDC711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40150" y="5465763"/>
          <a:ext cx="1903413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89" name="Equation" r:id="rId13" imgW="1800344" imgH="447624" progId="Equation.DSMT4">
                  <p:embed/>
                </p:oleObj>
              </mc:Choice>
              <mc:Fallback>
                <p:oleObj name="Equation" r:id="rId13" imgW="1800344" imgH="447624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0150" y="5465763"/>
                        <a:ext cx="1903413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8611" name="Object 8">
            <a:extLst>
              <a:ext uri="{FF2B5EF4-FFF2-40B4-BE49-F238E27FC236}">
                <a16:creationId xmlns:a16="http://schemas.microsoft.com/office/drawing/2014/main" id="{9A8B635B-73C7-408F-BA22-10614481BE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02063" y="4976813"/>
          <a:ext cx="1589087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90" name="Equation" r:id="rId15" imgW="1485943" imgH="352399" progId="Equation.3">
                  <p:embed/>
                </p:oleObj>
              </mc:Choice>
              <mc:Fallback>
                <p:oleObj name="Equation" r:id="rId15" imgW="1485943" imgH="352399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2063" y="4976813"/>
                        <a:ext cx="1589087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8612" name="AutoShape 20">
            <a:extLst>
              <a:ext uri="{FF2B5EF4-FFF2-40B4-BE49-F238E27FC236}">
                <a16:creationId xmlns:a16="http://schemas.microsoft.com/office/drawing/2014/main" id="{8B512F37-D75D-48CE-87F2-8135A63C9CE1}"/>
              </a:ext>
            </a:extLst>
          </p:cNvPr>
          <p:cNvSpPr>
            <a:spLocks/>
          </p:cNvSpPr>
          <p:nvPr/>
        </p:nvSpPr>
        <p:spPr bwMode="auto">
          <a:xfrm flipH="1">
            <a:off x="3421063" y="5140325"/>
            <a:ext cx="304800" cy="1371600"/>
          </a:xfrm>
          <a:prstGeom prst="rightBrace">
            <a:avLst>
              <a:gd name="adj1" fmla="val 37500"/>
              <a:gd name="adj2" fmla="val 50000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38613" name="Text Box 21">
            <a:extLst>
              <a:ext uri="{FF2B5EF4-FFF2-40B4-BE49-F238E27FC236}">
                <a16:creationId xmlns:a16="http://schemas.microsoft.com/office/drawing/2014/main" id="{D7939294-DDAA-4FF3-BB1A-CBC7765EAA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2825" y="5465763"/>
            <a:ext cx="31908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三矢量的关系</a:t>
            </a:r>
          </a:p>
        </p:txBody>
      </p:sp>
      <p:graphicFrame>
        <p:nvGraphicFramePr>
          <p:cNvPr id="238614" name="Object 9">
            <a:extLst>
              <a:ext uri="{FF2B5EF4-FFF2-40B4-BE49-F238E27FC236}">
                <a16:creationId xmlns:a16="http://schemas.microsoft.com/office/drawing/2014/main" id="{5912D658-528D-422E-B37D-4234A2756C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78638" y="5265738"/>
          <a:ext cx="16891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91" name="Equation" r:id="rId17" imgW="1688367" imgH="444307" progId="Equation.3">
                  <p:embed/>
                </p:oleObj>
              </mc:Choice>
              <mc:Fallback>
                <p:oleObj name="Equation" r:id="rId17" imgW="1688367" imgH="444307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8638" y="5265738"/>
                        <a:ext cx="16891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8615" name="Object 10">
            <a:extLst>
              <a:ext uri="{FF2B5EF4-FFF2-40B4-BE49-F238E27FC236}">
                <a16:creationId xmlns:a16="http://schemas.microsoft.com/office/drawing/2014/main" id="{B002C774-77AF-4D97-979C-EFA2C9FEA9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18325" y="5762625"/>
          <a:ext cx="1471613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92" name="Equation" r:id="rId19" imgW="1497950" imgH="495085" progId="Equation.DSMT4">
                  <p:embed/>
                </p:oleObj>
              </mc:Choice>
              <mc:Fallback>
                <p:oleObj name="Equation" r:id="rId19" imgW="1497950" imgH="495085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8325" y="5762625"/>
                        <a:ext cx="1471613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8616" name="Text Box 24">
            <a:extLst>
              <a:ext uri="{FF2B5EF4-FFF2-40B4-BE49-F238E27FC236}">
                <a16:creationId xmlns:a16="http://schemas.microsoft.com/office/drawing/2014/main" id="{5396656F-D5A9-468C-A1E3-F2D69AA9D7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4850" y="5449888"/>
            <a:ext cx="12557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其中：</a:t>
            </a:r>
          </a:p>
        </p:txBody>
      </p:sp>
      <p:sp>
        <p:nvSpPr>
          <p:cNvPr id="238617" name="Text Box 25">
            <a:extLst>
              <a:ext uri="{FF2B5EF4-FFF2-40B4-BE49-F238E27FC236}">
                <a16:creationId xmlns:a16="http://schemas.microsoft.com/office/drawing/2014/main" id="{5CEA6AE7-6A0B-4A75-80E2-9CE0B4761D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7125" y="3055938"/>
            <a:ext cx="5768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铁磁质的磁性：</a:t>
            </a: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磁畴理论</a:t>
            </a:r>
          </a:p>
        </p:txBody>
      </p:sp>
      <p:graphicFrame>
        <p:nvGraphicFramePr>
          <p:cNvPr id="238619" name="Object 11">
            <a:extLst>
              <a:ext uri="{FF2B5EF4-FFF2-40B4-BE49-F238E27FC236}">
                <a16:creationId xmlns:a16="http://schemas.microsoft.com/office/drawing/2014/main" id="{1FEE2012-9970-4749-A4CA-B4BF4B3A27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51613" y="1890713"/>
          <a:ext cx="86518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93" name="公式" r:id="rId21" imgW="825500" imgH="431800" progId="Equation.3">
                  <p:embed/>
                </p:oleObj>
              </mc:Choice>
              <mc:Fallback>
                <p:oleObj name="公式" r:id="rId21" imgW="825500" imgH="4318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1613" y="1890713"/>
                        <a:ext cx="865187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8620" name="Object 12">
            <a:extLst>
              <a:ext uri="{FF2B5EF4-FFF2-40B4-BE49-F238E27FC236}">
                <a16:creationId xmlns:a16="http://schemas.microsoft.com/office/drawing/2014/main" id="{BE9A7B61-D9D8-4E9C-9A3B-E94F538FE7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51613" y="2444750"/>
          <a:ext cx="863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94" name="公式" r:id="rId23" imgW="825500" imgH="431800" progId="Equation.3">
                  <p:embed/>
                </p:oleObj>
              </mc:Choice>
              <mc:Fallback>
                <p:oleObj name="公式" r:id="rId23" imgW="825500" imgH="4318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1613" y="2444750"/>
                        <a:ext cx="8636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8621" name="Object 13">
            <a:extLst>
              <a:ext uri="{FF2B5EF4-FFF2-40B4-BE49-F238E27FC236}">
                <a16:creationId xmlns:a16="http://schemas.microsoft.com/office/drawing/2014/main" id="{3F856D5B-B0B1-41A3-A5FD-D138AA9C59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15250" y="1890713"/>
          <a:ext cx="70961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95" name="公式" r:id="rId25" imgW="800100" imgH="419100" progId="Equation.3">
                  <p:embed/>
                </p:oleObj>
              </mc:Choice>
              <mc:Fallback>
                <p:oleObj name="公式" r:id="rId25" imgW="800100" imgH="4191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5250" y="1890713"/>
                        <a:ext cx="709613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8622" name="Object 14">
            <a:extLst>
              <a:ext uri="{FF2B5EF4-FFF2-40B4-BE49-F238E27FC236}">
                <a16:creationId xmlns:a16="http://schemas.microsoft.com/office/drawing/2014/main" id="{9E56756A-1620-4A13-9DB7-47054B58AD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04138" y="2455863"/>
          <a:ext cx="72072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96" name="公式" r:id="rId27" imgW="800100" imgH="419100" progId="Equation.3">
                  <p:embed/>
                </p:oleObj>
              </mc:Choice>
              <mc:Fallback>
                <p:oleObj name="公式" r:id="rId27" imgW="800100" imgH="4191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4138" y="2455863"/>
                        <a:ext cx="720725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8626" name="Object 15">
            <a:extLst>
              <a:ext uri="{FF2B5EF4-FFF2-40B4-BE49-F238E27FC236}">
                <a16:creationId xmlns:a16="http://schemas.microsoft.com/office/drawing/2014/main" id="{4F8BBF44-6D8E-48EF-B411-FF937D54D6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59000" y="4313238"/>
          <a:ext cx="1728788" cy="61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97" name="Equation" r:id="rId29" imgW="1600113" imgH="495236" progId="Equation.DSMT4">
                  <p:embed/>
                </p:oleObj>
              </mc:Choice>
              <mc:Fallback>
                <p:oleObj name="Equation" r:id="rId29" imgW="1600113" imgH="495236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9000" y="4313238"/>
                        <a:ext cx="1728788" cy="614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007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8627" name="Oval 35">
            <a:extLst>
              <a:ext uri="{FF2B5EF4-FFF2-40B4-BE49-F238E27FC236}">
                <a16:creationId xmlns:a16="http://schemas.microsoft.com/office/drawing/2014/main" id="{2564C3AB-2E43-4EEE-9A16-3D44BC960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3925" y="4502150"/>
            <a:ext cx="144463" cy="14446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238628" name="Object 16">
            <a:extLst>
              <a:ext uri="{FF2B5EF4-FFF2-40B4-BE49-F238E27FC236}">
                <a16:creationId xmlns:a16="http://schemas.microsoft.com/office/drawing/2014/main" id="{E143A42D-694B-4747-A4FD-7ABA0BA583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56100" y="4313238"/>
          <a:ext cx="1965325" cy="70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98" name="Equation" r:id="rId31" imgW="2162287" imgH="609574" progId="Equation.DSMT4">
                  <p:embed/>
                </p:oleObj>
              </mc:Choice>
              <mc:Fallback>
                <p:oleObj name="Equation" r:id="rId31" imgW="2162287" imgH="609574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4313238"/>
                        <a:ext cx="1965325" cy="700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007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8629" name="Oval 37">
            <a:extLst>
              <a:ext uri="{FF2B5EF4-FFF2-40B4-BE49-F238E27FC236}">
                <a16:creationId xmlns:a16="http://schemas.microsoft.com/office/drawing/2014/main" id="{3B310BF0-DCF1-464B-9590-DAC20551B1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9913" y="4479925"/>
            <a:ext cx="144462" cy="14446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7922" name="Text Box 75">
            <a:extLst>
              <a:ext uri="{FF2B5EF4-FFF2-40B4-BE49-F238E27FC236}">
                <a16:creationId xmlns:a16="http://schemas.microsoft.com/office/drawing/2014/main" id="{178530D4-5319-426B-BBD1-709F00332F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4100" y="6440488"/>
            <a:ext cx="4159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34</a:t>
            </a:r>
          </a:p>
        </p:txBody>
      </p:sp>
      <p:sp>
        <p:nvSpPr>
          <p:cNvPr id="37923" name="灯片编号占位符 1">
            <a:extLst>
              <a:ext uri="{FF2B5EF4-FFF2-40B4-BE49-F238E27FC236}">
                <a16:creationId xmlns:a16="http://schemas.microsoft.com/office/drawing/2014/main" id="{D35CE10F-1CD3-448F-88E9-C2AFA6BBE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9CB3F63-1DF1-4E55-B9DC-4C1C2BB20380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zh-CN" sz="1400"/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38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75"/>
                                        <p:tgtEl>
                                          <p:spTgt spid="238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238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1" dur="500"/>
                                        <p:tgtEl>
                                          <p:spTgt spid="238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5" dur="75"/>
                                        <p:tgtEl>
                                          <p:spTgt spid="238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8" dur="300"/>
                                        <p:tgtEl>
                                          <p:spTgt spid="238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300"/>
                            </p:stCondLst>
                            <p:childTnLst>
                              <p:par>
                                <p:cTn id="30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75" fill="hold"/>
                                        <p:tgtEl>
                                          <p:spTgt spid="2386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" fill="hold"/>
                                        <p:tgtEl>
                                          <p:spTgt spid="2386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75" fill="hold"/>
                                        <p:tgtEl>
                                          <p:spTgt spid="2386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75" fill="hold"/>
                                        <p:tgtEl>
                                          <p:spTgt spid="2386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600"/>
                            </p:stCondLst>
                            <p:childTnLst>
                              <p:par>
                                <p:cTn id="3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1" dur="500"/>
                                        <p:tgtEl>
                                          <p:spTgt spid="238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385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385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38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38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386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38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386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386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3" dur="500"/>
                                        <p:tgtEl>
                                          <p:spTgt spid="238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75"/>
                                        <p:tgtEl>
                                          <p:spTgt spid="238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386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386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386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386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386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386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92" dur="500"/>
                                        <p:tgtEl>
                                          <p:spTgt spid="238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4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386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386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386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386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3" dur="500"/>
                                        <p:tgtEl>
                                          <p:spTgt spid="238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6" dur="500"/>
                                        <p:tgtEl>
                                          <p:spTgt spid="238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3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09" dur="500"/>
                                        <p:tgtEl>
                                          <p:spTgt spid="238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11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2386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2386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16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8" dur="500"/>
                                        <p:tgtEl>
                                          <p:spTgt spid="238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1" dur="500"/>
                                        <p:tgtEl>
                                          <p:spTgt spid="238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2386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2386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2386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2386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2386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2386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2386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2386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8594" grpId="0" autoUpdateAnimBg="0"/>
      <p:bldP spid="238595" grpId="0" autoUpdateAnimBg="0"/>
      <p:bldP spid="238596" grpId="0" autoUpdateAnimBg="0"/>
      <p:bldP spid="238597" grpId="0" autoUpdateAnimBg="0"/>
      <p:bldP spid="238600" grpId="0" autoUpdateAnimBg="0"/>
      <p:bldP spid="238601" grpId="0" autoUpdateAnimBg="0"/>
      <p:bldP spid="238602" grpId="0" autoUpdateAnimBg="0"/>
      <p:bldP spid="238607" grpId="0" animBg="1"/>
      <p:bldP spid="238608" grpId="0" autoUpdateAnimBg="0"/>
      <p:bldP spid="238612" grpId="0" animBg="1"/>
      <p:bldP spid="238613" grpId="0" autoUpdateAnimBg="0"/>
      <p:bldP spid="238616" grpId="0" autoUpdateAnimBg="0"/>
      <p:bldP spid="238627" grpId="0" animBg="1"/>
      <p:bldP spid="23862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75427199-F0AC-481B-B5B9-20D18CD5FC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9425" y="1501775"/>
            <a:ext cx="17510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安培定律：</a:t>
            </a:r>
          </a:p>
        </p:txBody>
      </p:sp>
      <p:sp>
        <p:nvSpPr>
          <p:cNvPr id="8195" name="Text Box 15">
            <a:extLst>
              <a:ext uri="{FF2B5EF4-FFF2-40B4-BE49-F238E27FC236}">
                <a16:creationId xmlns:a16="http://schemas.microsoft.com/office/drawing/2014/main" id="{80997190-121D-4E6C-AFC6-C9ADC15774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750" y="982663"/>
            <a:ext cx="47656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solidFill>
                  <a:srgbClr val="0000FF"/>
                </a:solidFill>
                <a:latin typeface="宋体" panose="02010600030101010101" pitchFamily="2" charset="-122"/>
              </a:rPr>
              <a:t> 载流导线在磁场中的受力</a:t>
            </a:r>
          </a:p>
        </p:txBody>
      </p:sp>
      <p:sp>
        <p:nvSpPr>
          <p:cNvPr id="8196" name="Text Box 41">
            <a:extLst>
              <a:ext uri="{FF2B5EF4-FFF2-40B4-BE49-F238E27FC236}">
                <a16:creationId xmlns:a16="http://schemas.microsoft.com/office/drawing/2014/main" id="{7FDEB82D-10C2-4262-B9D0-0BA85997C2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6913" y="85725"/>
            <a:ext cx="25273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4000" b="1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内容回顾</a:t>
            </a:r>
          </a:p>
        </p:txBody>
      </p: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69884366-6896-4906-9884-55E51FFB02A6}"/>
              </a:ext>
            </a:extLst>
          </p:cNvPr>
          <p:cNvGrpSpPr>
            <a:grpSpLocks/>
          </p:cNvGrpSpPr>
          <p:nvPr/>
        </p:nvGrpSpPr>
        <p:grpSpPr bwMode="auto">
          <a:xfrm>
            <a:off x="409575" y="1576388"/>
            <a:ext cx="1989138" cy="1866900"/>
            <a:chOff x="411164" y="4494331"/>
            <a:chExt cx="2078877" cy="2010652"/>
          </a:xfrm>
        </p:grpSpPr>
        <p:sp>
          <p:nvSpPr>
            <p:cNvPr id="8224" name="矩形 52">
              <a:extLst>
                <a:ext uri="{FF2B5EF4-FFF2-40B4-BE49-F238E27FC236}">
                  <a16:creationId xmlns:a16="http://schemas.microsoft.com/office/drawing/2014/main" id="{B790B1A1-9FCF-4E3C-A2DD-0706A364B2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164" y="4494331"/>
              <a:ext cx="2059507" cy="2010652"/>
            </a:xfrm>
            <a:prstGeom prst="rect">
              <a:avLst/>
            </a:prstGeom>
            <a:solidFill>
              <a:schemeClr val="bg1"/>
            </a:solidFill>
            <a:ln w="15875" algn="ctr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8225" name="Object 40">
              <a:extLst>
                <a:ext uri="{FF2B5EF4-FFF2-40B4-BE49-F238E27FC236}">
                  <a16:creationId xmlns:a16="http://schemas.microsoft.com/office/drawing/2014/main" id="{CB9B121D-C5BC-451A-8558-94948BE9CFE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7108" y="5293682"/>
            <a:ext cx="1820862" cy="4238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64" name="公式" r:id="rId3" imgW="710891" imgH="177723" progId="Equation.3">
                    <p:embed/>
                  </p:oleObj>
                </mc:Choice>
                <mc:Fallback>
                  <p:oleObj name="公式" r:id="rId3" imgW="710891" imgH="177723" progId="Equation.3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7108" y="5293682"/>
                          <a:ext cx="1820862" cy="4238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26" name="Object 42">
              <a:extLst>
                <a:ext uri="{FF2B5EF4-FFF2-40B4-BE49-F238E27FC236}">
                  <a16:creationId xmlns:a16="http://schemas.microsoft.com/office/drawing/2014/main" id="{6961EAD9-80AF-47C6-881E-87C25864227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0894" y="5875580"/>
            <a:ext cx="1639888" cy="5429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65" name="公式" r:id="rId5" imgW="799753" imgH="241195" progId="Equation.3">
                    <p:embed/>
                  </p:oleObj>
                </mc:Choice>
                <mc:Fallback>
                  <p:oleObj name="公式" r:id="rId5" imgW="799753" imgH="241195" progId="Equation.3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0894" y="5875580"/>
                          <a:ext cx="1639888" cy="5429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27" name="对象 51">
              <a:extLst>
                <a:ext uri="{FF2B5EF4-FFF2-40B4-BE49-F238E27FC236}">
                  <a16:creationId xmlns:a16="http://schemas.microsoft.com/office/drawing/2014/main" id="{E76C8E68-5495-4F97-A769-200F880B50A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8845" y="4494331"/>
            <a:ext cx="1941196" cy="6958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66" name="Equation" r:id="rId7" imgW="672808" imgH="241195" progId="Equation.DSMT4">
                    <p:embed/>
                  </p:oleObj>
                </mc:Choice>
                <mc:Fallback>
                  <p:oleObj name="Equation" r:id="rId7" imgW="672808" imgH="241195" progId="Equation.DSMT4">
                    <p:embed/>
                    <p:pic>
                      <p:nvPicPr>
                        <p:cNvPr id="0" name="对象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8845" y="4494331"/>
                          <a:ext cx="1941196" cy="6958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5" name="右箭头 54">
            <a:extLst>
              <a:ext uri="{FF2B5EF4-FFF2-40B4-BE49-F238E27FC236}">
                <a16:creationId xmlns:a16="http://schemas.microsoft.com/office/drawing/2014/main" id="{0F43DA39-B39A-4352-BD42-52697A2304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2700" y="2671763"/>
            <a:ext cx="396875" cy="355600"/>
          </a:xfrm>
          <a:prstGeom prst="rightArrow">
            <a:avLst>
              <a:gd name="adj1" fmla="val 50000"/>
              <a:gd name="adj2" fmla="val 49825"/>
            </a:avLst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1"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56" name="Text Box 2">
            <a:extLst>
              <a:ext uri="{FF2B5EF4-FFF2-40B4-BE49-F238E27FC236}">
                <a16:creationId xmlns:a16="http://schemas.microsoft.com/office/drawing/2014/main" id="{D24184C0-635F-4F45-B8DF-E0476F85DD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450" y="3509963"/>
            <a:ext cx="300355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安培定律的应用</a:t>
            </a:r>
          </a:p>
        </p:txBody>
      </p:sp>
      <p:pic>
        <p:nvPicPr>
          <p:cNvPr id="8200" name="图片 8">
            <a:extLst>
              <a:ext uri="{FF2B5EF4-FFF2-40B4-BE49-F238E27FC236}">
                <a16:creationId xmlns:a16="http://schemas.microsoft.com/office/drawing/2014/main" id="{5F0745BC-55A1-4749-89AA-4B0E342EF20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4625" y="514350"/>
            <a:ext cx="2176463" cy="289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" name="Rectangle 2">
            <a:extLst>
              <a:ext uri="{FF2B5EF4-FFF2-40B4-BE49-F238E27FC236}">
                <a16:creationId xmlns:a16="http://schemas.microsoft.com/office/drawing/2014/main" id="{09BFC470-21FF-4B56-A2D6-6F7BD3FB9B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375" y="4010025"/>
            <a:ext cx="44958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/>
              <a:t>1</a:t>
            </a:r>
            <a:r>
              <a:rPr lang="en-US" altLang="zh-CN" sz="2800" b="1" baseline="30000"/>
              <a:t>o</a:t>
            </a:r>
            <a:r>
              <a:rPr lang="en-US" altLang="zh-CN" sz="2800" b="1" baseline="30000">
                <a:solidFill>
                  <a:srgbClr val="3366FF"/>
                </a:solidFill>
              </a:rPr>
              <a:t> </a:t>
            </a:r>
            <a:r>
              <a:rPr lang="zh-CN" altLang="en-US" sz="2800" b="1"/>
              <a:t>两电流互相垂直</a:t>
            </a:r>
            <a:r>
              <a:rPr lang="en-US" altLang="zh-CN" sz="2800" b="1"/>
              <a:t>/</a:t>
            </a:r>
            <a:r>
              <a:rPr lang="zh-CN" altLang="en-US" sz="2800" b="1"/>
              <a:t>平行</a:t>
            </a:r>
            <a:endParaRPr lang="zh-CN" altLang="en-US" sz="2800" b="1">
              <a:sym typeface="Symbol" panose="05050102010706020507" pitchFamily="18" charset="2"/>
            </a:endParaRPr>
          </a:p>
        </p:txBody>
      </p:sp>
      <p:grpSp>
        <p:nvGrpSpPr>
          <p:cNvPr id="61" name="Group 36">
            <a:extLst>
              <a:ext uri="{FF2B5EF4-FFF2-40B4-BE49-F238E27FC236}">
                <a16:creationId xmlns:a16="http://schemas.microsoft.com/office/drawing/2014/main" id="{02535302-5DA2-4A8F-9DEF-540E83011CDD}"/>
              </a:ext>
            </a:extLst>
          </p:cNvPr>
          <p:cNvGrpSpPr>
            <a:grpSpLocks/>
          </p:cNvGrpSpPr>
          <p:nvPr/>
        </p:nvGrpSpPr>
        <p:grpSpPr bwMode="auto">
          <a:xfrm>
            <a:off x="5516563" y="3673475"/>
            <a:ext cx="2017712" cy="3116263"/>
            <a:chOff x="158" y="709"/>
            <a:chExt cx="1271" cy="1963"/>
          </a:xfrm>
        </p:grpSpPr>
        <p:sp>
          <p:nvSpPr>
            <p:cNvPr id="8210" name="Line 37">
              <a:extLst>
                <a:ext uri="{FF2B5EF4-FFF2-40B4-BE49-F238E27FC236}">
                  <a16:creationId xmlns:a16="http://schemas.microsoft.com/office/drawing/2014/main" id="{CBB50E63-AE6F-43D5-BEDE-F358C0F89A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17" y="1328"/>
              <a:ext cx="272" cy="19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8211" name="Object 38">
              <a:extLst>
                <a:ext uri="{FF2B5EF4-FFF2-40B4-BE49-F238E27FC236}">
                  <a16:creationId xmlns:a16="http://schemas.microsoft.com/office/drawing/2014/main" id="{00E307B0-96C3-414C-8AFB-8062ACAAE45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32" y="1092"/>
            <a:ext cx="185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67" name="公式" r:id="rId10" imgW="406440" imgH="482760" progId="Equation.3">
                    <p:embed/>
                  </p:oleObj>
                </mc:Choice>
                <mc:Fallback>
                  <p:oleObj name="公式" r:id="rId10" imgW="406440" imgH="482760" progId="Equation.3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2" y="1092"/>
                          <a:ext cx="185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12" name="Rectangle 39">
              <a:extLst>
                <a:ext uri="{FF2B5EF4-FFF2-40B4-BE49-F238E27FC236}">
                  <a16:creationId xmlns:a16="http://schemas.microsoft.com/office/drawing/2014/main" id="{E9732A65-18BD-4FEC-A0D2-EFF0288816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" y="709"/>
              <a:ext cx="27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rgbClr val="FF3300"/>
                  </a:solidFill>
                </a:rPr>
                <a:t>I</a:t>
              </a:r>
              <a:r>
                <a:rPr lang="en-US" altLang="zh-CN" sz="2800" b="1" baseline="-25000">
                  <a:solidFill>
                    <a:srgbClr val="FF3300"/>
                  </a:solidFill>
                </a:rPr>
                <a:t>1</a:t>
              </a:r>
            </a:p>
          </p:txBody>
        </p:sp>
        <p:sp>
          <p:nvSpPr>
            <p:cNvPr id="8213" name="Rectangle 40">
              <a:extLst>
                <a:ext uri="{FF2B5EF4-FFF2-40B4-BE49-F238E27FC236}">
                  <a16:creationId xmlns:a16="http://schemas.microsoft.com/office/drawing/2014/main" id="{C6027263-3C92-4875-AE32-7DCD2F060D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" y="754"/>
              <a:ext cx="46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rgbClr val="3333FF"/>
                  </a:solidFill>
                </a:rPr>
                <a:t>I</a:t>
              </a:r>
              <a:r>
                <a:rPr lang="en-US" altLang="zh-CN" sz="2800" b="1" baseline="-25000">
                  <a:solidFill>
                    <a:srgbClr val="3333FF"/>
                  </a:solidFill>
                </a:rPr>
                <a:t>2</a:t>
              </a:r>
            </a:p>
          </p:txBody>
        </p:sp>
        <p:sp>
          <p:nvSpPr>
            <p:cNvPr id="8214" name="Line 41">
              <a:extLst>
                <a:ext uri="{FF2B5EF4-FFF2-40B4-BE49-F238E27FC236}">
                  <a16:creationId xmlns:a16="http://schemas.microsoft.com/office/drawing/2014/main" id="{9A35C774-487C-4F14-8C99-4A7C06EB1F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6" y="2075"/>
              <a:ext cx="391" cy="59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8215" name="Object 42">
              <a:extLst>
                <a:ext uri="{FF2B5EF4-FFF2-40B4-BE49-F238E27FC236}">
                  <a16:creationId xmlns:a16="http://schemas.microsoft.com/office/drawing/2014/main" id="{9D9D8CCD-6377-4F33-9D28-59CA514EF3B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9" y="2357"/>
            <a:ext cx="152" cy="1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68" name="Equation" r:id="rId12" imgW="139579" imgH="177646" progId="Equation.DSMT4">
                    <p:embed/>
                  </p:oleObj>
                </mc:Choice>
                <mc:Fallback>
                  <p:oleObj name="Equation" r:id="rId12" imgW="139579" imgH="177646" progId="Equation.DSMT4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9" y="2357"/>
                          <a:ext cx="152" cy="1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16" name="Object 43">
              <a:extLst>
                <a:ext uri="{FF2B5EF4-FFF2-40B4-BE49-F238E27FC236}">
                  <a16:creationId xmlns:a16="http://schemas.microsoft.com/office/drawing/2014/main" id="{B534AECB-83C1-48DE-8F88-85DC609CC9D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3" y="1796"/>
            <a:ext cx="205" cy="2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69" name="公式" r:id="rId14" imgW="126835" imgH="139518" progId="Equation.3">
                    <p:embed/>
                  </p:oleObj>
                </mc:Choice>
                <mc:Fallback>
                  <p:oleObj name="公式" r:id="rId14" imgW="126835" imgH="139518" progId="Equation.3">
                    <p:embed/>
                    <p:pic>
                      <p:nvPicPr>
                        <p:cNvPr id="0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3" y="1796"/>
                          <a:ext cx="205" cy="2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17" name="Arc 44">
              <a:extLst>
                <a:ext uri="{FF2B5EF4-FFF2-40B4-BE49-F238E27FC236}">
                  <a16:creationId xmlns:a16="http://schemas.microsoft.com/office/drawing/2014/main" id="{724A13A1-45F7-4F5F-A96F-CCE1B102D2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" y="2317"/>
              <a:ext cx="186" cy="228"/>
            </a:xfrm>
            <a:custGeom>
              <a:avLst/>
              <a:gdLst>
                <a:gd name="T0" fmla="*/ 0 w 21666"/>
                <a:gd name="T1" fmla="*/ 0 h 21600"/>
                <a:gd name="T2" fmla="*/ 0 w 21666"/>
                <a:gd name="T3" fmla="*/ 0 h 21600"/>
                <a:gd name="T4" fmla="*/ 0 w 21666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66"/>
                <a:gd name="T10" fmla="*/ 0 h 21600"/>
                <a:gd name="T11" fmla="*/ 21666 w 21666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66" h="21600" fill="none" extrusionOk="0">
                  <a:moveTo>
                    <a:pt x="-1" y="581"/>
                  </a:moveTo>
                  <a:cubicBezTo>
                    <a:pt x="1631" y="195"/>
                    <a:pt x="3303" y="-1"/>
                    <a:pt x="4980" y="0"/>
                  </a:cubicBezTo>
                  <a:cubicBezTo>
                    <a:pt x="11440" y="0"/>
                    <a:pt x="17562" y="2892"/>
                    <a:pt x="21665" y="7883"/>
                  </a:cubicBezTo>
                </a:path>
                <a:path w="21666" h="21600" stroke="0" extrusionOk="0">
                  <a:moveTo>
                    <a:pt x="-1" y="581"/>
                  </a:moveTo>
                  <a:cubicBezTo>
                    <a:pt x="1631" y="195"/>
                    <a:pt x="3303" y="-1"/>
                    <a:pt x="4980" y="0"/>
                  </a:cubicBezTo>
                  <a:cubicBezTo>
                    <a:pt x="11440" y="0"/>
                    <a:pt x="17562" y="2892"/>
                    <a:pt x="21665" y="7883"/>
                  </a:cubicBezTo>
                  <a:lnTo>
                    <a:pt x="4980" y="21600"/>
                  </a:lnTo>
                  <a:lnTo>
                    <a:pt x="-1" y="581"/>
                  </a:lnTo>
                  <a:close/>
                </a:path>
              </a:pathLst>
            </a:cu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18" name="Line 45">
              <a:extLst>
                <a:ext uri="{FF2B5EF4-FFF2-40B4-BE49-F238E27FC236}">
                  <a16:creationId xmlns:a16="http://schemas.microsoft.com/office/drawing/2014/main" id="{FFD08354-3504-4809-B8B8-ECD553C2A1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6" y="2035"/>
              <a:ext cx="39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9" name="AutoShape 46">
              <a:extLst>
                <a:ext uri="{FF2B5EF4-FFF2-40B4-BE49-F238E27FC236}">
                  <a16:creationId xmlns:a16="http://schemas.microsoft.com/office/drawing/2014/main" id="{962BCFA1-01C2-4760-89CC-003EE1EBF7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" y="959"/>
              <a:ext cx="78" cy="1713"/>
            </a:xfrm>
            <a:prstGeom prst="can">
              <a:avLst>
                <a:gd name="adj" fmla="val 75544"/>
              </a:avLst>
            </a:prstGeom>
            <a:gradFill rotWithShape="0">
              <a:gsLst>
                <a:gs pos="0">
                  <a:srgbClr val="76762F"/>
                </a:gs>
                <a:gs pos="50000">
                  <a:srgbClr val="FFFF66"/>
                </a:gs>
                <a:gs pos="100000">
                  <a:srgbClr val="76762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8220" name="Line 47">
              <a:extLst>
                <a:ext uri="{FF2B5EF4-FFF2-40B4-BE49-F238E27FC236}">
                  <a16:creationId xmlns:a16="http://schemas.microsoft.com/office/drawing/2014/main" id="{316BA097-764D-4284-8E96-DB1742481D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7" y="800"/>
              <a:ext cx="0" cy="18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21" name="AutoShape 48">
              <a:extLst>
                <a:ext uri="{FF2B5EF4-FFF2-40B4-BE49-F238E27FC236}">
                  <a16:creationId xmlns:a16="http://schemas.microsoft.com/office/drawing/2014/main" id="{58C331F2-1805-4393-808B-053F76577FF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72532">
              <a:off x="856" y="1039"/>
              <a:ext cx="79" cy="1075"/>
            </a:xfrm>
            <a:prstGeom prst="can">
              <a:avLst>
                <a:gd name="adj" fmla="val 46808"/>
              </a:avLst>
            </a:prstGeom>
            <a:gradFill rotWithShape="0">
              <a:gsLst>
                <a:gs pos="0">
                  <a:srgbClr val="CCFF66"/>
                </a:gs>
                <a:gs pos="100000">
                  <a:srgbClr val="3C4B1E"/>
                </a:gs>
              </a:gsLst>
              <a:path path="rect">
                <a:fillToRect l="100000" b="10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8222" name="Line 49">
              <a:extLst>
                <a:ext uri="{FF2B5EF4-FFF2-40B4-BE49-F238E27FC236}">
                  <a16:creationId xmlns:a16="http://schemas.microsoft.com/office/drawing/2014/main" id="{E1D159E0-567E-45D5-A4A3-1F154C4804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70" y="999"/>
              <a:ext cx="119" cy="159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23" name="Text Box 50">
              <a:extLst>
                <a:ext uri="{FF2B5EF4-FFF2-40B4-BE49-F238E27FC236}">
                  <a16:creationId xmlns:a16="http://schemas.microsoft.com/office/drawing/2014/main" id="{4FF83E1F-8C71-4A36-9301-17779A80AB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0" y="1448"/>
              <a:ext cx="25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>
                  <a:latin typeface="Times New Roman" panose="02020603050405020304" pitchFamily="18" charset="0"/>
                </a:rPr>
                <a:t>L</a:t>
              </a:r>
            </a:p>
          </p:txBody>
        </p:sp>
      </p:grpSp>
      <p:pic>
        <p:nvPicPr>
          <p:cNvPr id="6155" name="图片 47">
            <a:extLst>
              <a:ext uri="{FF2B5EF4-FFF2-40B4-BE49-F238E27FC236}">
                <a16:creationId xmlns:a16="http://schemas.microsoft.com/office/drawing/2014/main" id="{C27DFB10-DAC1-40A4-B8C4-EFC8C2614FB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0288" y="6094413"/>
            <a:ext cx="3071812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6" name="图片 50">
            <a:extLst>
              <a:ext uri="{FF2B5EF4-FFF2-40B4-BE49-F238E27FC236}">
                <a16:creationId xmlns:a16="http://schemas.microsoft.com/office/drawing/2014/main" id="{3999FF75-EFB4-4EBB-8DBC-09CB7CABE99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7988" y="2001838"/>
            <a:ext cx="2663825" cy="141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57" name="矩形 80">
            <a:extLst>
              <a:ext uri="{FF2B5EF4-FFF2-40B4-BE49-F238E27FC236}">
                <a16:creationId xmlns:a16="http://schemas.microsoft.com/office/drawing/2014/main" id="{F42416C4-E301-46A3-9704-A059679A86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350" y="4557713"/>
            <a:ext cx="4597400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/>
              <a:t>2</a:t>
            </a:r>
            <a:r>
              <a:rPr lang="en-US" altLang="zh-CN" sz="2800" b="1" baseline="30000"/>
              <a:t>o</a:t>
            </a:r>
            <a:r>
              <a:rPr lang="zh-CN" altLang="en-US" sz="2800" b="1"/>
              <a:t>平行载流直导线单位长度的受力</a:t>
            </a:r>
            <a:r>
              <a:rPr lang="en-US" altLang="zh-CN" sz="2800" b="1"/>
              <a:t>:</a:t>
            </a:r>
          </a:p>
        </p:txBody>
      </p:sp>
      <p:graphicFrame>
        <p:nvGraphicFramePr>
          <p:cNvPr id="91" name="Object 73">
            <a:extLst>
              <a:ext uri="{FF2B5EF4-FFF2-40B4-BE49-F238E27FC236}">
                <a16:creationId xmlns:a16="http://schemas.microsoft.com/office/drawing/2014/main" id="{28C1F894-FFF0-46CB-B2C2-4AB8A4B251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8163" y="5422900"/>
          <a:ext cx="1765300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0" name="Equation" r:id="rId18" imgW="1866900" imgH="850900" progId="Equation.DSMT4">
                  <p:embed/>
                </p:oleObj>
              </mc:Choice>
              <mc:Fallback>
                <p:oleObj name="Equation" r:id="rId18" imgW="1866900" imgH="850900" progId="Equation.DSMT4">
                  <p:embed/>
                  <p:pic>
                    <p:nvPicPr>
                      <p:cNvPr id="0" name="Object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163" y="5422900"/>
                        <a:ext cx="1765300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" name="Object 74">
            <a:extLst>
              <a:ext uri="{FF2B5EF4-FFF2-40B4-BE49-F238E27FC236}">
                <a16:creationId xmlns:a16="http://schemas.microsoft.com/office/drawing/2014/main" id="{3F1B1550-7A22-4299-A24A-86E8AC76D8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33638" y="5365750"/>
          <a:ext cx="2138362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1" name="Equation" r:id="rId20" imgW="2070100" imgH="850900" progId="Equation.DSMT4">
                  <p:embed/>
                </p:oleObj>
              </mc:Choice>
              <mc:Fallback>
                <p:oleObj name="Equation" r:id="rId20" imgW="2070100" imgH="850900" progId="Equation.DSMT4">
                  <p:embed/>
                  <p:pic>
                    <p:nvPicPr>
                      <p:cNvPr id="0" name="Object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3638" y="5365750"/>
                        <a:ext cx="2138362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" name="Object 83">
            <a:extLst>
              <a:ext uri="{FF2B5EF4-FFF2-40B4-BE49-F238E27FC236}">
                <a16:creationId xmlns:a16="http://schemas.microsoft.com/office/drawing/2014/main" id="{D84690DC-5D51-49C2-86DE-3FF32BB76D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4038" y="6297613"/>
          <a:ext cx="1019175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2" name="公式" r:id="rId22" imgW="431613" imgH="215806" progId="Equation.3">
                  <p:embed/>
                </p:oleObj>
              </mc:Choice>
              <mc:Fallback>
                <p:oleObj name="公式" r:id="rId22" imgW="431613" imgH="215806" progId="Equation.3">
                  <p:embed/>
                  <p:pic>
                    <p:nvPicPr>
                      <p:cNvPr id="0" name="Object 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038" y="6297613"/>
                        <a:ext cx="1019175" cy="51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" name="Text Box 84">
            <a:extLst>
              <a:ext uri="{FF2B5EF4-FFF2-40B4-BE49-F238E27FC236}">
                <a16:creationId xmlns:a16="http://schemas.microsoft.com/office/drawing/2014/main" id="{B570F63E-0E74-4B28-80F6-325637A347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2750" y="6297613"/>
            <a:ext cx="2120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</a:rPr>
              <a:t>为吸引力</a:t>
            </a:r>
            <a:endParaRPr kumimoji="1" lang="zh-CN" altLang="en-US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1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61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75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6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5" dur="75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5" grpId="0" animBg="1"/>
      <p:bldP spid="56" grpId="0"/>
      <p:bldP spid="57" grpId="0" autoUpdateAnimBg="0"/>
      <p:bldP spid="6157" grpId="0"/>
      <p:bldP spid="94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Text Box 2">
            <a:extLst>
              <a:ext uri="{FF2B5EF4-FFF2-40B4-BE49-F238E27FC236}">
                <a16:creationId xmlns:a16="http://schemas.microsoft.com/office/drawing/2014/main" id="{37526223-5465-4FA7-B3B6-C62AE56F99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338" y="1039813"/>
            <a:ext cx="59197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求下列电流之间的相互作用：</a:t>
            </a: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CC21E5D0-25C8-4AE4-9652-A15472D4FBD4}"/>
              </a:ext>
            </a:extLst>
          </p:cNvPr>
          <p:cNvGrpSpPr>
            <a:grpSpLocks/>
          </p:cNvGrpSpPr>
          <p:nvPr/>
        </p:nvGrpSpPr>
        <p:grpSpPr bwMode="auto">
          <a:xfrm>
            <a:off x="785813" y="1649413"/>
            <a:ext cx="2057400" cy="2514600"/>
            <a:chOff x="144" y="576"/>
            <a:chExt cx="1296" cy="1584"/>
          </a:xfrm>
        </p:grpSpPr>
        <p:grpSp>
          <p:nvGrpSpPr>
            <p:cNvPr id="9239" name="Group 4">
              <a:extLst>
                <a:ext uri="{FF2B5EF4-FFF2-40B4-BE49-F238E27FC236}">
                  <a16:creationId xmlns:a16="http://schemas.microsoft.com/office/drawing/2014/main" id="{FD1ADB47-8769-4480-9C00-8DF4302390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" y="624"/>
              <a:ext cx="1248" cy="1536"/>
              <a:chOff x="2544" y="768"/>
              <a:chExt cx="1248" cy="1536"/>
            </a:xfrm>
          </p:grpSpPr>
          <p:sp>
            <p:nvSpPr>
              <p:cNvPr id="9241" name="Rectangle 5">
                <a:extLst>
                  <a:ext uri="{FF2B5EF4-FFF2-40B4-BE49-F238E27FC236}">
                    <a16:creationId xmlns:a16="http://schemas.microsoft.com/office/drawing/2014/main" id="{975E0B12-835B-497C-8A6D-128741D88D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" y="768"/>
                <a:ext cx="1248" cy="153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grpSp>
            <p:nvGrpSpPr>
              <p:cNvPr id="9242" name="Group 6">
                <a:extLst>
                  <a:ext uri="{FF2B5EF4-FFF2-40B4-BE49-F238E27FC236}">
                    <a16:creationId xmlns:a16="http://schemas.microsoft.com/office/drawing/2014/main" id="{356446B0-C993-4966-AD31-63A3F1EC40E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92" y="768"/>
                <a:ext cx="1158" cy="1488"/>
                <a:chOff x="4368" y="1392"/>
                <a:chExt cx="1158" cy="1488"/>
              </a:xfrm>
            </p:grpSpPr>
            <p:sp>
              <p:nvSpPr>
                <p:cNvPr id="9243" name="Oval 7">
                  <a:extLst>
                    <a:ext uri="{FF2B5EF4-FFF2-40B4-BE49-F238E27FC236}">
                      <a16:creationId xmlns:a16="http://schemas.microsoft.com/office/drawing/2014/main" id="{68B51CDB-19AC-4C34-9286-1418D0D086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68" y="1872"/>
                  <a:ext cx="904" cy="232"/>
                </a:xfrm>
                <a:prstGeom prst="ellipse">
                  <a:avLst/>
                </a:prstGeom>
                <a:noFill/>
                <a:ln w="3810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9244" name="Line 8">
                  <a:extLst>
                    <a:ext uri="{FF2B5EF4-FFF2-40B4-BE49-F238E27FC236}">
                      <a16:creationId xmlns:a16="http://schemas.microsoft.com/office/drawing/2014/main" id="{3DE19E3D-F6FF-495A-8736-C7F92FC625D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04" y="2112"/>
                  <a:ext cx="288" cy="0"/>
                </a:xfrm>
                <a:prstGeom prst="line">
                  <a:avLst/>
                </a:prstGeom>
                <a:noFill/>
                <a:ln w="38100">
                  <a:solidFill>
                    <a:schemeClr val="accent2"/>
                  </a:solidFill>
                  <a:round/>
                  <a:headEnd type="none" w="sm" len="sm"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9245" name="Object 9">
                  <a:extLst>
                    <a:ext uri="{FF2B5EF4-FFF2-40B4-BE49-F238E27FC236}">
                      <a16:creationId xmlns:a16="http://schemas.microsoft.com/office/drawing/2014/main" id="{D9B848CC-EDDD-4E41-9B3D-B21989246058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5292" y="1898"/>
                <a:ext cx="234" cy="28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9283" name="Equation" r:id="rId3" imgW="114201" imgH="139579" progId="Equation.DSMT4">
                        <p:embed/>
                      </p:oleObj>
                    </mc:Choice>
                    <mc:Fallback>
                      <p:oleObj name="Equation" r:id="rId3" imgW="114201" imgH="139579" progId="Equation.DSMT4">
                        <p:embed/>
                        <p:pic>
                          <p:nvPicPr>
                            <p:cNvPr id="0" name="Object 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292" y="1898"/>
                              <a:ext cx="234" cy="28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bg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9246" name="Line 10">
                  <a:extLst>
                    <a:ext uri="{FF2B5EF4-FFF2-40B4-BE49-F238E27FC236}">
                      <a16:creationId xmlns:a16="http://schemas.microsoft.com/office/drawing/2014/main" id="{F93137BC-F835-4578-BC2D-C66359A3FF8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48" y="2097"/>
                  <a:ext cx="0" cy="783"/>
                </a:xfrm>
                <a:prstGeom prst="line">
                  <a:avLst/>
                </a:prstGeom>
                <a:noFill/>
                <a:ln w="38100">
                  <a:solidFill>
                    <a:schemeClr val="accent2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247" name="Line 11">
                  <a:extLst>
                    <a:ext uri="{FF2B5EF4-FFF2-40B4-BE49-F238E27FC236}">
                      <a16:creationId xmlns:a16="http://schemas.microsoft.com/office/drawing/2014/main" id="{17A44A15-8ECD-4121-9358-413F9C3B4C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848" y="2488"/>
                  <a:ext cx="0" cy="157"/>
                </a:xfrm>
                <a:prstGeom prst="line">
                  <a:avLst/>
                </a:prstGeom>
                <a:noFill/>
                <a:ln w="38100">
                  <a:solidFill>
                    <a:schemeClr val="accent2"/>
                  </a:solidFill>
                  <a:round/>
                  <a:headEnd type="none" w="sm" len="sm"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9248" name="Object 12">
                  <a:extLst>
                    <a:ext uri="{FF2B5EF4-FFF2-40B4-BE49-F238E27FC236}">
                      <a16:creationId xmlns:a16="http://schemas.microsoft.com/office/drawing/2014/main" id="{5E85A9DD-B38C-4B64-A24A-A4A26DB478CD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567" y="2472"/>
                <a:ext cx="266" cy="26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9284" name="Equation" r:id="rId5" imgW="114201" imgH="139579" progId="Equation.DSMT4">
                        <p:embed/>
                      </p:oleObj>
                    </mc:Choice>
                    <mc:Fallback>
                      <p:oleObj name="Equation" r:id="rId5" imgW="114201" imgH="139579" progId="Equation.DSMT4">
                        <p:embed/>
                        <p:pic>
                          <p:nvPicPr>
                            <p:cNvPr id="0" name="Object 1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567" y="2472"/>
                              <a:ext cx="266" cy="269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bg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9249" name="Line 13">
                  <a:extLst>
                    <a:ext uri="{FF2B5EF4-FFF2-40B4-BE49-F238E27FC236}">
                      <a16:creationId xmlns:a16="http://schemas.microsoft.com/office/drawing/2014/main" id="{B054DB15-CBE3-4D47-9894-B1CDB510B8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848" y="1392"/>
                  <a:ext cx="0" cy="587"/>
                </a:xfrm>
                <a:prstGeom prst="line">
                  <a:avLst/>
                </a:prstGeom>
                <a:noFill/>
                <a:ln w="38100">
                  <a:solidFill>
                    <a:schemeClr val="accent2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250" name="Line 14">
                  <a:extLst>
                    <a:ext uri="{FF2B5EF4-FFF2-40B4-BE49-F238E27FC236}">
                      <a16:creationId xmlns:a16="http://schemas.microsoft.com/office/drawing/2014/main" id="{C181A63E-ECAB-447D-A634-4C5708CB1A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848" y="1549"/>
                  <a:ext cx="0" cy="195"/>
                </a:xfrm>
                <a:prstGeom prst="line">
                  <a:avLst/>
                </a:prstGeom>
                <a:noFill/>
                <a:ln w="38100">
                  <a:solidFill>
                    <a:schemeClr val="accent2"/>
                  </a:solidFill>
                  <a:round/>
                  <a:headEnd type="none" w="sm" len="sm"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9240" name="Text Box 15">
              <a:extLst>
                <a:ext uri="{FF2B5EF4-FFF2-40B4-BE49-F238E27FC236}">
                  <a16:creationId xmlns:a16="http://schemas.microsoft.com/office/drawing/2014/main" id="{8EBCCDAC-DC06-4218-BFA6-1884490C5D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576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①</a:t>
              </a:r>
            </a:p>
          </p:txBody>
        </p:sp>
      </p:grpSp>
      <p:grpSp>
        <p:nvGrpSpPr>
          <p:cNvPr id="5" name="Group 16">
            <a:extLst>
              <a:ext uri="{FF2B5EF4-FFF2-40B4-BE49-F238E27FC236}">
                <a16:creationId xmlns:a16="http://schemas.microsoft.com/office/drawing/2014/main" id="{441F28F4-066E-4C7D-B632-94DE9DD23AF0}"/>
              </a:ext>
            </a:extLst>
          </p:cNvPr>
          <p:cNvGrpSpPr>
            <a:grpSpLocks/>
          </p:cNvGrpSpPr>
          <p:nvPr/>
        </p:nvGrpSpPr>
        <p:grpSpPr bwMode="auto">
          <a:xfrm>
            <a:off x="3348038" y="1663700"/>
            <a:ext cx="1946275" cy="2500313"/>
            <a:chOff x="2086" y="585"/>
            <a:chExt cx="1226" cy="1575"/>
          </a:xfrm>
        </p:grpSpPr>
        <p:graphicFrame>
          <p:nvGraphicFramePr>
            <p:cNvPr id="9237" name="Object 17">
              <a:extLst>
                <a:ext uri="{FF2B5EF4-FFF2-40B4-BE49-F238E27FC236}">
                  <a16:creationId xmlns:a16="http://schemas.microsoft.com/office/drawing/2014/main" id="{B00B0D14-1AD8-47C5-BCE1-F29731B41D3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48" y="624"/>
            <a:ext cx="1164" cy="15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85" name="位图图像" r:id="rId7" imgW="1848108" imgH="2333333" progId="Paint.Picture">
                    <p:embed/>
                  </p:oleObj>
                </mc:Choice>
                <mc:Fallback>
                  <p:oleObj name="位图图像" r:id="rId7" imgW="1848108" imgH="2333333" progId="Paint.Picture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48" y="624"/>
                          <a:ext cx="1164" cy="15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38" name="Text Box 18">
              <a:extLst>
                <a:ext uri="{FF2B5EF4-FFF2-40B4-BE49-F238E27FC236}">
                  <a16:creationId xmlns:a16="http://schemas.microsoft.com/office/drawing/2014/main" id="{DB2BE417-F633-4F62-B4EB-C59FDAD88D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6" y="585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②</a:t>
              </a:r>
            </a:p>
          </p:txBody>
        </p:sp>
      </p:grpSp>
      <p:grpSp>
        <p:nvGrpSpPr>
          <p:cNvPr id="6" name="Group 19">
            <a:extLst>
              <a:ext uri="{FF2B5EF4-FFF2-40B4-BE49-F238E27FC236}">
                <a16:creationId xmlns:a16="http://schemas.microsoft.com/office/drawing/2014/main" id="{E496213A-5C5C-4CD8-A4DD-ABE4CD0FBF20}"/>
              </a:ext>
            </a:extLst>
          </p:cNvPr>
          <p:cNvGrpSpPr>
            <a:grpSpLocks/>
          </p:cNvGrpSpPr>
          <p:nvPr/>
        </p:nvGrpSpPr>
        <p:grpSpPr bwMode="auto">
          <a:xfrm>
            <a:off x="6011863" y="1516063"/>
            <a:ext cx="2066925" cy="2609850"/>
            <a:chOff x="4074" y="576"/>
            <a:chExt cx="1302" cy="1644"/>
          </a:xfrm>
        </p:grpSpPr>
        <p:grpSp>
          <p:nvGrpSpPr>
            <p:cNvPr id="9233" name="Group 20">
              <a:extLst>
                <a:ext uri="{FF2B5EF4-FFF2-40B4-BE49-F238E27FC236}">
                  <a16:creationId xmlns:a16="http://schemas.microsoft.com/office/drawing/2014/main" id="{AE3B2F05-0CB4-4D90-9807-98F9009376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28" y="576"/>
              <a:ext cx="1248" cy="1644"/>
              <a:chOff x="4128" y="576"/>
              <a:chExt cx="1248" cy="1644"/>
            </a:xfrm>
          </p:grpSpPr>
          <p:sp>
            <p:nvSpPr>
              <p:cNvPr id="9235" name="Rectangle 21">
                <a:extLst>
                  <a:ext uri="{FF2B5EF4-FFF2-40B4-BE49-F238E27FC236}">
                    <a16:creationId xmlns:a16="http://schemas.microsoft.com/office/drawing/2014/main" id="{9A1A466A-A260-4C76-9474-66961CDC54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28" y="624"/>
                <a:ext cx="1152" cy="15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graphicFrame>
            <p:nvGraphicFramePr>
              <p:cNvPr id="9236" name="Object 22">
                <a:extLst>
                  <a:ext uri="{FF2B5EF4-FFF2-40B4-BE49-F238E27FC236}">
                    <a16:creationId xmlns:a16="http://schemas.microsoft.com/office/drawing/2014/main" id="{692BCD5B-4394-4D3A-88A9-ED05FF51C9B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278" y="576"/>
              <a:ext cx="1098" cy="16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286" name="位图图像" r:id="rId9" imgW="1514686" imgH="2610214" progId="Paint.Picture">
                      <p:embed/>
                    </p:oleObj>
                  </mc:Choice>
                  <mc:Fallback>
                    <p:oleObj name="位图图像" r:id="rId9" imgW="1514686" imgH="2610214" progId="Paint.Picture">
                      <p:embed/>
                      <p:pic>
                        <p:nvPicPr>
                          <p:cNvPr id="0" name="Object 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78" y="576"/>
                            <a:ext cx="1098" cy="16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9234" name="Text Box 23">
              <a:extLst>
                <a:ext uri="{FF2B5EF4-FFF2-40B4-BE49-F238E27FC236}">
                  <a16:creationId xmlns:a16="http://schemas.microsoft.com/office/drawing/2014/main" id="{BA5ADBF6-DCD3-4642-94FA-AB285BFDDE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74" y="576"/>
              <a:ext cx="34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③</a:t>
              </a:r>
            </a:p>
          </p:txBody>
        </p:sp>
      </p:grpSp>
      <p:grpSp>
        <p:nvGrpSpPr>
          <p:cNvPr id="8" name="Group 24">
            <a:extLst>
              <a:ext uri="{FF2B5EF4-FFF2-40B4-BE49-F238E27FC236}">
                <a16:creationId xmlns:a16="http://schemas.microsoft.com/office/drawing/2014/main" id="{C0B862F4-37B8-43BC-BE3E-AD1162EA07A3}"/>
              </a:ext>
            </a:extLst>
          </p:cNvPr>
          <p:cNvGrpSpPr>
            <a:grpSpLocks/>
          </p:cNvGrpSpPr>
          <p:nvPr/>
        </p:nvGrpSpPr>
        <p:grpSpPr bwMode="auto">
          <a:xfrm>
            <a:off x="922338" y="4273550"/>
            <a:ext cx="3073400" cy="2347913"/>
            <a:chOff x="332" y="2505"/>
            <a:chExt cx="1936" cy="1479"/>
          </a:xfrm>
        </p:grpSpPr>
        <p:graphicFrame>
          <p:nvGraphicFramePr>
            <p:cNvPr id="9231" name="Object 25">
              <a:extLst>
                <a:ext uri="{FF2B5EF4-FFF2-40B4-BE49-F238E27FC236}">
                  <a16:creationId xmlns:a16="http://schemas.microsoft.com/office/drawing/2014/main" id="{6B862235-51FE-41A3-AEB3-BC0912CE6A2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4" y="2514"/>
            <a:ext cx="1884" cy="14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87" name="位图图像" r:id="rId11" imgW="2991268" imgH="2333333" progId="Paint.Picture">
                    <p:embed/>
                  </p:oleObj>
                </mc:Choice>
                <mc:Fallback>
                  <p:oleObj name="位图图像" r:id="rId11" imgW="2991268" imgH="2333333" progId="Paint.Picture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" y="2514"/>
                          <a:ext cx="1884" cy="14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32" name="Text Box 26">
              <a:extLst>
                <a:ext uri="{FF2B5EF4-FFF2-40B4-BE49-F238E27FC236}">
                  <a16:creationId xmlns:a16="http://schemas.microsoft.com/office/drawing/2014/main" id="{D4924A2C-3E3B-4166-B4C4-A622E70CEA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" y="2505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④</a:t>
              </a:r>
            </a:p>
          </p:txBody>
        </p:sp>
      </p:grpSp>
      <p:grpSp>
        <p:nvGrpSpPr>
          <p:cNvPr id="9" name="Group 27">
            <a:extLst>
              <a:ext uri="{FF2B5EF4-FFF2-40B4-BE49-F238E27FC236}">
                <a16:creationId xmlns:a16="http://schemas.microsoft.com/office/drawing/2014/main" id="{39B98EE2-88E4-4A02-92C0-AA396BE79F47}"/>
              </a:ext>
            </a:extLst>
          </p:cNvPr>
          <p:cNvGrpSpPr>
            <a:grpSpLocks/>
          </p:cNvGrpSpPr>
          <p:nvPr/>
        </p:nvGrpSpPr>
        <p:grpSpPr bwMode="auto">
          <a:xfrm>
            <a:off x="4718050" y="4197350"/>
            <a:ext cx="3540125" cy="2471738"/>
            <a:chOff x="2972" y="2457"/>
            <a:chExt cx="2230" cy="1557"/>
          </a:xfrm>
        </p:grpSpPr>
        <p:graphicFrame>
          <p:nvGraphicFramePr>
            <p:cNvPr id="9229" name="Object 28">
              <a:extLst>
                <a:ext uri="{FF2B5EF4-FFF2-40B4-BE49-F238E27FC236}">
                  <a16:creationId xmlns:a16="http://schemas.microsoft.com/office/drawing/2014/main" id="{6D9D0387-0DA1-4269-9A3D-ADCF09BEBDE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024" y="2496"/>
            <a:ext cx="2178" cy="15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88" name="位图图像" r:id="rId13" imgW="3914286" imgH="2409524" progId="Paint.Picture">
                    <p:embed/>
                  </p:oleObj>
                </mc:Choice>
                <mc:Fallback>
                  <p:oleObj name="位图图像" r:id="rId13" imgW="3914286" imgH="2409524" progId="Paint.Picture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24" y="2496"/>
                          <a:ext cx="2178" cy="15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30" name="Text Box 29">
              <a:extLst>
                <a:ext uri="{FF2B5EF4-FFF2-40B4-BE49-F238E27FC236}">
                  <a16:creationId xmlns:a16="http://schemas.microsoft.com/office/drawing/2014/main" id="{957C7BE7-7BBC-43FA-9A47-24ED8401FB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2" y="2457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⑤</a:t>
              </a:r>
            </a:p>
          </p:txBody>
        </p:sp>
      </p:grpSp>
      <p:grpSp>
        <p:nvGrpSpPr>
          <p:cNvPr id="10" name="Group 30">
            <a:extLst>
              <a:ext uri="{FF2B5EF4-FFF2-40B4-BE49-F238E27FC236}">
                <a16:creationId xmlns:a16="http://schemas.microsoft.com/office/drawing/2014/main" id="{65CAEFC8-39E6-410A-A7BB-B94F849E225B}"/>
              </a:ext>
            </a:extLst>
          </p:cNvPr>
          <p:cNvGrpSpPr>
            <a:grpSpLocks/>
          </p:cNvGrpSpPr>
          <p:nvPr/>
        </p:nvGrpSpPr>
        <p:grpSpPr bwMode="auto">
          <a:xfrm>
            <a:off x="5791200" y="296863"/>
            <a:ext cx="2619375" cy="914400"/>
            <a:chOff x="240" y="0"/>
            <a:chExt cx="1650" cy="576"/>
          </a:xfrm>
        </p:grpSpPr>
        <p:graphicFrame>
          <p:nvGraphicFramePr>
            <p:cNvPr id="9227" name="Object 31">
              <a:extLst>
                <a:ext uri="{FF2B5EF4-FFF2-40B4-BE49-F238E27FC236}">
                  <a16:creationId xmlns:a16="http://schemas.microsoft.com/office/drawing/2014/main" id="{07D0761A-F6DD-411C-BF5C-F7115269A6E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21" y="144"/>
            <a:ext cx="1169" cy="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89" name="Equation" r:id="rId15" imgW="787058" imgH="215806" progId="Equation.DSMT4">
                    <p:embed/>
                  </p:oleObj>
                </mc:Choice>
                <mc:Fallback>
                  <p:oleObj name="Equation" r:id="rId15" imgW="787058" imgH="215806" progId="Equation.DSMT4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1" y="144"/>
                          <a:ext cx="1169" cy="323"/>
                        </a:xfrm>
                        <a:prstGeom prst="rect">
                          <a:avLst/>
                        </a:prstGeom>
                        <a:noFill/>
                        <a:ln w="28575">
                          <a:solidFill>
                            <a:srgbClr val="FF33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8" name="Object 32">
              <a:extLst>
                <a:ext uri="{FF2B5EF4-FFF2-40B4-BE49-F238E27FC236}">
                  <a16:creationId xmlns:a16="http://schemas.microsoft.com/office/drawing/2014/main" id="{3541B1EA-6DB4-4A7F-9239-433ED71992F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0" y="0"/>
            <a:ext cx="528" cy="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90" name="剪辑" r:id="rId17" imgW="4369680" imgH="4039560" progId="MS_ClipArt_Gallery.2">
                    <p:embed/>
                  </p:oleObj>
                </mc:Choice>
                <mc:Fallback>
                  <p:oleObj name="剪辑" r:id="rId17" imgW="4369680" imgH="4039560" progId="MS_ClipArt_Gallery.2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" y="0"/>
                          <a:ext cx="528" cy="5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1938" name="Text Box 34">
            <a:extLst>
              <a:ext uri="{FF2B5EF4-FFF2-40B4-BE49-F238E27FC236}">
                <a16:creationId xmlns:a16="http://schemas.microsoft.com/office/drawing/2014/main" id="{3FB082A4-B335-4D8F-8415-4082EDBFD4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300" y="423863"/>
            <a:ext cx="42910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4000" b="1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举一反五：</a:t>
            </a:r>
          </a:p>
        </p:txBody>
      </p:sp>
      <p:sp>
        <p:nvSpPr>
          <p:cNvPr id="9226" name="Text Box 75">
            <a:extLst>
              <a:ext uri="{FF2B5EF4-FFF2-40B4-BE49-F238E27FC236}">
                <a16:creationId xmlns:a16="http://schemas.microsoft.com/office/drawing/2014/main" id="{C37EBE6B-EC83-4FB4-BD8A-D5A9A99335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2988" y="6429375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1800">
                <a:solidFill>
                  <a:schemeClr val="bg2"/>
                </a:solidFill>
                <a:latin typeface="Times New Roman" panose="02020603050405020304" pitchFamily="18" charset="0"/>
              </a:rPr>
              <a:t>22</a:t>
            </a:r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19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19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519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519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519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519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9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6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3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50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1906" grpId="0" autoUpdateAnimBg="0"/>
      <p:bldP spid="251938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图片 9">
            <a:extLst>
              <a:ext uri="{FF2B5EF4-FFF2-40B4-BE49-F238E27FC236}">
                <a16:creationId xmlns:a16="http://schemas.microsoft.com/office/drawing/2014/main" id="{7077082A-0F7C-4797-8472-8C8770632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939800"/>
            <a:ext cx="6048375" cy="553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B60CDEB2-6551-43D6-A89A-D6F7E7E2433D}"/>
              </a:ext>
            </a:extLst>
          </p:cNvPr>
          <p:cNvGrpSpPr>
            <a:grpSpLocks/>
          </p:cNvGrpSpPr>
          <p:nvPr/>
        </p:nvGrpSpPr>
        <p:grpSpPr bwMode="auto">
          <a:xfrm>
            <a:off x="3032125" y="5756275"/>
            <a:ext cx="1614488" cy="0"/>
            <a:chOff x="3031959" y="5755907"/>
            <a:chExt cx="1615439" cy="1"/>
          </a:xfrm>
        </p:grpSpPr>
        <p:cxnSp>
          <p:nvCxnSpPr>
            <p:cNvPr id="10248" name="直接箭头连接符 3">
              <a:extLst>
                <a:ext uri="{FF2B5EF4-FFF2-40B4-BE49-F238E27FC236}">
                  <a16:creationId xmlns:a16="http://schemas.microsoft.com/office/drawing/2014/main" id="{92408A8C-1393-4B9F-9745-E49B06A32DD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031959" y="5755907"/>
              <a:ext cx="539014" cy="1"/>
            </a:xfrm>
            <a:prstGeom prst="straightConnector1">
              <a:avLst/>
            </a:prstGeom>
            <a:noFill/>
            <a:ln w="38100" algn="ctr">
              <a:solidFill>
                <a:srgbClr val="FF0000"/>
              </a:solidFill>
              <a:round/>
              <a:headEnd/>
              <a:tailEnd type="triangle" w="med" len="med"/>
            </a:ln>
          </p:spPr>
        </p:cxnSp>
        <p:cxnSp>
          <p:nvCxnSpPr>
            <p:cNvPr id="10249" name="直接箭头连接符 6">
              <a:extLst>
                <a:ext uri="{FF2B5EF4-FFF2-40B4-BE49-F238E27FC236}">
                  <a16:creationId xmlns:a16="http://schemas.microsoft.com/office/drawing/2014/main" id="{F7C1AE0C-D2F6-43A8-86E0-D5590E0210B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108384" y="5755907"/>
              <a:ext cx="539014" cy="1"/>
            </a:xfrm>
            <a:prstGeom prst="straightConnector1">
              <a:avLst/>
            </a:prstGeom>
            <a:noFill/>
            <a:ln w="38100" algn="ctr">
              <a:solidFill>
                <a:srgbClr val="FF0000"/>
              </a:solidFill>
              <a:round/>
              <a:headEnd type="triangle" w="med" len="med"/>
              <a:tailEnd/>
            </a:ln>
          </p:spPr>
        </p:cxn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D4892519-9129-45F0-991E-FF8AA6855862}"/>
              </a:ext>
            </a:extLst>
          </p:cNvPr>
          <p:cNvGrpSpPr>
            <a:grpSpLocks/>
          </p:cNvGrpSpPr>
          <p:nvPr/>
        </p:nvGrpSpPr>
        <p:grpSpPr bwMode="auto">
          <a:xfrm>
            <a:off x="3752850" y="5070475"/>
            <a:ext cx="1614488" cy="0"/>
            <a:chOff x="3752248" y="5070909"/>
            <a:chExt cx="1615439" cy="1"/>
          </a:xfrm>
        </p:grpSpPr>
        <p:cxnSp>
          <p:nvCxnSpPr>
            <p:cNvPr id="10246" name="直接箭头连接符 7">
              <a:extLst>
                <a:ext uri="{FF2B5EF4-FFF2-40B4-BE49-F238E27FC236}">
                  <a16:creationId xmlns:a16="http://schemas.microsoft.com/office/drawing/2014/main" id="{1A540E67-466D-4E3E-901E-0784E0A0D8F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752248" y="5070909"/>
              <a:ext cx="539014" cy="1"/>
            </a:xfrm>
            <a:prstGeom prst="straightConnector1">
              <a:avLst/>
            </a:prstGeom>
            <a:noFill/>
            <a:ln w="38100" algn="ctr">
              <a:solidFill>
                <a:srgbClr val="00B0F0"/>
              </a:solidFill>
              <a:round/>
              <a:headEnd/>
              <a:tailEnd type="triangle" w="med" len="med"/>
            </a:ln>
          </p:spPr>
        </p:cxnSp>
        <p:cxnSp>
          <p:nvCxnSpPr>
            <p:cNvPr id="10247" name="直接箭头连接符 8">
              <a:extLst>
                <a:ext uri="{FF2B5EF4-FFF2-40B4-BE49-F238E27FC236}">
                  <a16:creationId xmlns:a16="http://schemas.microsoft.com/office/drawing/2014/main" id="{A28C7A12-ED23-4114-A132-517E4FB8923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828673" y="5070909"/>
              <a:ext cx="539014" cy="1"/>
            </a:xfrm>
            <a:prstGeom prst="straightConnector1">
              <a:avLst/>
            </a:prstGeom>
            <a:noFill/>
            <a:ln w="38100" algn="ctr">
              <a:solidFill>
                <a:srgbClr val="00B0F0"/>
              </a:solidFill>
              <a:round/>
              <a:headEnd type="triangle" w="med" len="med"/>
              <a:tailEnd/>
            </a:ln>
          </p:spPr>
        </p:cxnSp>
      </p:grpSp>
      <p:sp>
        <p:nvSpPr>
          <p:cNvPr id="10245" name="文本框 1">
            <a:extLst>
              <a:ext uri="{FF2B5EF4-FFF2-40B4-BE49-F238E27FC236}">
                <a16:creationId xmlns:a16="http://schemas.microsoft.com/office/drawing/2014/main" id="{4B066495-C547-40D3-BD88-60F1A91E06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163" y="366713"/>
            <a:ext cx="35702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/>
              <a:t>演示实验：电流相互作用</a:t>
            </a: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Text Box 2">
            <a:extLst>
              <a:ext uri="{FF2B5EF4-FFF2-40B4-BE49-F238E27FC236}">
                <a16:creationId xmlns:a16="http://schemas.microsoft.com/office/drawing/2014/main" id="{1F76B005-D27F-4561-A518-8BEABB4D34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75" y="404813"/>
            <a:ext cx="66944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solidFill>
                  <a:srgbClr val="0000FF"/>
                </a:solidFill>
                <a:latin typeface="宋体" panose="02010600030101010101" pitchFamily="2" charset="-122"/>
              </a:rPr>
              <a:t>载流线圈在磁场中的受力</a:t>
            </a:r>
          </a:p>
        </p:txBody>
      </p:sp>
      <p:grpSp>
        <p:nvGrpSpPr>
          <p:cNvPr id="3" name="Group 16">
            <a:extLst>
              <a:ext uri="{FF2B5EF4-FFF2-40B4-BE49-F238E27FC236}">
                <a16:creationId xmlns:a16="http://schemas.microsoft.com/office/drawing/2014/main" id="{28D55C16-5ADC-485D-B2F0-EBE234F3AD30}"/>
              </a:ext>
            </a:extLst>
          </p:cNvPr>
          <p:cNvGrpSpPr>
            <a:grpSpLocks/>
          </p:cNvGrpSpPr>
          <p:nvPr/>
        </p:nvGrpSpPr>
        <p:grpSpPr bwMode="auto">
          <a:xfrm>
            <a:off x="6310313" y="1671638"/>
            <a:ext cx="1905000" cy="762000"/>
            <a:chOff x="4275" y="2688"/>
            <a:chExt cx="1200" cy="480"/>
          </a:xfrm>
        </p:grpSpPr>
        <p:sp>
          <p:nvSpPr>
            <p:cNvPr id="11413" name="Line 17">
              <a:extLst>
                <a:ext uri="{FF2B5EF4-FFF2-40B4-BE49-F238E27FC236}">
                  <a16:creationId xmlns:a16="http://schemas.microsoft.com/office/drawing/2014/main" id="{290E67C4-43A7-4C15-8B46-598FB118A5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5" y="2688"/>
              <a:ext cx="1200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14" name="Line 18">
              <a:extLst>
                <a:ext uri="{FF2B5EF4-FFF2-40B4-BE49-F238E27FC236}">
                  <a16:creationId xmlns:a16="http://schemas.microsoft.com/office/drawing/2014/main" id="{9861C5AB-BD9C-41D9-A370-47DBCA210C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5" y="2928"/>
              <a:ext cx="1200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15" name="Line 19">
              <a:extLst>
                <a:ext uri="{FF2B5EF4-FFF2-40B4-BE49-F238E27FC236}">
                  <a16:creationId xmlns:a16="http://schemas.microsoft.com/office/drawing/2014/main" id="{BF070AD2-CC9C-42ED-AD56-27817E5200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5" y="3168"/>
              <a:ext cx="1200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52948" name="Object 20">
            <a:extLst>
              <a:ext uri="{FF2B5EF4-FFF2-40B4-BE49-F238E27FC236}">
                <a16:creationId xmlns:a16="http://schemas.microsoft.com/office/drawing/2014/main" id="{F1413AE9-E861-4282-8D75-37C76C4DFF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91500" y="1928813"/>
          <a:ext cx="34607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36" name="Equation" r:id="rId3" imgW="381240" imgH="507960" progId="Equation.DSMT4">
                  <p:embed/>
                </p:oleObj>
              </mc:Choice>
              <mc:Fallback>
                <p:oleObj name="Equation" r:id="rId3" imgW="381240" imgH="50796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91500" y="1928813"/>
                        <a:ext cx="346075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2955" name="Text Box 27">
            <a:extLst>
              <a:ext uri="{FF2B5EF4-FFF2-40B4-BE49-F238E27FC236}">
                <a16:creationId xmlns:a16="http://schemas.microsoft.com/office/drawing/2014/main" id="{354F7A6E-5498-4D07-8C9A-43232CA265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884238"/>
            <a:ext cx="19812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</a:t>
            </a:r>
            <a:r>
              <a:rPr kumimoji="1" lang="en-US" altLang="zh-CN" b="1" i="1">
                <a:latin typeface="Times New Roman" panose="02020603050405020304" pitchFamily="18" charset="0"/>
              </a:rPr>
              <a:t>F</a:t>
            </a:r>
            <a:r>
              <a:rPr kumimoji="1" lang="zh-CN" altLang="en-US" sz="2800" b="1" baseline="-25000">
                <a:latin typeface="Times New Roman" panose="02020603050405020304" pitchFamily="18" charset="0"/>
              </a:rPr>
              <a:t>合</a:t>
            </a:r>
            <a:r>
              <a:rPr kumimoji="1" lang="en-US" altLang="zh-CN" sz="2800" b="1">
                <a:latin typeface="Times New Roman" panose="02020603050405020304" pitchFamily="18" charset="0"/>
              </a:rPr>
              <a:t>= </a:t>
            </a:r>
            <a:r>
              <a:rPr kumimoji="1" lang="en-US" altLang="zh-CN" b="1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252956" name="Text Box 28">
            <a:extLst>
              <a:ext uri="{FF2B5EF4-FFF2-40B4-BE49-F238E27FC236}">
                <a16:creationId xmlns:a16="http://schemas.microsoft.com/office/drawing/2014/main" id="{FC7B1D32-8E1F-4643-8938-DC90CB027D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5788" y="952500"/>
            <a:ext cx="50641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但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kumimoji="1" lang="en-US" altLang="zh-CN" sz="28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、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kumimoji="1" lang="en-US" altLang="zh-CN" sz="28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不在一直线上</a:t>
            </a:r>
          </a:p>
        </p:txBody>
      </p:sp>
      <p:sp>
        <p:nvSpPr>
          <p:cNvPr id="252957" name="Text Box 29">
            <a:extLst>
              <a:ext uri="{FF2B5EF4-FFF2-40B4-BE49-F238E27FC236}">
                <a16:creationId xmlns:a16="http://schemas.microsoft.com/office/drawing/2014/main" id="{4181D379-821D-4F27-BA8C-98545EAA37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1503363"/>
            <a:ext cx="32385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线圈受力矩</a:t>
            </a:r>
            <a:endParaRPr kumimoji="1" lang="zh-CN" altLang="en-US" sz="2800">
              <a:latin typeface="Times New Roman" panose="02020603050405020304" pitchFamily="18" charset="0"/>
            </a:endParaRPr>
          </a:p>
        </p:txBody>
      </p:sp>
      <p:graphicFrame>
        <p:nvGraphicFramePr>
          <p:cNvPr id="252958" name="Object 30">
            <a:extLst>
              <a:ext uri="{FF2B5EF4-FFF2-40B4-BE49-F238E27FC236}">
                <a16:creationId xmlns:a16="http://schemas.microsoft.com/office/drawing/2014/main" id="{EB558C74-5C8C-4A9D-9D39-EAF46B60A3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98763" y="1503363"/>
          <a:ext cx="1728787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37" name="Equation" r:id="rId5" imgW="1548728" imgH="393529" progId="Equation.DSMT4">
                  <p:embed/>
                </p:oleObj>
              </mc:Choice>
              <mc:Fallback>
                <p:oleObj name="Equation" r:id="rId5" imgW="1548728" imgH="393529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8763" y="1503363"/>
                        <a:ext cx="1728787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32">
            <a:extLst>
              <a:ext uri="{FF2B5EF4-FFF2-40B4-BE49-F238E27FC236}">
                <a16:creationId xmlns:a16="http://schemas.microsoft.com/office/drawing/2014/main" id="{5EF60B35-2718-447B-AE34-EDB91B7943EF}"/>
              </a:ext>
            </a:extLst>
          </p:cNvPr>
          <p:cNvGrpSpPr>
            <a:grpSpLocks/>
          </p:cNvGrpSpPr>
          <p:nvPr/>
        </p:nvGrpSpPr>
        <p:grpSpPr bwMode="auto">
          <a:xfrm>
            <a:off x="7143750" y="2052638"/>
            <a:ext cx="895350" cy="762000"/>
            <a:chOff x="4752" y="2928"/>
            <a:chExt cx="564" cy="480"/>
          </a:xfrm>
        </p:grpSpPr>
        <p:sp>
          <p:nvSpPr>
            <p:cNvPr id="11407" name="Line 33">
              <a:extLst>
                <a:ext uri="{FF2B5EF4-FFF2-40B4-BE49-F238E27FC236}">
                  <a16:creationId xmlns:a16="http://schemas.microsoft.com/office/drawing/2014/main" id="{8A7A383B-DEC3-4C96-ADB6-2D526C5F03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8" y="2934"/>
              <a:ext cx="237" cy="42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1408" name="Object 34">
              <a:extLst>
                <a:ext uri="{FF2B5EF4-FFF2-40B4-BE49-F238E27FC236}">
                  <a16:creationId xmlns:a16="http://schemas.microsoft.com/office/drawing/2014/main" id="{613B1050-541C-4EBE-BE34-1BE7B17367D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88" y="3120"/>
            <a:ext cx="22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38" name="公式" r:id="rId7" imgW="139579" imgH="177646" progId="Equation.3">
                    <p:embed/>
                  </p:oleObj>
                </mc:Choice>
                <mc:Fallback>
                  <p:oleObj name="公式" r:id="rId7" imgW="139579" imgH="177646" progId="Equation.3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88" y="3120"/>
                          <a:ext cx="228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1409" name="Group 35">
              <a:extLst>
                <a:ext uri="{FF2B5EF4-FFF2-40B4-BE49-F238E27FC236}">
                  <a16:creationId xmlns:a16="http://schemas.microsoft.com/office/drawing/2014/main" id="{2A814832-F123-434F-86E5-29AF7BA57D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52" y="2928"/>
              <a:ext cx="480" cy="192"/>
              <a:chOff x="4752" y="2592"/>
              <a:chExt cx="480" cy="192"/>
            </a:xfrm>
          </p:grpSpPr>
          <p:sp>
            <p:nvSpPr>
              <p:cNvPr id="11410" name="Line 36">
                <a:extLst>
                  <a:ext uri="{FF2B5EF4-FFF2-40B4-BE49-F238E27FC236}">
                    <a16:creationId xmlns:a16="http://schemas.microsoft.com/office/drawing/2014/main" id="{35F82F27-969F-4E14-B78D-CA9ADC2543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0" y="2592"/>
                <a:ext cx="43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11" name="Arc 37">
                <a:extLst>
                  <a:ext uri="{FF2B5EF4-FFF2-40B4-BE49-F238E27FC236}">
                    <a16:creationId xmlns:a16="http://schemas.microsoft.com/office/drawing/2014/main" id="{234E66FE-52B0-4FC8-BD2C-227BFB0418E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4752" y="2592"/>
                <a:ext cx="240" cy="174"/>
              </a:xfrm>
              <a:custGeom>
                <a:avLst/>
                <a:gdLst>
                  <a:gd name="T0" fmla="*/ 0 w 21600"/>
                  <a:gd name="T1" fmla="*/ 0 h 22491"/>
                  <a:gd name="T2" fmla="*/ 0 w 21600"/>
                  <a:gd name="T3" fmla="*/ 0 h 22491"/>
                  <a:gd name="T4" fmla="*/ 0 w 21600"/>
                  <a:gd name="T5" fmla="*/ 0 h 22491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2491"/>
                  <a:gd name="T11" fmla="*/ 21600 w 21600"/>
                  <a:gd name="T12" fmla="*/ 22491 h 2249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2491" fill="none" extrusionOk="0">
                    <a:moveTo>
                      <a:pt x="4337" y="22490"/>
                    </a:moveTo>
                    <a:cubicBezTo>
                      <a:pt x="1522" y="18747"/>
                      <a:pt x="0" y="14191"/>
                      <a:pt x="0" y="9508"/>
                    </a:cubicBezTo>
                    <a:cubicBezTo>
                      <a:pt x="-1" y="6211"/>
                      <a:pt x="754" y="2959"/>
                      <a:pt x="2205" y="0"/>
                    </a:cubicBezTo>
                  </a:path>
                  <a:path w="21600" h="22491" stroke="0" extrusionOk="0">
                    <a:moveTo>
                      <a:pt x="4337" y="22490"/>
                    </a:moveTo>
                    <a:cubicBezTo>
                      <a:pt x="1522" y="18747"/>
                      <a:pt x="0" y="14191"/>
                      <a:pt x="0" y="9508"/>
                    </a:cubicBezTo>
                    <a:cubicBezTo>
                      <a:pt x="-1" y="6211"/>
                      <a:pt x="754" y="2959"/>
                      <a:pt x="2205" y="0"/>
                    </a:cubicBezTo>
                    <a:lnTo>
                      <a:pt x="21600" y="9508"/>
                    </a:lnTo>
                    <a:lnTo>
                      <a:pt x="4337" y="2249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1412" name="Object 38">
                <a:extLst>
                  <a:ext uri="{FF2B5EF4-FFF2-40B4-BE49-F238E27FC236}">
                    <a16:creationId xmlns:a16="http://schemas.microsoft.com/office/drawing/2014/main" id="{A49FA454-9889-4C8D-BBE3-6C4FBC52D72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020" y="2632"/>
              <a:ext cx="116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539" name="Equation" r:id="rId9" imgW="241091" imgH="317225" progId="Equation.3">
                      <p:embed/>
                    </p:oleObj>
                  </mc:Choice>
                  <mc:Fallback>
                    <p:oleObj name="Equation" r:id="rId9" imgW="241091" imgH="317225" progId="Equation.3">
                      <p:embed/>
                      <p:pic>
                        <p:nvPicPr>
                          <p:cNvPr id="0" name="Object 3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20" y="2632"/>
                            <a:ext cx="116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6" name="Group 39">
            <a:extLst>
              <a:ext uri="{FF2B5EF4-FFF2-40B4-BE49-F238E27FC236}">
                <a16:creationId xmlns:a16="http://schemas.microsoft.com/office/drawing/2014/main" id="{3290BBEF-85FD-48B2-9885-FD9EC83006A6}"/>
              </a:ext>
            </a:extLst>
          </p:cNvPr>
          <p:cNvGrpSpPr>
            <a:grpSpLocks/>
          </p:cNvGrpSpPr>
          <p:nvPr/>
        </p:nvGrpSpPr>
        <p:grpSpPr bwMode="auto">
          <a:xfrm>
            <a:off x="6457950" y="1671638"/>
            <a:ext cx="762000" cy="762000"/>
            <a:chOff x="4320" y="2688"/>
            <a:chExt cx="480" cy="480"/>
          </a:xfrm>
        </p:grpSpPr>
        <p:sp>
          <p:nvSpPr>
            <p:cNvPr id="11405" name="Line 40">
              <a:extLst>
                <a:ext uri="{FF2B5EF4-FFF2-40B4-BE49-F238E27FC236}">
                  <a16:creationId xmlns:a16="http://schemas.microsoft.com/office/drawing/2014/main" id="{68CCB5D1-8A3A-4021-A233-C629815737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20" y="2928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06" name="Line 41">
              <a:extLst>
                <a:ext uri="{FF2B5EF4-FFF2-40B4-BE49-F238E27FC236}">
                  <a16:creationId xmlns:a16="http://schemas.microsoft.com/office/drawing/2014/main" id="{EAE9BE5F-735B-4CF6-91FB-105BFCB56C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2688"/>
              <a:ext cx="0" cy="4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52993" name="Line 65">
            <a:extLst>
              <a:ext uri="{FF2B5EF4-FFF2-40B4-BE49-F238E27FC236}">
                <a16:creationId xmlns:a16="http://schemas.microsoft.com/office/drawing/2014/main" id="{58E3F1AD-40F7-4303-ADF7-19A446B06D46}"/>
              </a:ext>
            </a:extLst>
          </p:cNvPr>
          <p:cNvSpPr>
            <a:spLocks noChangeShapeType="1"/>
          </p:cNvSpPr>
          <p:nvPr/>
        </p:nvSpPr>
        <p:spPr bwMode="auto">
          <a:xfrm>
            <a:off x="6457950" y="2509838"/>
            <a:ext cx="0" cy="46355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53002" name="Object 74">
            <a:extLst>
              <a:ext uri="{FF2B5EF4-FFF2-40B4-BE49-F238E27FC236}">
                <a16:creationId xmlns:a16="http://schemas.microsoft.com/office/drawing/2014/main" id="{E8A28462-30F1-4C2C-9578-E59296F298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70850" y="1366838"/>
          <a:ext cx="368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40" name="Equation" r:id="rId11" imgW="457200" imgH="507960" progId="Equation.3">
                  <p:embed/>
                </p:oleObj>
              </mc:Choice>
              <mc:Fallback>
                <p:oleObj name="Equation" r:id="rId11" imgW="457200" imgH="507960" progId="Equation.3">
                  <p:embed/>
                  <p:pic>
                    <p:nvPicPr>
                      <p:cNvPr id="0" name="Object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0850" y="1366838"/>
                        <a:ext cx="3683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003" name="Object 75">
            <a:extLst>
              <a:ext uri="{FF2B5EF4-FFF2-40B4-BE49-F238E27FC236}">
                <a16:creationId xmlns:a16="http://schemas.microsoft.com/office/drawing/2014/main" id="{6ACEC87C-BB78-4E4F-968E-F8B00E802C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3450" y="2509838"/>
          <a:ext cx="32067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41" name="Equation" r:id="rId13" imgW="432000" imgH="507960" progId="Equation.3">
                  <p:embed/>
                </p:oleObj>
              </mc:Choice>
              <mc:Fallback>
                <p:oleObj name="Equation" r:id="rId13" imgW="432000" imgH="507960" progId="Equation.3">
                  <p:embed/>
                  <p:pic>
                    <p:nvPicPr>
                      <p:cNvPr id="0" name="Object 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3450" y="2509838"/>
                        <a:ext cx="320675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3004" name="Line 76">
            <a:extLst>
              <a:ext uri="{FF2B5EF4-FFF2-40B4-BE49-F238E27FC236}">
                <a16:creationId xmlns:a16="http://schemas.microsoft.com/office/drawing/2014/main" id="{40D092EF-E3B0-44D9-A0B8-E063DCB7E86C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7981950" y="1138238"/>
            <a:ext cx="0" cy="46355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9" name="Group 77">
            <a:extLst>
              <a:ext uri="{FF2B5EF4-FFF2-40B4-BE49-F238E27FC236}">
                <a16:creationId xmlns:a16="http://schemas.microsoft.com/office/drawing/2014/main" id="{5EFD9179-749A-4B55-901A-0414E11B5B31}"/>
              </a:ext>
            </a:extLst>
          </p:cNvPr>
          <p:cNvGrpSpPr>
            <a:grpSpLocks/>
          </p:cNvGrpSpPr>
          <p:nvPr/>
        </p:nvGrpSpPr>
        <p:grpSpPr bwMode="auto">
          <a:xfrm>
            <a:off x="6319838" y="1209675"/>
            <a:ext cx="1828800" cy="1403350"/>
            <a:chOff x="4224" y="2524"/>
            <a:chExt cx="1152" cy="884"/>
          </a:xfrm>
        </p:grpSpPr>
        <p:grpSp>
          <p:nvGrpSpPr>
            <p:cNvPr id="11397" name="Group 78">
              <a:extLst>
                <a:ext uri="{FF2B5EF4-FFF2-40B4-BE49-F238E27FC236}">
                  <a16:creationId xmlns:a16="http://schemas.microsoft.com/office/drawing/2014/main" id="{086D3A45-17EE-4E3F-AFFE-FA2032EEA1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4" y="3054"/>
              <a:ext cx="1152" cy="354"/>
              <a:chOff x="4213" y="2930"/>
              <a:chExt cx="1152" cy="354"/>
            </a:xfrm>
          </p:grpSpPr>
          <p:sp>
            <p:nvSpPr>
              <p:cNvPr id="11401" name="AutoShape 79">
                <a:extLst>
                  <a:ext uri="{FF2B5EF4-FFF2-40B4-BE49-F238E27FC236}">
                    <a16:creationId xmlns:a16="http://schemas.microsoft.com/office/drawing/2014/main" id="{4237FB47-F274-4E43-82A0-99DE459A5D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3732211">
                <a:off x="4765" y="2378"/>
                <a:ext cx="48" cy="1152"/>
              </a:xfrm>
              <a:prstGeom prst="can">
                <a:avLst>
                  <a:gd name="adj" fmla="val 91111"/>
                </a:avLst>
              </a:prstGeom>
              <a:gradFill rotWithShape="0">
                <a:gsLst>
                  <a:gs pos="0">
                    <a:srgbClr val="5E4700"/>
                  </a:gs>
                  <a:gs pos="50000">
                    <a:srgbClr val="CC9900"/>
                  </a:gs>
                  <a:gs pos="100000">
                    <a:srgbClr val="5E47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grpSp>
            <p:nvGrpSpPr>
              <p:cNvPr id="11402" name="Group 80">
                <a:extLst>
                  <a:ext uri="{FF2B5EF4-FFF2-40B4-BE49-F238E27FC236}">
                    <a16:creationId xmlns:a16="http://schemas.microsoft.com/office/drawing/2014/main" id="{4056A016-F87A-45B2-B053-EF7AFF03260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24" y="3072"/>
                <a:ext cx="189" cy="212"/>
                <a:chOff x="3459" y="3244"/>
                <a:chExt cx="189" cy="212"/>
              </a:xfrm>
            </p:grpSpPr>
            <p:sp>
              <p:nvSpPr>
                <p:cNvPr id="11403" name="Oval 81">
                  <a:extLst>
                    <a:ext uri="{FF2B5EF4-FFF2-40B4-BE49-F238E27FC236}">
                      <a16:creationId xmlns:a16="http://schemas.microsoft.com/office/drawing/2014/main" id="{BFA68CD1-A5D7-48F8-A640-21A65C4BE0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04" y="3312"/>
                  <a:ext cx="96" cy="96"/>
                </a:xfrm>
                <a:prstGeom prst="ellipse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  <a:buFontTx/>
                    <a:buNone/>
                  </a:pPr>
                  <a:endParaRPr lang="zh-CN" altLang="zh-CN" sz="2800"/>
                </a:p>
              </p:txBody>
            </p:sp>
            <p:sp>
              <p:nvSpPr>
                <p:cNvPr id="11404" name="Text Box 82">
                  <a:extLst>
                    <a:ext uri="{FF2B5EF4-FFF2-40B4-BE49-F238E27FC236}">
                      <a16:creationId xmlns:a16="http://schemas.microsoft.com/office/drawing/2014/main" id="{99C6C897-D820-4D89-BFB0-ED87DD469F4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59" y="3244"/>
                  <a:ext cx="189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kumimoji="1" lang="en-US" altLang="zh-CN" sz="1600" b="1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+</a:t>
                  </a:r>
                </a:p>
              </p:txBody>
            </p:sp>
          </p:grpSp>
        </p:grpSp>
        <p:grpSp>
          <p:nvGrpSpPr>
            <p:cNvPr id="11398" name="Group 83">
              <a:extLst>
                <a:ext uri="{FF2B5EF4-FFF2-40B4-BE49-F238E27FC236}">
                  <a16:creationId xmlns:a16="http://schemas.microsoft.com/office/drawing/2014/main" id="{C7802DEB-3B83-407F-96DE-240572476D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84" y="2524"/>
              <a:ext cx="188" cy="404"/>
              <a:chOff x="3936" y="2928"/>
              <a:chExt cx="188" cy="404"/>
            </a:xfrm>
          </p:grpSpPr>
          <p:sp>
            <p:nvSpPr>
              <p:cNvPr id="11399" name="Oval 84">
                <a:extLst>
                  <a:ext uri="{FF2B5EF4-FFF2-40B4-BE49-F238E27FC236}">
                    <a16:creationId xmlns:a16="http://schemas.microsoft.com/office/drawing/2014/main" id="{27E2637B-E99D-4F2B-BE99-157F7E3FA0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4" y="3168"/>
                <a:ext cx="96" cy="96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endParaRPr lang="zh-CN" altLang="zh-CN" sz="2800"/>
              </a:p>
            </p:txBody>
          </p:sp>
          <p:sp>
            <p:nvSpPr>
              <p:cNvPr id="11400" name="Text Box 85">
                <a:extLst>
                  <a:ext uri="{FF2B5EF4-FFF2-40B4-BE49-F238E27FC236}">
                    <a16:creationId xmlns:a16="http://schemas.microsoft.com/office/drawing/2014/main" id="{55422099-AEF8-4E6F-9F23-B4383A968E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36" y="2928"/>
                <a:ext cx="188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3600" b="1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.</a:t>
                </a:r>
              </a:p>
            </p:txBody>
          </p:sp>
        </p:grpSp>
      </p:grpSp>
      <p:grpSp>
        <p:nvGrpSpPr>
          <p:cNvPr id="13" name="Group 86">
            <a:extLst>
              <a:ext uri="{FF2B5EF4-FFF2-40B4-BE49-F238E27FC236}">
                <a16:creationId xmlns:a16="http://schemas.microsoft.com/office/drawing/2014/main" id="{3012CF81-B532-4529-A4F3-62F14F3378C5}"/>
              </a:ext>
            </a:extLst>
          </p:cNvPr>
          <p:cNvGrpSpPr>
            <a:grpSpLocks/>
          </p:cNvGrpSpPr>
          <p:nvPr/>
        </p:nvGrpSpPr>
        <p:grpSpPr bwMode="auto">
          <a:xfrm>
            <a:off x="6534150" y="2052638"/>
            <a:ext cx="304800" cy="241300"/>
            <a:chOff x="4416" y="2928"/>
            <a:chExt cx="192" cy="152"/>
          </a:xfrm>
        </p:grpSpPr>
        <p:sp>
          <p:nvSpPr>
            <p:cNvPr id="11395" name="Arc 87">
              <a:extLst>
                <a:ext uri="{FF2B5EF4-FFF2-40B4-BE49-F238E27FC236}">
                  <a16:creationId xmlns:a16="http://schemas.microsoft.com/office/drawing/2014/main" id="{76D38BC4-93C9-495D-A013-80C6F0F64BE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560" y="2928"/>
              <a:ext cx="48" cy="14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1396" name="Object 88">
              <a:extLst>
                <a:ext uri="{FF2B5EF4-FFF2-40B4-BE49-F238E27FC236}">
                  <a16:creationId xmlns:a16="http://schemas.microsoft.com/office/drawing/2014/main" id="{6D04C77B-33BA-4B52-B3C7-1319A8EF339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16" y="2928"/>
            <a:ext cx="17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42" name="Equation" r:id="rId15" imgW="355680" imgH="304920" progId="Equation.3">
                    <p:embed/>
                  </p:oleObj>
                </mc:Choice>
                <mc:Fallback>
                  <p:oleObj name="Equation" r:id="rId15" imgW="355680" imgH="304920" progId="Equation.3">
                    <p:embed/>
                    <p:pic>
                      <p:nvPicPr>
                        <p:cNvPr id="0" name="Object 8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6" y="2928"/>
                          <a:ext cx="176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2" name="Object 9">
            <a:extLst>
              <a:ext uri="{FF2B5EF4-FFF2-40B4-BE49-F238E27FC236}">
                <a16:creationId xmlns:a16="http://schemas.microsoft.com/office/drawing/2014/main" id="{5B4B638E-6E5E-4652-B10C-9386060409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28988" y="2155825"/>
          <a:ext cx="1763712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43" name="公式" r:id="rId17" imgW="1714500" imgH="431800" progId="Equation.3">
                  <p:embed/>
                </p:oleObj>
              </mc:Choice>
              <mc:Fallback>
                <p:oleObj name="公式" r:id="rId17" imgW="1714500" imgH="4318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8988" y="2155825"/>
                        <a:ext cx="1763712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" name="Text Box 10">
            <a:extLst>
              <a:ext uri="{FF2B5EF4-FFF2-40B4-BE49-F238E27FC236}">
                <a16:creationId xmlns:a16="http://schemas.microsoft.com/office/drawing/2014/main" id="{BDC21568-A87C-4F1F-BB29-F9FD4A54B5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8713" y="3121025"/>
            <a:ext cx="414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可推广到任意一线圈</a:t>
            </a:r>
            <a:r>
              <a:rPr kumimoji="1" lang="en-US" altLang="zh-CN" sz="2800" b="1">
                <a:latin typeface="Times New Roman" panose="02020603050405020304" pitchFamily="18" charset="0"/>
              </a:rPr>
              <a:t>!</a:t>
            </a:r>
          </a:p>
        </p:txBody>
      </p:sp>
      <p:graphicFrame>
        <p:nvGraphicFramePr>
          <p:cNvPr id="106" name="Object 11">
            <a:extLst>
              <a:ext uri="{FF2B5EF4-FFF2-40B4-BE49-F238E27FC236}">
                <a16:creationId xmlns:a16="http://schemas.microsoft.com/office/drawing/2014/main" id="{CE7DDBAC-6B80-408C-BD45-E0894E062A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" y="3105150"/>
          <a:ext cx="2346325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44" name="Equation" r:id="rId19" imgW="2819880" imgH="648000" progId="Equation.DSMT4">
                  <p:embed/>
                </p:oleObj>
              </mc:Choice>
              <mc:Fallback>
                <p:oleObj name="Equation" r:id="rId19" imgW="2819880" imgH="6480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105150"/>
                        <a:ext cx="2346325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" name="Line 12">
            <a:extLst>
              <a:ext uri="{FF2B5EF4-FFF2-40B4-BE49-F238E27FC236}">
                <a16:creationId xmlns:a16="http://schemas.microsoft.com/office/drawing/2014/main" id="{0B8DA2EB-0B06-498A-9B52-9DE197345D5E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3063" y="3409950"/>
            <a:ext cx="854075" cy="158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" name="Text Box 46">
            <a:extLst>
              <a:ext uri="{FF2B5EF4-FFF2-40B4-BE49-F238E27FC236}">
                <a16:creationId xmlns:a16="http://schemas.microsoft.com/office/drawing/2014/main" id="{BAFDA77F-83CF-4163-95A7-0DA79EF224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663" y="2616200"/>
            <a:ext cx="40322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定义：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磁偶极矩</a:t>
            </a:r>
            <a:endParaRPr kumimoji="1" lang="zh-CN" altLang="en-US" sz="28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109" name="Object 47">
            <a:extLst>
              <a:ext uri="{FF2B5EF4-FFF2-40B4-BE49-F238E27FC236}">
                <a16:creationId xmlns:a16="http://schemas.microsoft.com/office/drawing/2014/main" id="{5CB30823-8A49-4038-92B7-05B3C5D5FD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68650" y="2676525"/>
          <a:ext cx="1414463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45" name="Equation" r:id="rId21" imgW="1397000" imgH="431800" progId="Equation.DSMT4">
                  <p:embed/>
                </p:oleObj>
              </mc:Choice>
              <mc:Fallback>
                <p:oleObj name="Equation" r:id="rId21" imgW="1397000" imgH="431800" progId="Equation.DSMT4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8650" y="2676525"/>
                        <a:ext cx="1414463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" name="Text Box 21">
            <a:extLst>
              <a:ext uri="{FF2B5EF4-FFF2-40B4-BE49-F238E27FC236}">
                <a16:creationId xmlns:a16="http://schemas.microsoft.com/office/drawing/2014/main" id="{0FEBEDA2-E753-4620-84F4-D229E9DA2D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013" y="3733800"/>
            <a:ext cx="74310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平面线圈在均匀磁场中的几种情况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:</a:t>
            </a:r>
          </a:p>
        </p:txBody>
      </p:sp>
      <p:graphicFrame>
        <p:nvGraphicFramePr>
          <p:cNvPr id="111" name="Object 22">
            <a:extLst>
              <a:ext uri="{FF2B5EF4-FFF2-40B4-BE49-F238E27FC236}">
                <a16:creationId xmlns:a16="http://schemas.microsoft.com/office/drawing/2014/main" id="{011B15E7-B5BF-4F14-B975-425AA421EE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10388" y="5883275"/>
          <a:ext cx="1128712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46" name="Equation" r:id="rId23" imgW="1256755" imgH="482391" progId="Equation.DSMT4">
                  <p:embed/>
                </p:oleObj>
              </mc:Choice>
              <mc:Fallback>
                <p:oleObj name="Equation" r:id="rId23" imgW="1256755" imgH="482391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0388" y="5883275"/>
                        <a:ext cx="1128712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2" name="Group 23">
            <a:extLst>
              <a:ext uri="{FF2B5EF4-FFF2-40B4-BE49-F238E27FC236}">
                <a16:creationId xmlns:a16="http://schemas.microsoft.com/office/drawing/2014/main" id="{737A24FC-051A-4BD3-960A-82C9DB168A19}"/>
              </a:ext>
            </a:extLst>
          </p:cNvPr>
          <p:cNvGrpSpPr>
            <a:grpSpLocks/>
          </p:cNvGrpSpPr>
          <p:nvPr/>
        </p:nvGrpSpPr>
        <p:grpSpPr bwMode="auto">
          <a:xfrm>
            <a:off x="6737350" y="4349750"/>
            <a:ext cx="1803400" cy="968375"/>
            <a:chOff x="4582" y="624"/>
            <a:chExt cx="1136" cy="610"/>
          </a:xfrm>
        </p:grpSpPr>
        <p:sp>
          <p:nvSpPr>
            <p:cNvPr id="11378" name="Line 24">
              <a:extLst>
                <a:ext uri="{FF2B5EF4-FFF2-40B4-BE49-F238E27FC236}">
                  <a16:creationId xmlns:a16="http://schemas.microsoft.com/office/drawing/2014/main" id="{4B91B92E-F8B8-433C-AE9C-268C29644A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26" y="720"/>
              <a:ext cx="62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79" name="Line 25">
              <a:extLst>
                <a:ext uri="{FF2B5EF4-FFF2-40B4-BE49-F238E27FC236}">
                  <a16:creationId xmlns:a16="http://schemas.microsoft.com/office/drawing/2014/main" id="{B4F2C486-2427-42A1-96FA-A08609AF25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26" y="960"/>
              <a:ext cx="62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80" name="Line 26">
              <a:extLst>
                <a:ext uri="{FF2B5EF4-FFF2-40B4-BE49-F238E27FC236}">
                  <a16:creationId xmlns:a16="http://schemas.microsoft.com/office/drawing/2014/main" id="{4A4A8B83-1F76-495F-8B0A-179B6FFA25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26" y="1200"/>
              <a:ext cx="62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1381" name="Object 27">
              <a:extLst>
                <a:ext uri="{FF2B5EF4-FFF2-40B4-BE49-F238E27FC236}">
                  <a16:creationId xmlns:a16="http://schemas.microsoft.com/office/drawing/2014/main" id="{259CFA04-BCD2-4BA2-A36D-A776359B5A3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72" y="912"/>
            <a:ext cx="246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47" name="公式" r:id="rId25" imgW="164957" imgH="190335" progId="Equation.3">
                    <p:embed/>
                  </p:oleObj>
                </mc:Choice>
                <mc:Fallback>
                  <p:oleObj name="公式" r:id="rId25" imgW="164957" imgH="190335" progId="Equation.3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72" y="912"/>
                          <a:ext cx="246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1382" name="Group 28">
              <a:extLst>
                <a:ext uri="{FF2B5EF4-FFF2-40B4-BE49-F238E27FC236}">
                  <a16:creationId xmlns:a16="http://schemas.microsoft.com/office/drawing/2014/main" id="{06E46EE7-BEA1-43B7-AC64-B02F6A5E7BD0}"/>
                </a:ext>
              </a:extLst>
            </p:cNvPr>
            <p:cNvGrpSpPr>
              <a:grpSpLocks/>
            </p:cNvGrpSpPr>
            <p:nvPr/>
          </p:nvGrpSpPr>
          <p:grpSpPr bwMode="auto">
            <a:xfrm flipH="1" flipV="1">
              <a:off x="5084" y="624"/>
              <a:ext cx="98" cy="610"/>
              <a:chOff x="624" y="2142"/>
              <a:chExt cx="98" cy="610"/>
            </a:xfrm>
          </p:grpSpPr>
          <p:sp>
            <p:nvSpPr>
              <p:cNvPr id="11385" name="Line 29">
                <a:extLst>
                  <a:ext uri="{FF2B5EF4-FFF2-40B4-BE49-F238E27FC236}">
                    <a16:creationId xmlns:a16="http://schemas.microsoft.com/office/drawing/2014/main" id="{F5607559-56D5-4607-8F98-B9C8F4BB6F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" y="2208"/>
                <a:ext cx="0" cy="528"/>
              </a:xfrm>
              <a:prstGeom prst="lin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86" name="Line 30">
                <a:extLst>
                  <a:ext uri="{FF2B5EF4-FFF2-40B4-BE49-F238E27FC236}">
                    <a16:creationId xmlns:a16="http://schemas.microsoft.com/office/drawing/2014/main" id="{5C1A0B5D-D02F-4ED2-AA25-C82239708A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2208"/>
                <a:ext cx="2" cy="528"/>
              </a:xfrm>
              <a:prstGeom prst="lin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1387" name="Group 31">
                <a:extLst>
                  <a:ext uri="{FF2B5EF4-FFF2-40B4-BE49-F238E27FC236}">
                    <a16:creationId xmlns:a16="http://schemas.microsoft.com/office/drawing/2014/main" id="{686BC6A5-851D-420B-87D8-52058BAA6AA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24" y="2656"/>
                <a:ext cx="96" cy="96"/>
                <a:chOff x="864" y="3216"/>
                <a:chExt cx="96" cy="96"/>
              </a:xfrm>
            </p:grpSpPr>
            <p:sp>
              <p:nvSpPr>
                <p:cNvPr id="11391" name="Oval 32">
                  <a:extLst>
                    <a:ext uri="{FF2B5EF4-FFF2-40B4-BE49-F238E27FC236}">
                      <a16:creationId xmlns:a16="http://schemas.microsoft.com/office/drawing/2014/main" id="{04CA55B8-9523-4C31-BF69-A2FA35EC16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64" y="3216"/>
                  <a:ext cx="96" cy="96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D6009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grpSp>
              <p:nvGrpSpPr>
                <p:cNvPr id="11392" name="Group 33">
                  <a:extLst>
                    <a:ext uri="{FF2B5EF4-FFF2-40B4-BE49-F238E27FC236}">
                      <a16:creationId xmlns:a16="http://schemas.microsoft.com/office/drawing/2014/main" id="{D791ED8D-74B0-41C7-BEAA-9DD0A4C5DB8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82" y="3232"/>
                  <a:ext cx="48" cy="56"/>
                  <a:chOff x="1152" y="3352"/>
                  <a:chExt cx="48" cy="56"/>
                </a:xfrm>
              </p:grpSpPr>
              <p:sp>
                <p:nvSpPr>
                  <p:cNvPr id="11393" name="Line 34">
                    <a:extLst>
                      <a:ext uri="{FF2B5EF4-FFF2-40B4-BE49-F238E27FC236}">
                        <a16:creationId xmlns:a16="http://schemas.microsoft.com/office/drawing/2014/main" id="{F9B316AB-CFDD-4B4B-8245-C9749096DA9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52" y="3360"/>
                    <a:ext cx="48" cy="48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394" name="Line 35">
                    <a:extLst>
                      <a:ext uri="{FF2B5EF4-FFF2-40B4-BE49-F238E27FC236}">
                        <a16:creationId xmlns:a16="http://schemas.microsoft.com/office/drawing/2014/main" id="{4328486F-F458-43BB-883C-332992FA992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152" y="3352"/>
                    <a:ext cx="48" cy="48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1388" name="Group 36">
                <a:extLst>
                  <a:ext uri="{FF2B5EF4-FFF2-40B4-BE49-F238E27FC236}">
                    <a16:creationId xmlns:a16="http://schemas.microsoft.com/office/drawing/2014/main" id="{8AF12D00-F7AE-4C33-84BA-AA176C98240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24" y="2142"/>
                <a:ext cx="96" cy="96"/>
                <a:chOff x="960" y="3024"/>
                <a:chExt cx="96" cy="96"/>
              </a:xfrm>
            </p:grpSpPr>
            <p:sp>
              <p:nvSpPr>
                <p:cNvPr id="11389" name="Oval 37">
                  <a:extLst>
                    <a:ext uri="{FF2B5EF4-FFF2-40B4-BE49-F238E27FC236}">
                      <a16:creationId xmlns:a16="http://schemas.microsoft.com/office/drawing/2014/main" id="{95AB52BF-7B48-4BD5-8C87-7ADC90BFBA0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0" y="3024"/>
                  <a:ext cx="96" cy="96"/>
                </a:xfrm>
                <a:prstGeom prst="ellipse">
                  <a:avLst/>
                </a:prstGeom>
                <a:noFill/>
                <a:ln w="28575">
                  <a:solidFill>
                    <a:srgbClr val="D6009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11390" name="Oval 38">
                  <a:extLst>
                    <a:ext uri="{FF2B5EF4-FFF2-40B4-BE49-F238E27FC236}">
                      <a16:creationId xmlns:a16="http://schemas.microsoft.com/office/drawing/2014/main" id="{CA2D037D-10A7-4414-A94F-3C6F10B791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78" y="3042"/>
                  <a:ext cx="48" cy="48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rgbClr val="D6009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</p:grpSp>
        </p:grpSp>
        <p:sp>
          <p:nvSpPr>
            <p:cNvPr id="11383" name="Line 39">
              <a:extLst>
                <a:ext uri="{FF2B5EF4-FFF2-40B4-BE49-F238E27FC236}">
                  <a16:creationId xmlns:a16="http://schemas.microsoft.com/office/drawing/2014/main" id="{B94CBE6A-37C8-421E-95B1-B4A322E301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846" y="994"/>
              <a:ext cx="240" cy="0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1384" name="Object 40">
              <a:extLst>
                <a:ext uri="{FF2B5EF4-FFF2-40B4-BE49-F238E27FC236}">
                  <a16:creationId xmlns:a16="http://schemas.microsoft.com/office/drawing/2014/main" id="{1138923A-F3FB-46E6-8976-C93CEAACD8F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82" y="834"/>
            <a:ext cx="337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48" name="公式" r:id="rId27" imgW="228600" imgH="228600" progId="Equation.3">
                    <p:embed/>
                  </p:oleObj>
                </mc:Choice>
                <mc:Fallback>
                  <p:oleObj name="公式" r:id="rId27" imgW="228600" imgH="228600" progId="Equation.3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82" y="834"/>
                          <a:ext cx="337" cy="3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0" name="Object 41">
            <a:extLst>
              <a:ext uri="{FF2B5EF4-FFF2-40B4-BE49-F238E27FC236}">
                <a16:creationId xmlns:a16="http://schemas.microsoft.com/office/drawing/2014/main" id="{0120AC56-5D40-47F8-9384-9409B4162C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15150" y="5510213"/>
          <a:ext cx="1539875" cy="37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49" name="公式" r:id="rId29" imgW="1930400" imgH="393700" progId="Equation.3">
                  <p:embed/>
                </p:oleObj>
              </mc:Choice>
              <mc:Fallback>
                <p:oleObj name="公式" r:id="rId29" imgW="1930400" imgH="393700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5150" y="5510213"/>
                        <a:ext cx="1539875" cy="373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1" name="Text Box 42">
            <a:extLst>
              <a:ext uri="{FF2B5EF4-FFF2-40B4-BE49-F238E27FC236}">
                <a16:creationId xmlns:a16="http://schemas.microsoft.com/office/drawing/2014/main" id="{0E1128B6-A6C9-418E-AE6C-1EE2E6F564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775" y="6318250"/>
            <a:ext cx="2438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非稳定平衡</a:t>
            </a:r>
            <a:endParaRPr kumimoji="1" lang="zh-CN" altLang="en-US" sz="240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132" name="Object 43">
            <a:extLst>
              <a:ext uri="{FF2B5EF4-FFF2-40B4-BE49-F238E27FC236}">
                <a16:creationId xmlns:a16="http://schemas.microsoft.com/office/drawing/2014/main" id="{06E60A34-ABEE-40A3-9241-E892D40326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71688" y="5538788"/>
          <a:ext cx="954087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50" name="Equation" r:id="rId31" imgW="1079032" imgH="393529" progId="Equation.DSMT4">
                  <p:embed/>
                </p:oleObj>
              </mc:Choice>
              <mc:Fallback>
                <p:oleObj name="Equation" r:id="rId31" imgW="1079032" imgH="393529" progId="Equation.DSMT4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1688" y="5538788"/>
                        <a:ext cx="954087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3" name="Group 44">
            <a:extLst>
              <a:ext uri="{FF2B5EF4-FFF2-40B4-BE49-F238E27FC236}">
                <a16:creationId xmlns:a16="http://schemas.microsoft.com/office/drawing/2014/main" id="{718B6052-D374-4989-9CB6-4EF05961F953}"/>
              </a:ext>
            </a:extLst>
          </p:cNvPr>
          <p:cNvGrpSpPr>
            <a:grpSpLocks/>
          </p:cNvGrpSpPr>
          <p:nvPr/>
        </p:nvGrpSpPr>
        <p:grpSpPr bwMode="auto">
          <a:xfrm>
            <a:off x="1909763" y="4291013"/>
            <a:ext cx="1585912" cy="1150937"/>
            <a:chOff x="576" y="715"/>
            <a:chExt cx="999" cy="725"/>
          </a:xfrm>
        </p:grpSpPr>
        <p:sp>
          <p:nvSpPr>
            <p:cNvPr id="11360" name="Line 45">
              <a:extLst>
                <a:ext uri="{FF2B5EF4-FFF2-40B4-BE49-F238E27FC236}">
                  <a16:creationId xmlns:a16="http://schemas.microsoft.com/office/drawing/2014/main" id="{CD263D89-ECDD-4025-92AF-AA1652A0EC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877"/>
              <a:ext cx="62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61" name="Line 46">
              <a:extLst>
                <a:ext uri="{FF2B5EF4-FFF2-40B4-BE49-F238E27FC236}">
                  <a16:creationId xmlns:a16="http://schemas.microsoft.com/office/drawing/2014/main" id="{B77DD22C-1574-4990-AF8F-8A3CEF1FD4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1117"/>
              <a:ext cx="62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62" name="Line 47">
              <a:extLst>
                <a:ext uri="{FF2B5EF4-FFF2-40B4-BE49-F238E27FC236}">
                  <a16:creationId xmlns:a16="http://schemas.microsoft.com/office/drawing/2014/main" id="{8733E3C3-9404-44F2-9C37-E251C7EDE2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1357"/>
              <a:ext cx="62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1363" name="Object 48">
              <a:extLst>
                <a:ext uri="{FF2B5EF4-FFF2-40B4-BE49-F238E27FC236}">
                  <a16:creationId xmlns:a16="http://schemas.microsoft.com/office/drawing/2014/main" id="{D8797BBD-A2AE-4D2A-829B-AD3EB687D3E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00" y="1155"/>
            <a:ext cx="246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51" name="公式" r:id="rId33" imgW="164957" imgH="190335" progId="Equation.3">
                    <p:embed/>
                  </p:oleObj>
                </mc:Choice>
                <mc:Fallback>
                  <p:oleObj name="公式" r:id="rId33" imgW="164957" imgH="190335" progId="Equation.3">
                    <p:embed/>
                    <p:pic>
                      <p:nvPicPr>
                        <p:cNvPr id="0" name="Object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" y="1155"/>
                          <a:ext cx="246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364" name="Line 49">
              <a:extLst>
                <a:ext uri="{FF2B5EF4-FFF2-40B4-BE49-F238E27FC236}">
                  <a16:creationId xmlns:a16="http://schemas.microsoft.com/office/drawing/2014/main" id="{864488D6-3115-47F4-B424-18169C21FC4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1516731">
              <a:off x="907" y="1038"/>
              <a:ext cx="384" cy="0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1365" name="Object 50">
              <a:extLst>
                <a:ext uri="{FF2B5EF4-FFF2-40B4-BE49-F238E27FC236}">
                  <a16:creationId xmlns:a16="http://schemas.microsoft.com/office/drawing/2014/main" id="{D9A10243-CF38-41F0-9559-5EAD93D739A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39" y="715"/>
            <a:ext cx="336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52" name="公式" r:id="rId34" imgW="228600" imgH="228600" progId="Equation.3">
                    <p:embed/>
                  </p:oleObj>
                </mc:Choice>
                <mc:Fallback>
                  <p:oleObj name="公式" r:id="rId34" imgW="228600" imgH="228600" progId="Equation.3">
                    <p:embed/>
                    <p:pic>
                      <p:nvPicPr>
                        <p:cNvPr id="0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39" y="715"/>
                          <a:ext cx="336" cy="3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1366" name="Group 51">
              <a:extLst>
                <a:ext uri="{FF2B5EF4-FFF2-40B4-BE49-F238E27FC236}">
                  <a16:creationId xmlns:a16="http://schemas.microsoft.com/office/drawing/2014/main" id="{8A9F3D90-5326-482F-B8D4-EA3308336A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2" y="852"/>
              <a:ext cx="336" cy="588"/>
              <a:chOff x="722" y="778"/>
              <a:chExt cx="336" cy="588"/>
            </a:xfrm>
          </p:grpSpPr>
          <p:sp>
            <p:nvSpPr>
              <p:cNvPr id="11367" name="Line 52">
                <a:extLst>
                  <a:ext uri="{FF2B5EF4-FFF2-40B4-BE49-F238E27FC236}">
                    <a16:creationId xmlns:a16="http://schemas.microsoft.com/office/drawing/2014/main" id="{4D212761-0FB5-48C5-962A-2C4A9D0D9A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1516731">
                <a:off x="847" y="838"/>
                <a:ext cx="0" cy="528"/>
              </a:xfrm>
              <a:prstGeom prst="lin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68" name="Line 53">
                <a:extLst>
                  <a:ext uri="{FF2B5EF4-FFF2-40B4-BE49-F238E27FC236}">
                    <a16:creationId xmlns:a16="http://schemas.microsoft.com/office/drawing/2014/main" id="{A6DD5A6E-D756-432E-BA09-5575049B8A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1516731">
                <a:off x="934" y="796"/>
                <a:ext cx="2" cy="528"/>
              </a:xfrm>
              <a:prstGeom prst="lin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1369" name="Group 54">
                <a:extLst>
                  <a:ext uri="{FF2B5EF4-FFF2-40B4-BE49-F238E27FC236}">
                    <a16:creationId xmlns:a16="http://schemas.microsoft.com/office/drawing/2014/main" id="{538DAEE9-7B2B-40D2-A051-2A422A65B70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-1516731">
                <a:off x="952" y="1246"/>
                <a:ext cx="96" cy="96"/>
                <a:chOff x="864" y="3216"/>
                <a:chExt cx="96" cy="96"/>
              </a:xfrm>
            </p:grpSpPr>
            <p:sp>
              <p:nvSpPr>
                <p:cNvPr id="11374" name="Oval 55">
                  <a:extLst>
                    <a:ext uri="{FF2B5EF4-FFF2-40B4-BE49-F238E27FC236}">
                      <a16:creationId xmlns:a16="http://schemas.microsoft.com/office/drawing/2014/main" id="{50EE4BD5-7CDF-48A1-A803-474E9B6BCB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64" y="3216"/>
                  <a:ext cx="96" cy="96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D6009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grpSp>
              <p:nvGrpSpPr>
                <p:cNvPr id="11375" name="Group 56">
                  <a:extLst>
                    <a:ext uri="{FF2B5EF4-FFF2-40B4-BE49-F238E27FC236}">
                      <a16:creationId xmlns:a16="http://schemas.microsoft.com/office/drawing/2014/main" id="{2EB84B23-F447-43FF-B617-19152E1C74A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82" y="3232"/>
                  <a:ext cx="48" cy="56"/>
                  <a:chOff x="1152" y="3352"/>
                  <a:chExt cx="48" cy="56"/>
                </a:xfrm>
              </p:grpSpPr>
              <p:sp>
                <p:nvSpPr>
                  <p:cNvPr id="11376" name="Line 57">
                    <a:extLst>
                      <a:ext uri="{FF2B5EF4-FFF2-40B4-BE49-F238E27FC236}">
                        <a16:creationId xmlns:a16="http://schemas.microsoft.com/office/drawing/2014/main" id="{A4863934-62BB-450F-A05C-50A51FD0AF7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52" y="3360"/>
                    <a:ext cx="48" cy="48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377" name="Line 58">
                    <a:extLst>
                      <a:ext uri="{FF2B5EF4-FFF2-40B4-BE49-F238E27FC236}">
                        <a16:creationId xmlns:a16="http://schemas.microsoft.com/office/drawing/2014/main" id="{D61C199F-5B7C-4419-9BEE-8D3A831C308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152" y="3352"/>
                    <a:ext cx="48" cy="48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1370" name="Group 59">
                <a:extLst>
                  <a:ext uri="{FF2B5EF4-FFF2-40B4-BE49-F238E27FC236}">
                    <a16:creationId xmlns:a16="http://schemas.microsoft.com/office/drawing/2014/main" id="{BF342160-D803-4CE0-8D42-FA098D42C0F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-1516731">
                <a:off x="722" y="778"/>
                <a:ext cx="96" cy="96"/>
                <a:chOff x="960" y="3024"/>
                <a:chExt cx="96" cy="96"/>
              </a:xfrm>
            </p:grpSpPr>
            <p:sp>
              <p:nvSpPr>
                <p:cNvPr id="11372" name="Oval 60">
                  <a:extLst>
                    <a:ext uri="{FF2B5EF4-FFF2-40B4-BE49-F238E27FC236}">
                      <a16:creationId xmlns:a16="http://schemas.microsoft.com/office/drawing/2014/main" id="{FAADE5B7-09EC-498B-9FF1-4A3B265E3D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0" y="3024"/>
                  <a:ext cx="96" cy="96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D6009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11373" name="Oval 61">
                  <a:extLst>
                    <a:ext uri="{FF2B5EF4-FFF2-40B4-BE49-F238E27FC236}">
                      <a16:creationId xmlns:a16="http://schemas.microsoft.com/office/drawing/2014/main" id="{E8B041B0-68D4-49C3-9B81-3BD950788A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78" y="3042"/>
                  <a:ext cx="48" cy="48"/>
                </a:xfrm>
                <a:prstGeom prst="ellipse">
                  <a:avLst/>
                </a:prstGeom>
                <a:solidFill>
                  <a:schemeClr val="tx1"/>
                </a:solidFill>
                <a:ln w="28575">
                  <a:solidFill>
                    <a:srgbClr val="D6009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</p:grpSp>
          <p:sp>
            <p:nvSpPr>
              <p:cNvPr id="11371" name="Line 62">
                <a:extLst>
                  <a:ext uri="{FF2B5EF4-FFF2-40B4-BE49-F238E27FC236}">
                    <a16:creationId xmlns:a16="http://schemas.microsoft.com/office/drawing/2014/main" id="{1930789B-EE8F-4447-B3A3-48E954DCD9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8" y="1066"/>
                <a:ext cx="0" cy="48"/>
              </a:xfrm>
              <a:prstGeom prst="lin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152" name="Object 63">
            <a:extLst>
              <a:ext uri="{FF2B5EF4-FFF2-40B4-BE49-F238E27FC236}">
                <a16:creationId xmlns:a16="http://schemas.microsoft.com/office/drawing/2014/main" id="{FF1F78B4-580D-476F-A1F8-7E953975FC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08400" y="5535613"/>
          <a:ext cx="903288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53" name="Equation" r:id="rId36" imgW="1054100" imgH="393700" progId="Equation.DSMT4">
                  <p:embed/>
                </p:oleObj>
              </mc:Choice>
              <mc:Fallback>
                <p:oleObj name="Equation" r:id="rId36" imgW="1054100" imgH="393700" progId="Equation.DSMT4">
                  <p:embed/>
                  <p:pic>
                    <p:nvPicPr>
                      <p:cNvPr id="0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5535613"/>
                        <a:ext cx="903288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3" name="Group 64">
            <a:extLst>
              <a:ext uri="{FF2B5EF4-FFF2-40B4-BE49-F238E27FC236}">
                <a16:creationId xmlns:a16="http://schemas.microsoft.com/office/drawing/2014/main" id="{B275F3B2-DA95-4286-9951-0B2E59CFF128}"/>
              </a:ext>
            </a:extLst>
          </p:cNvPr>
          <p:cNvGrpSpPr>
            <a:grpSpLocks/>
          </p:cNvGrpSpPr>
          <p:nvPr/>
        </p:nvGrpSpPr>
        <p:grpSpPr bwMode="auto">
          <a:xfrm>
            <a:off x="3606800" y="4022725"/>
            <a:ext cx="1457325" cy="1354138"/>
            <a:chOff x="1632" y="440"/>
            <a:chExt cx="918" cy="853"/>
          </a:xfrm>
        </p:grpSpPr>
        <p:sp>
          <p:nvSpPr>
            <p:cNvPr id="11342" name="Line 65">
              <a:extLst>
                <a:ext uri="{FF2B5EF4-FFF2-40B4-BE49-F238E27FC236}">
                  <a16:creationId xmlns:a16="http://schemas.microsoft.com/office/drawing/2014/main" id="{07D44905-AECC-46C6-A90C-22319E3669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760"/>
              <a:ext cx="62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43" name="Line 66">
              <a:extLst>
                <a:ext uri="{FF2B5EF4-FFF2-40B4-BE49-F238E27FC236}">
                  <a16:creationId xmlns:a16="http://schemas.microsoft.com/office/drawing/2014/main" id="{E2786338-8A98-4A23-B22B-1BB4C5833E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1248"/>
              <a:ext cx="62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44" name="Line 67">
              <a:extLst>
                <a:ext uri="{FF2B5EF4-FFF2-40B4-BE49-F238E27FC236}">
                  <a16:creationId xmlns:a16="http://schemas.microsoft.com/office/drawing/2014/main" id="{67D4C65A-EDB6-460F-8DB9-CBB2796C51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1008"/>
              <a:ext cx="62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1345" name="Object 68">
              <a:extLst>
                <a:ext uri="{FF2B5EF4-FFF2-40B4-BE49-F238E27FC236}">
                  <a16:creationId xmlns:a16="http://schemas.microsoft.com/office/drawing/2014/main" id="{47CD8EA3-30A3-4A3F-870D-CE7C243340D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04" y="1008"/>
            <a:ext cx="246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54" name="公式" r:id="rId38" imgW="164957" imgH="190335" progId="Equation.3">
                    <p:embed/>
                  </p:oleObj>
                </mc:Choice>
                <mc:Fallback>
                  <p:oleObj name="公式" r:id="rId38" imgW="164957" imgH="190335" progId="Equation.3">
                    <p:embed/>
                    <p:pic>
                      <p:nvPicPr>
                        <p:cNvPr id="0" name="Object 6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4" y="1008"/>
                          <a:ext cx="246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346" name="Object 69">
              <a:extLst>
                <a:ext uri="{FF2B5EF4-FFF2-40B4-BE49-F238E27FC236}">
                  <a16:creationId xmlns:a16="http://schemas.microsoft.com/office/drawing/2014/main" id="{6421F846-029B-4307-816C-F03026E6D0C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84" y="440"/>
            <a:ext cx="337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55" name="公式" r:id="rId39" imgW="228600" imgH="228600" progId="Equation.3">
                    <p:embed/>
                  </p:oleObj>
                </mc:Choice>
                <mc:Fallback>
                  <p:oleObj name="公式" r:id="rId39" imgW="228600" imgH="228600" progId="Equation.3">
                    <p:embed/>
                    <p:pic>
                      <p:nvPicPr>
                        <p:cNvPr id="0" name="Object 6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4" y="440"/>
                          <a:ext cx="337" cy="3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1347" name="Group 70">
              <a:extLst>
                <a:ext uri="{FF2B5EF4-FFF2-40B4-BE49-F238E27FC236}">
                  <a16:creationId xmlns:a16="http://schemas.microsoft.com/office/drawing/2014/main" id="{5610848E-4C19-4973-B2E0-75E71ED0B401}"/>
                </a:ext>
              </a:extLst>
            </p:cNvPr>
            <p:cNvGrpSpPr>
              <a:grpSpLocks/>
            </p:cNvGrpSpPr>
            <p:nvPr/>
          </p:nvGrpSpPr>
          <p:grpSpPr bwMode="auto">
            <a:xfrm rot="-3900281">
              <a:off x="1806" y="690"/>
              <a:ext cx="336" cy="588"/>
              <a:chOff x="2498" y="634"/>
              <a:chExt cx="336" cy="588"/>
            </a:xfrm>
          </p:grpSpPr>
          <p:sp>
            <p:nvSpPr>
              <p:cNvPr id="11349" name="Line 71">
                <a:extLst>
                  <a:ext uri="{FF2B5EF4-FFF2-40B4-BE49-F238E27FC236}">
                    <a16:creationId xmlns:a16="http://schemas.microsoft.com/office/drawing/2014/main" id="{E9BF494A-7440-4EE2-9BAA-48281293B4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1516731">
                <a:off x="2623" y="694"/>
                <a:ext cx="0" cy="528"/>
              </a:xfrm>
              <a:prstGeom prst="lin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50" name="Line 72">
                <a:extLst>
                  <a:ext uri="{FF2B5EF4-FFF2-40B4-BE49-F238E27FC236}">
                    <a16:creationId xmlns:a16="http://schemas.microsoft.com/office/drawing/2014/main" id="{B8571776-6D37-4A7D-BE33-6E3B5B1368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1516731">
                <a:off x="2710" y="652"/>
                <a:ext cx="2" cy="528"/>
              </a:xfrm>
              <a:prstGeom prst="lin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1351" name="Group 73">
                <a:extLst>
                  <a:ext uri="{FF2B5EF4-FFF2-40B4-BE49-F238E27FC236}">
                    <a16:creationId xmlns:a16="http://schemas.microsoft.com/office/drawing/2014/main" id="{274EA2BE-B89D-4E30-8959-E2E8AB27E91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-1516731">
                <a:off x="2728" y="1102"/>
                <a:ext cx="96" cy="96"/>
                <a:chOff x="864" y="3216"/>
                <a:chExt cx="96" cy="96"/>
              </a:xfrm>
            </p:grpSpPr>
            <p:sp>
              <p:nvSpPr>
                <p:cNvPr id="11356" name="Oval 74">
                  <a:extLst>
                    <a:ext uri="{FF2B5EF4-FFF2-40B4-BE49-F238E27FC236}">
                      <a16:creationId xmlns:a16="http://schemas.microsoft.com/office/drawing/2014/main" id="{E404B2D0-4111-4E0B-815B-49637516F8B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64" y="3216"/>
                  <a:ext cx="96" cy="96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D6009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grpSp>
              <p:nvGrpSpPr>
                <p:cNvPr id="11357" name="Group 75">
                  <a:extLst>
                    <a:ext uri="{FF2B5EF4-FFF2-40B4-BE49-F238E27FC236}">
                      <a16:creationId xmlns:a16="http://schemas.microsoft.com/office/drawing/2014/main" id="{CABCDB3E-9C4C-4F2C-B9F2-C557C027742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82" y="3232"/>
                  <a:ext cx="48" cy="56"/>
                  <a:chOff x="1152" y="3352"/>
                  <a:chExt cx="48" cy="56"/>
                </a:xfrm>
              </p:grpSpPr>
              <p:sp>
                <p:nvSpPr>
                  <p:cNvPr id="11358" name="Line 76">
                    <a:extLst>
                      <a:ext uri="{FF2B5EF4-FFF2-40B4-BE49-F238E27FC236}">
                        <a16:creationId xmlns:a16="http://schemas.microsoft.com/office/drawing/2014/main" id="{23D08E3C-EF45-492A-AE9E-477805CB88D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52" y="3360"/>
                    <a:ext cx="48" cy="48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359" name="Line 77">
                    <a:extLst>
                      <a:ext uri="{FF2B5EF4-FFF2-40B4-BE49-F238E27FC236}">
                        <a16:creationId xmlns:a16="http://schemas.microsoft.com/office/drawing/2014/main" id="{4DCEA8A9-DEEB-4652-A6E2-E62F314BF94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152" y="3352"/>
                    <a:ext cx="48" cy="48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1352" name="Group 78">
                <a:extLst>
                  <a:ext uri="{FF2B5EF4-FFF2-40B4-BE49-F238E27FC236}">
                    <a16:creationId xmlns:a16="http://schemas.microsoft.com/office/drawing/2014/main" id="{BA18100E-383E-4EC1-9947-EB603A36132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-1516731">
                <a:off x="2498" y="634"/>
                <a:ext cx="96" cy="96"/>
                <a:chOff x="960" y="3024"/>
                <a:chExt cx="96" cy="96"/>
              </a:xfrm>
            </p:grpSpPr>
            <p:sp>
              <p:nvSpPr>
                <p:cNvPr id="11354" name="Oval 79">
                  <a:extLst>
                    <a:ext uri="{FF2B5EF4-FFF2-40B4-BE49-F238E27FC236}">
                      <a16:creationId xmlns:a16="http://schemas.microsoft.com/office/drawing/2014/main" id="{9E8F0F53-3328-45FA-9983-6A67C32CDD1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0" y="3024"/>
                  <a:ext cx="96" cy="96"/>
                </a:xfrm>
                <a:prstGeom prst="ellipse">
                  <a:avLst/>
                </a:prstGeom>
                <a:noFill/>
                <a:ln w="28575">
                  <a:solidFill>
                    <a:srgbClr val="D6009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11355" name="Oval 80">
                  <a:extLst>
                    <a:ext uri="{FF2B5EF4-FFF2-40B4-BE49-F238E27FC236}">
                      <a16:creationId xmlns:a16="http://schemas.microsoft.com/office/drawing/2014/main" id="{AC6E3A97-3EE9-4A52-A03B-1CAA63D16A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78" y="3042"/>
                  <a:ext cx="48" cy="48"/>
                </a:xfrm>
                <a:prstGeom prst="ellipse">
                  <a:avLst/>
                </a:prstGeom>
                <a:solidFill>
                  <a:schemeClr val="tx1"/>
                </a:solidFill>
                <a:ln w="28575">
                  <a:solidFill>
                    <a:srgbClr val="D6009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</p:grpSp>
          <p:sp>
            <p:nvSpPr>
              <p:cNvPr id="11353" name="Line 81">
                <a:extLst>
                  <a:ext uri="{FF2B5EF4-FFF2-40B4-BE49-F238E27FC236}">
                    <a16:creationId xmlns:a16="http://schemas.microsoft.com/office/drawing/2014/main" id="{D237B0D8-3B74-4A02-992B-386F0046BA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34" y="922"/>
                <a:ext cx="0" cy="48"/>
              </a:xfrm>
              <a:prstGeom prst="lin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348" name="Line 82">
              <a:extLst>
                <a:ext uri="{FF2B5EF4-FFF2-40B4-BE49-F238E27FC236}">
                  <a16:creationId xmlns:a16="http://schemas.microsoft.com/office/drawing/2014/main" id="{835A753C-CAB4-4A07-85D4-B4C3D3017F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702"/>
              <a:ext cx="0" cy="240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72" name="Object 83">
            <a:extLst>
              <a:ext uri="{FF2B5EF4-FFF2-40B4-BE49-F238E27FC236}">
                <a16:creationId xmlns:a16="http://schemas.microsoft.com/office/drawing/2014/main" id="{FF5538D4-56BB-4B2B-93F1-818AABB2F5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00688" y="5438775"/>
          <a:ext cx="1020762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56" name="Equation" r:id="rId41" imgW="1104421" imgH="495085" progId="Equation.DSMT4">
                  <p:embed/>
                </p:oleObj>
              </mc:Choice>
              <mc:Fallback>
                <p:oleObj name="Equation" r:id="rId41" imgW="1104421" imgH="495085" progId="Equation.DSMT4">
                  <p:embed/>
                  <p:pic>
                    <p:nvPicPr>
                      <p:cNvPr id="0" name="Object 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0688" y="5438775"/>
                        <a:ext cx="1020762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3" name="Group 84">
            <a:extLst>
              <a:ext uri="{FF2B5EF4-FFF2-40B4-BE49-F238E27FC236}">
                <a16:creationId xmlns:a16="http://schemas.microsoft.com/office/drawing/2014/main" id="{7FCC3B24-4B8A-4221-A2A3-6572A226E443}"/>
              </a:ext>
            </a:extLst>
          </p:cNvPr>
          <p:cNvGrpSpPr>
            <a:grpSpLocks/>
          </p:cNvGrpSpPr>
          <p:nvPr/>
        </p:nvGrpSpPr>
        <p:grpSpPr bwMode="auto">
          <a:xfrm>
            <a:off x="4864100" y="4273550"/>
            <a:ext cx="1912938" cy="1125538"/>
            <a:chOff x="3409" y="494"/>
            <a:chExt cx="1205" cy="709"/>
          </a:xfrm>
        </p:grpSpPr>
        <p:sp>
          <p:nvSpPr>
            <p:cNvPr id="11324" name="Line 85">
              <a:extLst>
                <a:ext uri="{FF2B5EF4-FFF2-40B4-BE49-F238E27FC236}">
                  <a16:creationId xmlns:a16="http://schemas.microsoft.com/office/drawing/2014/main" id="{3348AB80-90B3-4CF1-A97E-D24B77FA76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1" y="640"/>
              <a:ext cx="62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25" name="Line 86">
              <a:extLst>
                <a:ext uri="{FF2B5EF4-FFF2-40B4-BE49-F238E27FC236}">
                  <a16:creationId xmlns:a16="http://schemas.microsoft.com/office/drawing/2014/main" id="{339B494C-B747-4EEC-97C6-D31B8E21DB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1" y="880"/>
              <a:ext cx="62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26" name="Line 87">
              <a:extLst>
                <a:ext uri="{FF2B5EF4-FFF2-40B4-BE49-F238E27FC236}">
                  <a16:creationId xmlns:a16="http://schemas.microsoft.com/office/drawing/2014/main" id="{67915081-0FE2-4A5F-A0AB-80C53C55B2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1" y="1120"/>
              <a:ext cx="62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1327" name="Object 88">
              <a:extLst>
                <a:ext uri="{FF2B5EF4-FFF2-40B4-BE49-F238E27FC236}">
                  <a16:creationId xmlns:a16="http://schemas.microsoft.com/office/drawing/2014/main" id="{C4B95B13-C7CA-4E96-8BFE-8B0425E7EA3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68" y="918"/>
            <a:ext cx="246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57" name="公式" r:id="rId43" imgW="164957" imgH="190335" progId="Equation.3">
                    <p:embed/>
                  </p:oleObj>
                </mc:Choice>
                <mc:Fallback>
                  <p:oleObj name="公式" r:id="rId43" imgW="164957" imgH="190335" progId="Equation.3">
                    <p:embed/>
                    <p:pic>
                      <p:nvPicPr>
                        <p:cNvPr id="0" name="Object 8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918"/>
                          <a:ext cx="246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328" name="Object 89">
              <a:extLst>
                <a:ext uri="{FF2B5EF4-FFF2-40B4-BE49-F238E27FC236}">
                  <a16:creationId xmlns:a16="http://schemas.microsoft.com/office/drawing/2014/main" id="{1D09D05F-C91F-4566-9848-04A5FA9073B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09" y="494"/>
            <a:ext cx="336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58" name="公式" r:id="rId44" imgW="228600" imgH="228600" progId="Equation.3">
                    <p:embed/>
                  </p:oleObj>
                </mc:Choice>
                <mc:Fallback>
                  <p:oleObj name="公式" r:id="rId44" imgW="228600" imgH="228600" progId="Equation.3">
                    <p:embed/>
                    <p:pic>
                      <p:nvPicPr>
                        <p:cNvPr id="0" name="Object 8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9" y="494"/>
                          <a:ext cx="336" cy="3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1329" name="Group 91">
              <a:extLst>
                <a:ext uri="{FF2B5EF4-FFF2-40B4-BE49-F238E27FC236}">
                  <a16:creationId xmlns:a16="http://schemas.microsoft.com/office/drawing/2014/main" id="{8268661D-4CF3-482A-BB16-E6B1B06FB264}"/>
                </a:ext>
              </a:extLst>
            </p:cNvPr>
            <p:cNvGrpSpPr>
              <a:grpSpLocks/>
            </p:cNvGrpSpPr>
            <p:nvPr/>
          </p:nvGrpSpPr>
          <p:grpSpPr bwMode="auto">
            <a:xfrm rot="3034223">
              <a:off x="4031" y="627"/>
              <a:ext cx="232" cy="593"/>
              <a:chOff x="4282" y="629"/>
              <a:chExt cx="232" cy="593"/>
            </a:xfrm>
          </p:grpSpPr>
          <p:sp>
            <p:nvSpPr>
              <p:cNvPr id="11331" name="Line 92">
                <a:extLst>
                  <a:ext uri="{FF2B5EF4-FFF2-40B4-BE49-F238E27FC236}">
                    <a16:creationId xmlns:a16="http://schemas.microsoft.com/office/drawing/2014/main" id="{AF4DEBF0-02D5-48D9-A3E9-DC621FD0F7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1516731">
                <a:off x="4303" y="694"/>
                <a:ext cx="0" cy="528"/>
              </a:xfrm>
              <a:prstGeom prst="lin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32" name="Line 93">
                <a:extLst>
                  <a:ext uri="{FF2B5EF4-FFF2-40B4-BE49-F238E27FC236}">
                    <a16:creationId xmlns:a16="http://schemas.microsoft.com/office/drawing/2014/main" id="{E1DCFD7D-836E-4A72-B3AB-B0A44DCC5F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1516731">
                <a:off x="4390" y="652"/>
                <a:ext cx="2" cy="528"/>
              </a:xfrm>
              <a:prstGeom prst="lin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1333" name="Group 94">
                <a:extLst>
                  <a:ext uri="{FF2B5EF4-FFF2-40B4-BE49-F238E27FC236}">
                    <a16:creationId xmlns:a16="http://schemas.microsoft.com/office/drawing/2014/main" id="{B2F95841-8173-468B-B182-5FF26BBCBBC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-1516731">
                <a:off x="4302" y="647"/>
                <a:ext cx="96" cy="561"/>
                <a:chOff x="864" y="2751"/>
                <a:chExt cx="96" cy="561"/>
              </a:xfrm>
            </p:grpSpPr>
            <p:sp>
              <p:nvSpPr>
                <p:cNvPr id="11338" name="Oval 95">
                  <a:extLst>
                    <a:ext uri="{FF2B5EF4-FFF2-40B4-BE49-F238E27FC236}">
                      <a16:creationId xmlns:a16="http://schemas.microsoft.com/office/drawing/2014/main" id="{E52B9125-BF5C-422F-892D-E1FA76466D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64" y="3216"/>
                  <a:ext cx="96" cy="96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D6009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grpSp>
              <p:nvGrpSpPr>
                <p:cNvPr id="11339" name="Group 96">
                  <a:extLst>
                    <a:ext uri="{FF2B5EF4-FFF2-40B4-BE49-F238E27FC236}">
                      <a16:creationId xmlns:a16="http://schemas.microsoft.com/office/drawing/2014/main" id="{53583E3E-E1BA-473C-A77B-BB514CCDA3A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73" y="2751"/>
                  <a:ext cx="57" cy="52"/>
                  <a:chOff x="1143" y="2871"/>
                  <a:chExt cx="57" cy="52"/>
                </a:xfrm>
              </p:grpSpPr>
              <p:sp>
                <p:nvSpPr>
                  <p:cNvPr id="11340" name="Line 97">
                    <a:extLst>
                      <a:ext uri="{FF2B5EF4-FFF2-40B4-BE49-F238E27FC236}">
                        <a16:creationId xmlns:a16="http://schemas.microsoft.com/office/drawing/2014/main" id="{0B028CC3-FA3A-415D-ACD2-C4A9D2E599B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52" y="2875"/>
                    <a:ext cx="48" cy="48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341" name="Line 98">
                    <a:extLst>
                      <a:ext uri="{FF2B5EF4-FFF2-40B4-BE49-F238E27FC236}">
                        <a16:creationId xmlns:a16="http://schemas.microsoft.com/office/drawing/2014/main" id="{A7BCCD1B-7470-41FA-8030-7C9BFC9C639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143" y="2871"/>
                    <a:ext cx="48" cy="48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1334" name="Group 99">
                <a:extLst>
                  <a:ext uri="{FF2B5EF4-FFF2-40B4-BE49-F238E27FC236}">
                    <a16:creationId xmlns:a16="http://schemas.microsoft.com/office/drawing/2014/main" id="{672C88AA-4182-4F65-AF98-60A76047A27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-1516731">
                <a:off x="4282" y="629"/>
                <a:ext cx="96" cy="556"/>
                <a:chOff x="960" y="3024"/>
                <a:chExt cx="96" cy="556"/>
              </a:xfrm>
            </p:grpSpPr>
            <p:sp>
              <p:nvSpPr>
                <p:cNvPr id="11336" name="Oval 100">
                  <a:extLst>
                    <a:ext uri="{FF2B5EF4-FFF2-40B4-BE49-F238E27FC236}">
                      <a16:creationId xmlns:a16="http://schemas.microsoft.com/office/drawing/2014/main" id="{CAD7E50B-AB4E-4A1F-9D7E-E04137706B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0" y="3024"/>
                  <a:ext cx="96" cy="96"/>
                </a:xfrm>
                <a:prstGeom prst="ellipse">
                  <a:avLst/>
                </a:prstGeom>
                <a:noFill/>
                <a:ln w="28575">
                  <a:solidFill>
                    <a:srgbClr val="D6009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11337" name="Oval 101">
                  <a:extLst>
                    <a:ext uri="{FF2B5EF4-FFF2-40B4-BE49-F238E27FC236}">
                      <a16:creationId xmlns:a16="http://schemas.microsoft.com/office/drawing/2014/main" id="{263A85E9-2DAE-4456-A9E9-FBCA3423094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91" y="3532"/>
                  <a:ext cx="48" cy="48"/>
                </a:xfrm>
                <a:prstGeom prst="ellipse">
                  <a:avLst/>
                </a:prstGeom>
                <a:solidFill>
                  <a:schemeClr val="tx1"/>
                </a:solidFill>
                <a:ln w="28575">
                  <a:solidFill>
                    <a:srgbClr val="D6009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</p:grpSp>
          <p:sp>
            <p:nvSpPr>
              <p:cNvPr id="11335" name="Line 102">
                <a:extLst>
                  <a:ext uri="{FF2B5EF4-FFF2-40B4-BE49-F238E27FC236}">
                    <a16:creationId xmlns:a16="http://schemas.microsoft.com/office/drawing/2014/main" id="{70128052-A7C8-450E-B4EE-E78B853B91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14" y="922"/>
                <a:ext cx="0" cy="48"/>
              </a:xfrm>
              <a:prstGeom prst="lin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330" name="Line 103">
              <a:extLst>
                <a:ext uri="{FF2B5EF4-FFF2-40B4-BE49-F238E27FC236}">
                  <a16:creationId xmlns:a16="http://schemas.microsoft.com/office/drawing/2014/main" id="{E59BD3DD-481A-4778-9C87-F9E4B564CA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3" y="678"/>
              <a:ext cx="336" cy="192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92" name="Object 105">
            <a:extLst>
              <a:ext uri="{FF2B5EF4-FFF2-40B4-BE49-F238E27FC236}">
                <a16:creationId xmlns:a16="http://schemas.microsoft.com/office/drawing/2014/main" id="{62C06E4A-1179-4308-A604-A57607689D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5763" y="5883275"/>
          <a:ext cx="100171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59" name="公式" r:id="rId46" imgW="1040948" imgH="444307" progId="Equation.3">
                  <p:embed/>
                </p:oleObj>
              </mc:Choice>
              <mc:Fallback>
                <p:oleObj name="公式" r:id="rId46" imgW="1040948" imgH="444307" progId="Equation.3">
                  <p:embed/>
                  <p:pic>
                    <p:nvPicPr>
                      <p:cNvPr id="0" name="Object 1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763" y="5883275"/>
                        <a:ext cx="1001712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3" name="Group 106">
            <a:extLst>
              <a:ext uri="{FF2B5EF4-FFF2-40B4-BE49-F238E27FC236}">
                <a16:creationId xmlns:a16="http://schemas.microsoft.com/office/drawing/2014/main" id="{B91AA314-0D8A-4408-B3DE-9D7751513FC2}"/>
              </a:ext>
            </a:extLst>
          </p:cNvPr>
          <p:cNvGrpSpPr>
            <a:grpSpLocks/>
          </p:cNvGrpSpPr>
          <p:nvPr/>
        </p:nvGrpSpPr>
        <p:grpSpPr bwMode="auto">
          <a:xfrm>
            <a:off x="238125" y="4371975"/>
            <a:ext cx="1408113" cy="1138238"/>
            <a:chOff x="384" y="528"/>
            <a:chExt cx="887" cy="717"/>
          </a:xfrm>
        </p:grpSpPr>
        <p:sp>
          <p:nvSpPr>
            <p:cNvPr id="11307" name="Line 107">
              <a:extLst>
                <a:ext uri="{FF2B5EF4-FFF2-40B4-BE49-F238E27FC236}">
                  <a16:creationId xmlns:a16="http://schemas.microsoft.com/office/drawing/2014/main" id="{FE31FE84-06B6-45D4-A2B3-C36F60FF57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624"/>
              <a:ext cx="62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08" name="Line 108">
              <a:extLst>
                <a:ext uri="{FF2B5EF4-FFF2-40B4-BE49-F238E27FC236}">
                  <a16:creationId xmlns:a16="http://schemas.microsoft.com/office/drawing/2014/main" id="{1E812659-4090-4954-92DE-BA614CC369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864"/>
              <a:ext cx="62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09" name="Line 109">
              <a:extLst>
                <a:ext uri="{FF2B5EF4-FFF2-40B4-BE49-F238E27FC236}">
                  <a16:creationId xmlns:a16="http://schemas.microsoft.com/office/drawing/2014/main" id="{32022ADC-133A-41AA-A40E-A90C5E2428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1104"/>
              <a:ext cx="62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310" name="Group 110">
              <a:extLst>
                <a:ext uri="{FF2B5EF4-FFF2-40B4-BE49-F238E27FC236}">
                  <a16:creationId xmlns:a16="http://schemas.microsoft.com/office/drawing/2014/main" id="{F1D05837-31CF-41D1-9E14-AEBE3CE502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4" y="528"/>
              <a:ext cx="98" cy="610"/>
              <a:chOff x="624" y="2142"/>
              <a:chExt cx="98" cy="610"/>
            </a:xfrm>
          </p:grpSpPr>
          <p:sp>
            <p:nvSpPr>
              <p:cNvPr id="11314" name="Line 111">
                <a:extLst>
                  <a:ext uri="{FF2B5EF4-FFF2-40B4-BE49-F238E27FC236}">
                    <a16:creationId xmlns:a16="http://schemas.microsoft.com/office/drawing/2014/main" id="{BC5C886A-459C-4E84-920C-CACE23F6D6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" y="2208"/>
                <a:ext cx="0" cy="528"/>
              </a:xfrm>
              <a:prstGeom prst="lin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15" name="Line 112">
                <a:extLst>
                  <a:ext uri="{FF2B5EF4-FFF2-40B4-BE49-F238E27FC236}">
                    <a16:creationId xmlns:a16="http://schemas.microsoft.com/office/drawing/2014/main" id="{6DFFDE78-FB4B-49C6-8463-D94D65A29B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2208"/>
                <a:ext cx="2" cy="528"/>
              </a:xfrm>
              <a:prstGeom prst="lin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1316" name="Group 113">
                <a:extLst>
                  <a:ext uri="{FF2B5EF4-FFF2-40B4-BE49-F238E27FC236}">
                    <a16:creationId xmlns:a16="http://schemas.microsoft.com/office/drawing/2014/main" id="{35C18892-AE2A-4462-A1A1-A79EAF96392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24" y="2656"/>
                <a:ext cx="96" cy="96"/>
                <a:chOff x="864" y="3216"/>
                <a:chExt cx="96" cy="96"/>
              </a:xfrm>
            </p:grpSpPr>
            <p:sp>
              <p:nvSpPr>
                <p:cNvPr id="11320" name="Oval 114">
                  <a:extLst>
                    <a:ext uri="{FF2B5EF4-FFF2-40B4-BE49-F238E27FC236}">
                      <a16:creationId xmlns:a16="http://schemas.microsoft.com/office/drawing/2014/main" id="{7FD1CA2C-9129-4881-9FF7-240BBFEFD4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64" y="3216"/>
                  <a:ext cx="96" cy="96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D6009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grpSp>
              <p:nvGrpSpPr>
                <p:cNvPr id="11321" name="Group 115">
                  <a:extLst>
                    <a:ext uri="{FF2B5EF4-FFF2-40B4-BE49-F238E27FC236}">
                      <a16:creationId xmlns:a16="http://schemas.microsoft.com/office/drawing/2014/main" id="{008FA5ED-FF46-43D0-878B-906B9292C64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82" y="3232"/>
                  <a:ext cx="48" cy="56"/>
                  <a:chOff x="1152" y="3352"/>
                  <a:chExt cx="48" cy="56"/>
                </a:xfrm>
              </p:grpSpPr>
              <p:sp>
                <p:nvSpPr>
                  <p:cNvPr id="11322" name="Line 116">
                    <a:extLst>
                      <a:ext uri="{FF2B5EF4-FFF2-40B4-BE49-F238E27FC236}">
                        <a16:creationId xmlns:a16="http://schemas.microsoft.com/office/drawing/2014/main" id="{0140BAFA-7D9A-4689-8242-F6FBA74F32E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52" y="3360"/>
                    <a:ext cx="48" cy="48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323" name="Line 117">
                    <a:extLst>
                      <a:ext uri="{FF2B5EF4-FFF2-40B4-BE49-F238E27FC236}">
                        <a16:creationId xmlns:a16="http://schemas.microsoft.com/office/drawing/2014/main" id="{F66B5E32-E3D1-4183-9916-0C51E7169E9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152" y="3352"/>
                    <a:ext cx="48" cy="48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1317" name="Group 118">
                <a:extLst>
                  <a:ext uri="{FF2B5EF4-FFF2-40B4-BE49-F238E27FC236}">
                    <a16:creationId xmlns:a16="http://schemas.microsoft.com/office/drawing/2014/main" id="{832806B1-6D23-41D1-91AB-251B4ED75AF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24" y="2142"/>
                <a:ext cx="96" cy="96"/>
                <a:chOff x="960" y="3024"/>
                <a:chExt cx="96" cy="96"/>
              </a:xfrm>
            </p:grpSpPr>
            <p:sp>
              <p:nvSpPr>
                <p:cNvPr id="11318" name="Oval 119">
                  <a:extLst>
                    <a:ext uri="{FF2B5EF4-FFF2-40B4-BE49-F238E27FC236}">
                      <a16:creationId xmlns:a16="http://schemas.microsoft.com/office/drawing/2014/main" id="{E90BB1E1-C6BA-4590-AFD4-AC20025072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0" y="3024"/>
                  <a:ext cx="96" cy="96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D6009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11319" name="Oval 120">
                  <a:extLst>
                    <a:ext uri="{FF2B5EF4-FFF2-40B4-BE49-F238E27FC236}">
                      <a16:creationId xmlns:a16="http://schemas.microsoft.com/office/drawing/2014/main" id="{AAC8B820-9FC3-438C-8264-417C522ECB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78" y="3042"/>
                  <a:ext cx="48" cy="48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rgbClr val="D6009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zh-CN" altLang="zh-CN" sz="1800"/>
                </a:p>
              </p:txBody>
            </p:sp>
          </p:grpSp>
        </p:grpSp>
        <p:graphicFrame>
          <p:nvGraphicFramePr>
            <p:cNvPr id="11311" name="Object 121">
              <a:extLst>
                <a:ext uri="{FF2B5EF4-FFF2-40B4-BE49-F238E27FC236}">
                  <a16:creationId xmlns:a16="http://schemas.microsoft.com/office/drawing/2014/main" id="{09997CE1-82B4-41CF-9CCF-65EA25FFFC3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10" y="960"/>
            <a:ext cx="246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60" name="公式" r:id="rId48" imgW="164957" imgH="190335" progId="Equation.3">
                    <p:embed/>
                  </p:oleObj>
                </mc:Choice>
                <mc:Fallback>
                  <p:oleObj name="公式" r:id="rId48" imgW="164957" imgH="190335" progId="Equation.3">
                    <p:embed/>
                    <p:pic>
                      <p:nvPicPr>
                        <p:cNvPr id="0" name="Object 1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10" y="960"/>
                          <a:ext cx="246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312" name="Line 122">
              <a:extLst>
                <a:ext uri="{FF2B5EF4-FFF2-40B4-BE49-F238E27FC236}">
                  <a16:creationId xmlns:a16="http://schemas.microsoft.com/office/drawing/2014/main" id="{0898F23E-20E9-414B-8EE8-616F4C97FB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816"/>
              <a:ext cx="240" cy="0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1313" name="Object 123">
              <a:extLst>
                <a:ext uri="{FF2B5EF4-FFF2-40B4-BE49-F238E27FC236}">
                  <a16:creationId xmlns:a16="http://schemas.microsoft.com/office/drawing/2014/main" id="{086D7E79-C171-4918-AED1-8D0E23AA569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34" y="632"/>
            <a:ext cx="337" cy="3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61" name="公式" r:id="rId49" imgW="228600" imgH="228600" progId="Equation.3">
                    <p:embed/>
                  </p:oleObj>
                </mc:Choice>
                <mc:Fallback>
                  <p:oleObj name="公式" r:id="rId49" imgW="228600" imgH="228600" progId="Equation.3">
                    <p:embed/>
                    <p:pic>
                      <p:nvPicPr>
                        <p:cNvPr id="0" name="Object 1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4" y="632"/>
                          <a:ext cx="337" cy="3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11" name="Object 124">
            <a:extLst>
              <a:ext uri="{FF2B5EF4-FFF2-40B4-BE49-F238E27FC236}">
                <a16:creationId xmlns:a16="http://schemas.microsoft.com/office/drawing/2014/main" id="{E5587D0B-32B9-4E76-89A4-87DDAA54D5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788" y="5510213"/>
          <a:ext cx="1617662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62" name="公式" r:id="rId51" imgW="1816100" imgH="368300" progId="Equation.3">
                  <p:embed/>
                </p:oleObj>
              </mc:Choice>
              <mc:Fallback>
                <p:oleObj name="公式" r:id="rId51" imgW="1816100" imgH="368300" progId="Equation.3">
                  <p:embed/>
                  <p:pic>
                    <p:nvPicPr>
                      <p:cNvPr id="0" name="Object 1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88" y="5510213"/>
                        <a:ext cx="1617662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2" name="Text Box 125">
            <a:extLst>
              <a:ext uri="{FF2B5EF4-FFF2-40B4-BE49-F238E27FC236}">
                <a16:creationId xmlns:a16="http://schemas.microsoft.com/office/drawing/2014/main" id="{7E923C3C-D1FD-4E51-8771-16A2E1BD02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125" y="6318250"/>
            <a:ext cx="2133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稳定平衡</a:t>
            </a:r>
            <a:endParaRPr kumimoji="1" lang="zh-CN" altLang="en-US" sz="240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213" name="Object 126">
            <a:extLst>
              <a:ext uri="{FF2B5EF4-FFF2-40B4-BE49-F238E27FC236}">
                <a16:creationId xmlns:a16="http://schemas.microsoft.com/office/drawing/2014/main" id="{9951C595-817F-4F60-9F71-EE3A76EE11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28825" y="5954713"/>
          <a:ext cx="950913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63" name="公式" r:id="rId53" imgW="952087" imgH="317362" progId="Equation.3">
                  <p:embed/>
                </p:oleObj>
              </mc:Choice>
              <mc:Fallback>
                <p:oleObj name="公式" r:id="rId53" imgW="952087" imgH="317362" progId="Equation.3">
                  <p:embed/>
                  <p:pic>
                    <p:nvPicPr>
                      <p:cNvPr id="0" name="Object 1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8825" y="5954713"/>
                        <a:ext cx="950913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4" name="Object 127">
            <a:extLst>
              <a:ext uri="{FF2B5EF4-FFF2-40B4-BE49-F238E27FC236}">
                <a16:creationId xmlns:a16="http://schemas.microsoft.com/office/drawing/2014/main" id="{E82711B2-F695-4EED-9A64-22C93B7240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40363" y="5967413"/>
          <a:ext cx="936625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64" name="公式" r:id="rId55" imgW="952087" imgH="317362" progId="Equation.3">
                  <p:embed/>
                </p:oleObj>
              </mc:Choice>
              <mc:Fallback>
                <p:oleObj name="公式" r:id="rId55" imgW="952087" imgH="317362" progId="Equation.3">
                  <p:embed/>
                  <p:pic>
                    <p:nvPicPr>
                      <p:cNvPr id="0" name="Object 1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0363" y="5967413"/>
                        <a:ext cx="936625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" name="Object 128">
            <a:extLst>
              <a:ext uri="{FF2B5EF4-FFF2-40B4-BE49-F238E27FC236}">
                <a16:creationId xmlns:a16="http://schemas.microsoft.com/office/drawing/2014/main" id="{C89EA0E4-4D11-4FD8-AF91-838A3DF8C3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68700" y="5930900"/>
          <a:ext cx="143986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65" name="公式" r:id="rId57" imgW="1562100" imgH="431800" progId="Equation.3">
                  <p:embed/>
                </p:oleObj>
              </mc:Choice>
              <mc:Fallback>
                <p:oleObj name="公式" r:id="rId57" imgW="1562100" imgH="431800" progId="Equation.3">
                  <p:embed/>
                  <p:pic>
                    <p:nvPicPr>
                      <p:cNvPr id="0" name="Object 1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8700" y="5930900"/>
                        <a:ext cx="1439863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33" name="矩形 4">
            <a:extLst>
              <a:ext uri="{FF2B5EF4-FFF2-40B4-BE49-F238E27FC236}">
                <a16:creationId xmlns:a16="http://schemas.microsoft.com/office/drawing/2014/main" id="{0D2C38EC-A57E-4C8B-B06D-D52FAA4B13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3238" y="6367463"/>
            <a:ext cx="48768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磁力矩总是使线圈转向外磁场方向</a:t>
            </a:r>
          </a:p>
        </p:txBody>
      </p:sp>
      <p:sp>
        <p:nvSpPr>
          <p:cNvPr id="11306" name="Text Box 41">
            <a:extLst>
              <a:ext uri="{FF2B5EF4-FFF2-40B4-BE49-F238E27FC236}">
                <a16:creationId xmlns:a16="http://schemas.microsoft.com/office/drawing/2014/main" id="{53B70B9B-0E24-40CD-A471-1EC67E8502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6913" y="-95250"/>
            <a:ext cx="25273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4000" b="1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内容回顾</a:t>
            </a:r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52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52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3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53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3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4" dur="500"/>
                                        <p:tgtEl>
                                          <p:spTgt spid="252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75" fill="hold"/>
                                        <p:tgtEl>
                                          <p:spTgt spid="2529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75" fill="hold"/>
                                        <p:tgtEl>
                                          <p:spTgt spid="2529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75" fill="hold"/>
                                        <p:tgtEl>
                                          <p:spTgt spid="2529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75" fill="hold"/>
                                        <p:tgtEl>
                                          <p:spTgt spid="2529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75" fill="hold"/>
                                        <p:tgtEl>
                                          <p:spTgt spid="2529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5" fill="hold"/>
                                        <p:tgtEl>
                                          <p:spTgt spid="2529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375"/>
                            </p:stCondLst>
                            <p:childTnLst>
                              <p:par>
                                <p:cTn id="60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529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529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529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529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875"/>
                            </p:stCondLst>
                            <p:childTnLst>
                              <p:par>
                                <p:cTn id="67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1375"/>
                            </p:stCondLst>
                            <p:childTnLst>
                              <p:par>
                                <p:cTn id="7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75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75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8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4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06" dur="75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16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1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6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31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48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53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58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3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 nodeType="clickPar">
                      <p:stCondLst>
                        <p:cond delay="indefinite"/>
                      </p:stCondLst>
                      <p:childTnLst>
                        <p:par>
                          <p:cTn id="1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2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 nodeType="clickPar">
                      <p:stCondLst>
                        <p:cond delay="indefinite"/>
                      </p:stCondLst>
                      <p:childTnLst>
                        <p:par>
                          <p:cTn id="1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8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80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 nodeType="clickPar">
                      <p:stCondLst>
                        <p:cond delay="indefinite"/>
                      </p:stCondLst>
                      <p:childTnLst>
                        <p:par>
                          <p:cTn id="1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3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5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 nodeType="clickPar">
                      <p:stCondLst>
                        <p:cond delay="indefinite"/>
                      </p:stCondLst>
                      <p:childTnLst>
                        <p:par>
                          <p:cTn id="1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0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 nodeType="clickPar">
                      <p:stCondLst>
                        <p:cond delay="indefinite"/>
                      </p:stCondLst>
                      <p:childTnLst>
                        <p:par>
                          <p:cTn id="1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5" dur="75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 nodeType="clickPar">
                      <p:stCondLst>
                        <p:cond delay="indefinite"/>
                      </p:stCondLst>
                      <p:childTnLst>
                        <p:par>
                          <p:cTn id="1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8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00" dur="75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 nodeType="clickPar">
                      <p:stCondLst>
                        <p:cond delay="indefinite"/>
                      </p:stCondLst>
                      <p:childTnLst>
                        <p:par>
                          <p:cTn id="2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5" dur="500" fill="hold"/>
                                        <p:tgtEl>
                                          <p:spTgt spid="82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8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2930" grpId="0" autoUpdateAnimBg="0"/>
      <p:bldP spid="252955" grpId="0" autoUpdateAnimBg="0"/>
      <p:bldP spid="252956" grpId="0" autoUpdateAnimBg="0"/>
      <p:bldP spid="252957" grpId="0" autoUpdateAnimBg="0"/>
      <p:bldP spid="105" grpId="0" autoUpdateAnimBg="0"/>
      <p:bldP spid="108" grpId="0" autoUpdateAnimBg="0"/>
      <p:bldP spid="110" grpId="0" autoUpdateAnimBg="0"/>
      <p:bldP spid="131" grpId="0" autoUpdateAnimBg="0"/>
      <p:bldP spid="212" grpId="0" autoUpdateAnimBg="0"/>
      <p:bldP spid="823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2">
            <a:extLst>
              <a:ext uri="{FF2B5EF4-FFF2-40B4-BE49-F238E27FC236}">
                <a16:creationId xmlns:a16="http://schemas.microsoft.com/office/drawing/2014/main" id="{25E74197-A84A-44DB-8748-A9AA56FE51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200" y="1042988"/>
            <a:ext cx="6081713" cy="1074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kumimoji="1" lang="en-US" altLang="zh-CN" sz="2800" b="1"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顺磁性介质处在外磁场时</a:t>
            </a:r>
          </a:p>
          <a:p>
            <a:pPr eaLnBrk="1" hangingPunct="1">
              <a:spcBef>
                <a:spcPct val="3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          其体内磁场</a:t>
            </a:r>
          </a:p>
        </p:txBody>
      </p:sp>
      <p:graphicFrame>
        <p:nvGraphicFramePr>
          <p:cNvPr id="44035" name="Object 3">
            <a:extLst>
              <a:ext uri="{FF2B5EF4-FFF2-40B4-BE49-F238E27FC236}">
                <a16:creationId xmlns:a16="http://schemas.microsoft.com/office/drawing/2014/main" id="{871A88F0-A480-4F99-996F-626B8D0E55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46488" y="1628775"/>
          <a:ext cx="17399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03" name="Equation" r:id="rId4" imgW="1739900" imgH="495300" progId="Equation.DSMT4">
                  <p:embed/>
                </p:oleObj>
              </mc:Choice>
              <mc:Fallback>
                <p:oleObj name="Equation" r:id="rId4" imgW="1739900" imgH="4953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6488" y="1628775"/>
                        <a:ext cx="17399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62" name="Object 30">
            <a:extLst>
              <a:ext uri="{FF2B5EF4-FFF2-40B4-BE49-F238E27FC236}">
                <a16:creationId xmlns:a16="http://schemas.microsoft.com/office/drawing/2014/main" id="{5ED46BFF-8FD5-4EE5-A073-C18015E292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40650" y="1562100"/>
          <a:ext cx="1028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04" name="Equation" r:id="rId6" imgW="1028254" imgH="431613" progId="Equation.DSMT4">
                  <p:embed/>
                </p:oleObj>
              </mc:Choice>
              <mc:Fallback>
                <p:oleObj name="Equation" r:id="rId6" imgW="1028254" imgH="431613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0650" y="1562100"/>
                        <a:ext cx="10287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63" name="Text Box 31">
            <a:extLst>
              <a:ext uri="{FF2B5EF4-FFF2-40B4-BE49-F238E27FC236}">
                <a16:creationId xmlns:a16="http://schemas.microsoft.com/office/drawing/2014/main" id="{2FCAF908-D66F-4949-9922-474CF5B4A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200" y="2800350"/>
            <a:ext cx="5257800" cy="107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kumimoji="1" lang="en-US" altLang="zh-CN" sz="2800" b="1"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抗磁性介质处在外磁场时，</a:t>
            </a:r>
          </a:p>
          <a:p>
            <a:pPr eaLnBrk="1" hangingPunct="1">
              <a:spcBef>
                <a:spcPct val="3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             其体内磁场</a:t>
            </a:r>
          </a:p>
        </p:txBody>
      </p:sp>
      <p:graphicFrame>
        <p:nvGraphicFramePr>
          <p:cNvPr id="44064" name="Object 32">
            <a:extLst>
              <a:ext uri="{FF2B5EF4-FFF2-40B4-BE49-F238E27FC236}">
                <a16:creationId xmlns:a16="http://schemas.microsoft.com/office/drawing/2014/main" id="{B3F4130C-579D-4F25-977C-0ACDCA6CF9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52863" y="3384550"/>
          <a:ext cx="17399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05" name="Equation" r:id="rId8" imgW="1739900" imgH="495300" progId="Equation.DSMT4">
                  <p:embed/>
                </p:oleObj>
              </mc:Choice>
              <mc:Fallback>
                <p:oleObj name="Equation" r:id="rId8" imgW="1739900" imgH="49530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2863" y="3384550"/>
                        <a:ext cx="17399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97" name="Object 65">
            <a:extLst>
              <a:ext uri="{FF2B5EF4-FFF2-40B4-BE49-F238E27FC236}">
                <a16:creationId xmlns:a16="http://schemas.microsoft.com/office/drawing/2014/main" id="{325741B7-31EE-4A6B-A97E-FA855A0CE5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16850" y="3200400"/>
          <a:ext cx="1028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06" name="Equation" r:id="rId10" imgW="1028254" imgH="431613" progId="Equation.DSMT4">
                  <p:embed/>
                </p:oleObj>
              </mc:Choice>
              <mc:Fallback>
                <p:oleObj name="Equation" r:id="rId10" imgW="1028254" imgH="431613" progId="Equation.DSMT4">
                  <p:embed/>
                  <p:pic>
                    <p:nvPicPr>
                      <p:cNvPr id="0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6850" y="3200400"/>
                        <a:ext cx="10287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96">
            <a:extLst>
              <a:ext uri="{FF2B5EF4-FFF2-40B4-BE49-F238E27FC236}">
                <a16:creationId xmlns:a16="http://schemas.microsoft.com/office/drawing/2014/main" id="{EEB70681-D9C2-4982-BCCA-D62E30256D82}"/>
              </a:ext>
            </a:extLst>
          </p:cNvPr>
          <p:cNvGrpSpPr>
            <a:grpSpLocks/>
          </p:cNvGrpSpPr>
          <p:nvPr/>
        </p:nvGrpSpPr>
        <p:grpSpPr bwMode="auto">
          <a:xfrm>
            <a:off x="5918200" y="766763"/>
            <a:ext cx="1676400" cy="1233487"/>
            <a:chOff x="3728" y="539"/>
            <a:chExt cx="1056" cy="777"/>
          </a:xfrm>
        </p:grpSpPr>
        <p:sp>
          <p:nvSpPr>
            <p:cNvPr id="39023" name="Rectangle 5">
              <a:extLst>
                <a:ext uri="{FF2B5EF4-FFF2-40B4-BE49-F238E27FC236}">
                  <a16:creationId xmlns:a16="http://schemas.microsoft.com/office/drawing/2014/main" id="{E211EEBE-F374-4CB4-A970-FF17185B21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8" y="932"/>
              <a:ext cx="1056" cy="384"/>
            </a:xfrm>
            <a:prstGeom prst="rect">
              <a:avLst/>
            </a:prstGeom>
            <a:solidFill>
              <a:srgbClr val="00330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grpSp>
          <p:nvGrpSpPr>
            <p:cNvPr id="39024" name="Group 6">
              <a:extLst>
                <a:ext uri="{FF2B5EF4-FFF2-40B4-BE49-F238E27FC236}">
                  <a16:creationId xmlns:a16="http://schemas.microsoft.com/office/drawing/2014/main" id="{02EC309C-8C18-4AFF-AC4C-FF4B9BA850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58" y="957"/>
              <a:ext cx="778" cy="325"/>
              <a:chOff x="3538" y="704"/>
              <a:chExt cx="778" cy="304"/>
            </a:xfrm>
          </p:grpSpPr>
          <p:grpSp>
            <p:nvGrpSpPr>
              <p:cNvPr id="39029" name="Group 7">
                <a:extLst>
                  <a:ext uri="{FF2B5EF4-FFF2-40B4-BE49-F238E27FC236}">
                    <a16:creationId xmlns:a16="http://schemas.microsoft.com/office/drawing/2014/main" id="{4A3AEC11-AF79-4C80-AAF5-120D4A456B9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2970333">
                <a:off x="3580" y="672"/>
                <a:ext cx="126" cy="190"/>
                <a:chOff x="3452" y="672"/>
                <a:chExt cx="240" cy="212"/>
              </a:xfrm>
            </p:grpSpPr>
            <p:sp>
              <p:nvSpPr>
                <p:cNvPr id="39045" name="Oval 8">
                  <a:extLst>
                    <a:ext uri="{FF2B5EF4-FFF2-40B4-BE49-F238E27FC236}">
                      <a16:creationId xmlns:a16="http://schemas.microsoft.com/office/drawing/2014/main" id="{FBEBB912-C4A8-4D51-B81E-1756F13E79D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288722">
                  <a:off x="3452" y="792"/>
                  <a:ext cx="240" cy="92"/>
                </a:xfrm>
                <a:prstGeom prst="ellips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39046" name="Line 9">
                  <a:extLst>
                    <a:ext uri="{FF2B5EF4-FFF2-40B4-BE49-F238E27FC236}">
                      <a16:creationId xmlns:a16="http://schemas.microsoft.com/office/drawing/2014/main" id="{52A51D37-0EF0-4090-9C86-CE899AF8060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288722" flipV="1">
                  <a:off x="3600" y="672"/>
                  <a:ext cx="40" cy="175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030" name="Group 10">
                <a:extLst>
                  <a:ext uri="{FF2B5EF4-FFF2-40B4-BE49-F238E27FC236}">
                    <a16:creationId xmlns:a16="http://schemas.microsoft.com/office/drawing/2014/main" id="{894C1418-6C94-47E1-AB94-5075A437D45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5868898">
                <a:off x="3562" y="840"/>
                <a:ext cx="144" cy="192"/>
                <a:chOff x="3452" y="672"/>
                <a:chExt cx="240" cy="212"/>
              </a:xfrm>
            </p:grpSpPr>
            <p:sp>
              <p:nvSpPr>
                <p:cNvPr id="39043" name="Oval 11">
                  <a:extLst>
                    <a:ext uri="{FF2B5EF4-FFF2-40B4-BE49-F238E27FC236}">
                      <a16:creationId xmlns:a16="http://schemas.microsoft.com/office/drawing/2014/main" id="{A964ABE7-E0EA-4478-89DC-215775241D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288722">
                  <a:off x="3452" y="792"/>
                  <a:ext cx="240" cy="92"/>
                </a:xfrm>
                <a:prstGeom prst="ellips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39044" name="Line 12">
                  <a:extLst>
                    <a:ext uri="{FF2B5EF4-FFF2-40B4-BE49-F238E27FC236}">
                      <a16:creationId xmlns:a16="http://schemas.microsoft.com/office/drawing/2014/main" id="{CFE41F45-A2BA-4EB5-8C6E-660353E1E8D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288722" flipV="1">
                  <a:off x="3600" y="672"/>
                  <a:ext cx="40" cy="175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031" name="Group 13">
                <a:extLst>
                  <a:ext uri="{FF2B5EF4-FFF2-40B4-BE49-F238E27FC236}">
                    <a16:creationId xmlns:a16="http://schemas.microsoft.com/office/drawing/2014/main" id="{8CDF9EEB-D43F-4DF8-950D-C75C8BB1867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2565710">
                <a:off x="3806" y="818"/>
                <a:ext cx="126" cy="190"/>
                <a:chOff x="3452" y="672"/>
                <a:chExt cx="240" cy="212"/>
              </a:xfrm>
            </p:grpSpPr>
            <p:sp>
              <p:nvSpPr>
                <p:cNvPr id="39041" name="Oval 14">
                  <a:extLst>
                    <a:ext uri="{FF2B5EF4-FFF2-40B4-BE49-F238E27FC236}">
                      <a16:creationId xmlns:a16="http://schemas.microsoft.com/office/drawing/2014/main" id="{BAA9DEE1-40ED-4DED-8BA1-71E9F09C801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288722">
                  <a:off x="3452" y="792"/>
                  <a:ext cx="240" cy="92"/>
                </a:xfrm>
                <a:prstGeom prst="ellips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39042" name="Line 15">
                  <a:extLst>
                    <a:ext uri="{FF2B5EF4-FFF2-40B4-BE49-F238E27FC236}">
                      <a16:creationId xmlns:a16="http://schemas.microsoft.com/office/drawing/2014/main" id="{A433DC1D-3D70-4B7D-BA0D-2CDBE44550E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288722" flipV="1">
                  <a:off x="3600" y="672"/>
                  <a:ext cx="40" cy="175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032" name="Group 16">
                <a:extLst>
                  <a:ext uri="{FF2B5EF4-FFF2-40B4-BE49-F238E27FC236}">
                    <a16:creationId xmlns:a16="http://schemas.microsoft.com/office/drawing/2014/main" id="{B2FC6F66-477C-4150-B924-4C04E12BE2E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4893287">
                <a:off x="3812" y="696"/>
                <a:ext cx="144" cy="192"/>
                <a:chOff x="3452" y="672"/>
                <a:chExt cx="240" cy="212"/>
              </a:xfrm>
            </p:grpSpPr>
            <p:sp>
              <p:nvSpPr>
                <p:cNvPr id="39039" name="Oval 17">
                  <a:extLst>
                    <a:ext uri="{FF2B5EF4-FFF2-40B4-BE49-F238E27FC236}">
                      <a16:creationId xmlns:a16="http://schemas.microsoft.com/office/drawing/2014/main" id="{6ED76642-1C11-4572-A2AF-1C82F3E64D6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288722">
                  <a:off x="3452" y="792"/>
                  <a:ext cx="240" cy="92"/>
                </a:xfrm>
                <a:prstGeom prst="ellips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39040" name="Line 18">
                  <a:extLst>
                    <a:ext uri="{FF2B5EF4-FFF2-40B4-BE49-F238E27FC236}">
                      <a16:creationId xmlns:a16="http://schemas.microsoft.com/office/drawing/2014/main" id="{75F883BF-16A6-40F9-9235-F3384ADA5E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288722" flipV="1">
                  <a:off x="3600" y="672"/>
                  <a:ext cx="40" cy="175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033" name="Group 19">
                <a:extLst>
                  <a:ext uri="{FF2B5EF4-FFF2-40B4-BE49-F238E27FC236}">
                    <a16:creationId xmlns:a16="http://schemas.microsoft.com/office/drawing/2014/main" id="{300AB008-9900-4A84-99FD-8E07E0F6885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2970333">
                <a:off x="4062" y="688"/>
                <a:ext cx="126" cy="190"/>
                <a:chOff x="3452" y="672"/>
                <a:chExt cx="240" cy="212"/>
              </a:xfrm>
            </p:grpSpPr>
            <p:sp>
              <p:nvSpPr>
                <p:cNvPr id="39037" name="Oval 20">
                  <a:extLst>
                    <a:ext uri="{FF2B5EF4-FFF2-40B4-BE49-F238E27FC236}">
                      <a16:creationId xmlns:a16="http://schemas.microsoft.com/office/drawing/2014/main" id="{7C7CE1BB-EC7A-4DB7-9AA2-3C651AC560F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288722">
                  <a:off x="3452" y="792"/>
                  <a:ext cx="240" cy="92"/>
                </a:xfrm>
                <a:prstGeom prst="ellips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39038" name="Line 21">
                  <a:extLst>
                    <a:ext uri="{FF2B5EF4-FFF2-40B4-BE49-F238E27FC236}">
                      <a16:creationId xmlns:a16="http://schemas.microsoft.com/office/drawing/2014/main" id="{6AB10E34-CC41-4B0C-B9AE-EC6DF66DA42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288722" flipV="1">
                  <a:off x="3600" y="672"/>
                  <a:ext cx="40" cy="175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034" name="Group 22">
                <a:extLst>
                  <a:ext uri="{FF2B5EF4-FFF2-40B4-BE49-F238E27FC236}">
                    <a16:creationId xmlns:a16="http://schemas.microsoft.com/office/drawing/2014/main" id="{45B07931-C437-40B2-B13E-E7132B0DD77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5868898">
                <a:off x="4148" y="840"/>
                <a:ext cx="144" cy="192"/>
                <a:chOff x="3452" y="672"/>
                <a:chExt cx="240" cy="212"/>
              </a:xfrm>
            </p:grpSpPr>
            <p:sp>
              <p:nvSpPr>
                <p:cNvPr id="39035" name="Oval 23">
                  <a:extLst>
                    <a:ext uri="{FF2B5EF4-FFF2-40B4-BE49-F238E27FC236}">
                      <a16:creationId xmlns:a16="http://schemas.microsoft.com/office/drawing/2014/main" id="{13C872DE-4DE5-40D2-A666-E4ACA884284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288722">
                  <a:off x="3452" y="792"/>
                  <a:ext cx="240" cy="92"/>
                </a:xfrm>
                <a:prstGeom prst="ellips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39036" name="Line 24">
                  <a:extLst>
                    <a:ext uri="{FF2B5EF4-FFF2-40B4-BE49-F238E27FC236}">
                      <a16:creationId xmlns:a16="http://schemas.microsoft.com/office/drawing/2014/main" id="{02D5E223-5E9F-4F51-8A01-86006D160C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288722" flipV="1">
                  <a:off x="3600" y="672"/>
                  <a:ext cx="40" cy="175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graphicFrame>
          <p:nvGraphicFramePr>
            <p:cNvPr id="39025" name="Object 27">
              <a:extLst>
                <a:ext uri="{FF2B5EF4-FFF2-40B4-BE49-F238E27FC236}">
                  <a16:creationId xmlns:a16="http://schemas.microsoft.com/office/drawing/2014/main" id="{DC17548E-E4C5-4F77-B9E5-CA249FAF10C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39" y="539"/>
            <a:ext cx="255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107" name="Equation" r:id="rId12" imgW="406048" imgH="494870" progId="Equation.DSMT4">
                    <p:embed/>
                  </p:oleObj>
                </mc:Choice>
                <mc:Fallback>
                  <p:oleObj name="Equation" r:id="rId12" imgW="406048" imgH="494870" progId="Equation.DSMT4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39" y="539"/>
                          <a:ext cx="255" cy="3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026" name="Line 28">
              <a:extLst>
                <a:ext uri="{FF2B5EF4-FFF2-40B4-BE49-F238E27FC236}">
                  <a16:creationId xmlns:a16="http://schemas.microsoft.com/office/drawing/2014/main" id="{169AA90F-E917-457B-8DC0-409B4ACB9F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4" y="1124"/>
              <a:ext cx="672" cy="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9027" name="Object 29">
              <a:extLst>
                <a:ext uri="{FF2B5EF4-FFF2-40B4-BE49-F238E27FC236}">
                  <a16:creationId xmlns:a16="http://schemas.microsoft.com/office/drawing/2014/main" id="{FF8AE737-0C1E-49AC-ACE9-DA6CE82C329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36" y="988"/>
            <a:ext cx="248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108" name="Equation" r:id="rId14" imgW="295315" imgH="238061" progId="Equation.3">
                    <p:embed/>
                  </p:oleObj>
                </mc:Choice>
                <mc:Fallback>
                  <p:oleObj name="Equation" r:id="rId14" imgW="295315" imgH="238061" progId="Equation.3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36" y="988"/>
                          <a:ext cx="248" cy="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028" name="Line 95">
              <a:extLst>
                <a:ext uri="{FF2B5EF4-FFF2-40B4-BE49-F238E27FC236}">
                  <a16:creationId xmlns:a16="http://schemas.microsoft.com/office/drawing/2014/main" id="{B557F510-DEBE-4437-91DB-EAC4FA398B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871"/>
              <a:ext cx="1037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6" name="Group 99">
            <a:extLst>
              <a:ext uri="{FF2B5EF4-FFF2-40B4-BE49-F238E27FC236}">
                <a16:creationId xmlns:a16="http://schemas.microsoft.com/office/drawing/2014/main" id="{504AAE63-BF34-45C3-9883-A4B2996D024F}"/>
              </a:ext>
            </a:extLst>
          </p:cNvPr>
          <p:cNvGrpSpPr>
            <a:grpSpLocks/>
          </p:cNvGrpSpPr>
          <p:nvPr/>
        </p:nvGrpSpPr>
        <p:grpSpPr bwMode="auto">
          <a:xfrm>
            <a:off x="5973763" y="2654300"/>
            <a:ext cx="1708150" cy="1136650"/>
            <a:chOff x="3763" y="1320"/>
            <a:chExt cx="1076" cy="716"/>
          </a:xfrm>
        </p:grpSpPr>
        <p:sp>
          <p:nvSpPr>
            <p:cNvPr id="38993" name="Rectangle 34">
              <a:extLst>
                <a:ext uri="{FF2B5EF4-FFF2-40B4-BE49-F238E27FC236}">
                  <a16:creationId xmlns:a16="http://schemas.microsoft.com/office/drawing/2014/main" id="{54D233B2-D95C-4820-9043-DD8096479F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6" y="1652"/>
              <a:ext cx="1056" cy="384"/>
            </a:xfrm>
            <a:prstGeom prst="rect">
              <a:avLst/>
            </a:prstGeom>
            <a:solidFill>
              <a:srgbClr val="333333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graphicFrame>
          <p:nvGraphicFramePr>
            <p:cNvPr id="38994" name="Object 37">
              <a:extLst>
                <a:ext uri="{FF2B5EF4-FFF2-40B4-BE49-F238E27FC236}">
                  <a16:creationId xmlns:a16="http://schemas.microsoft.com/office/drawing/2014/main" id="{D7FBDAAB-7237-43BF-92B4-CFBF3E04AF5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71" y="1320"/>
            <a:ext cx="248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109" name="Equation" r:id="rId16" imgW="406048" imgH="494870" progId="Equation.DSMT4">
                    <p:embed/>
                  </p:oleObj>
                </mc:Choice>
                <mc:Fallback>
                  <p:oleObj name="Equation" r:id="rId16" imgW="406048" imgH="494870" progId="Equation.DSMT4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1" y="1320"/>
                          <a:ext cx="248" cy="3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8995" name="Group 38">
              <a:extLst>
                <a:ext uri="{FF2B5EF4-FFF2-40B4-BE49-F238E27FC236}">
                  <a16:creationId xmlns:a16="http://schemas.microsoft.com/office/drawing/2014/main" id="{E1D630E1-DC3C-409C-AC65-C1C58E829A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20" y="1652"/>
              <a:ext cx="864" cy="336"/>
              <a:chOff x="3692" y="3792"/>
              <a:chExt cx="864" cy="336"/>
            </a:xfrm>
          </p:grpSpPr>
          <p:grpSp>
            <p:nvGrpSpPr>
              <p:cNvPr id="38999" name="Group 39">
                <a:extLst>
                  <a:ext uri="{FF2B5EF4-FFF2-40B4-BE49-F238E27FC236}">
                    <a16:creationId xmlns:a16="http://schemas.microsoft.com/office/drawing/2014/main" id="{87335688-9683-4834-A416-3E13356ADB4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7894606" flipH="1">
                <a:off x="3764" y="3960"/>
                <a:ext cx="144" cy="192"/>
                <a:chOff x="3452" y="672"/>
                <a:chExt cx="240" cy="212"/>
              </a:xfrm>
            </p:grpSpPr>
            <p:sp>
              <p:nvSpPr>
                <p:cNvPr id="39021" name="Oval 40">
                  <a:extLst>
                    <a:ext uri="{FF2B5EF4-FFF2-40B4-BE49-F238E27FC236}">
                      <a16:creationId xmlns:a16="http://schemas.microsoft.com/office/drawing/2014/main" id="{A125386B-80F0-4599-871C-004F593C54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288722">
                  <a:off x="3452" y="792"/>
                  <a:ext cx="240" cy="92"/>
                </a:xfrm>
                <a:prstGeom prst="ellips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39022" name="Line 41">
                  <a:extLst>
                    <a:ext uri="{FF2B5EF4-FFF2-40B4-BE49-F238E27FC236}">
                      <a16:creationId xmlns:a16="http://schemas.microsoft.com/office/drawing/2014/main" id="{89940D79-EF8F-4922-A909-3826AA2D716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288722" flipV="1">
                  <a:off x="3600" y="672"/>
                  <a:ext cx="40" cy="175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000" name="Group 42">
                <a:extLst>
                  <a:ext uri="{FF2B5EF4-FFF2-40B4-BE49-F238E27FC236}">
                    <a16:creationId xmlns:a16="http://schemas.microsoft.com/office/drawing/2014/main" id="{3864983B-4C08-42EA-AB06-2FC92A273FD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7894606" flipH="1">
                <a:off x="3956" y="3768"/>
                <a:ext cx="144" cy="192"/>
                <a:chOff x="3452" y="672"/>
                <a:chExt cx="240" cy="212"/>
              </a:xfrm>
            </p:grpSpPr>
            <p:sp>
              <p:nvSpPr>
                <p:cNvPr id="39019" name="Oval 43">
                  <a:extLst>
                    <a:ext uri="{FF2B5EF4-FFF2-40B4-BE49-F238E27FC236}">
                      <a16:creationId xmlns:a16="http://schemas.microsoft.com/office/drawing/2014/main" id="{3995615E-DAD7-4592-AC45-D92F2689C2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288722">
                  <a:off x="3452" y="792"/>
                  <a:ext cx="240" cy="92"/>
                </a:xfrm>
                <a:prstGeom prst="ellips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39020" name="Line 44">
                  <a:extLst>
                    <a:ext uri="{FF2B5EF4-FFF2-40B4-BE49-F238E27FC236}">
                      <a16:creationId xmlns:a16="http://schemas.microsoft.com/office/drawing/2014/main" id="{96B91F87-1934-45BC-8A87-8917E944CA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288722" flipV="1">
                  <a:off x="3600" y="672"/>
                  <a:ext cx="40" cy="175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001" name="Group 45">
                <a:extLst>
                  <a:ext uri="{FF2B5EF4-FFF2-40B4-BE49-F238E27FC236}">
                    <a16:creationId xmlns:a16="http://schemas.microsoft.com/office/drawing/2014/main" id="{85275525-2872-4377-A8E8-34FCA068352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7894606" flipH="1">
                <a:off x="3716" y="3768"/>
                <a:ext cx="144" cy="192"/>
                <a:chOff x="3452" y="672"/>
                <a:chExt cx="240" cy="212"/>
              </a:xfrm>
            </p:grpSpPr>
            <p:sp>
              <p:nvSpPr>
                <p:cNvPr id="39017" name="Oval 46">
                  <a:extLst>
                    <a:ext uri="{FF2B5EF4-FFF2-40B4-BE49-F238E27FC236}">
                      <a16:creationId xmlns:a16="http://schemas.microsoft.com/office/drawing/2014/main" id="{B040DD01-9F49-4F1E-8595-A4FAF931EA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288722">
                  <a:off x="3452" y="792"/>
                  <a:ext cx="240" cy="92"/>
                </a:xfrm>
                <a:prstGeom prst="ellips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39018" name="Line 47">
                  <a:extLst>
                    <a:ext uri="{FF2B5EF4-FFF2-40B4-BE49-F238E27FC236}">
                      <a16:creationId xmlns:a16="http://schemas.microsoft.com/office/drawing/2014/main" id="{5F71A53E-0AA7-4597-92ED-5E1784316AC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288722" flipV="1">
                  <a:off x="3600" y="672"/>
                  <a:ext cx="40" cy="175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002" name="Group 48">
                <a:extLst>
                  <a:ext uri="{FF2B5EF4-FFF2-40B4-BE49-F238E27FC236}">
                    <a16:creationId xmlns:a16="http://schemas.microsoft.com/office/drawing/2014/main" id="{0EC1811C-22E5-4F77-9435-383135EBCA4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7894606" flipH="1">
                <a:off x="4004" y="3960"/>
                <a:ext cx="144" cy="192"/>
                <a:chOff x="3452" y="672"/>
                <a:chExt cx="240" cy="212"/>
              </a:xfrm>
            </p:grpSpPr>
            <p:sp>
              <p:nvSpPr>
                <p:cNvPr id="39015" name="Oval 49">
                  <a:extLst>
                    <a:ext uri="{FF2B5EF4-FFF2-40B4-BE49-F238E27FC236}">
                      <a16:creationId xmlns:a16="http://schemas.microsoft.com/office/drawing/2014/main" id="{37892CE0-A1BF-4D7F-B8BF-58CD43E41F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288722">
                  <a:off x="3452" y="792"/>
                  <a:ext cx="240" cy="92"/>
                </a:xfrm>
                <a:prstGeom prst="ellips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39016" name="Line 50">
                  <a:extLst>
                    <a:ext uri="{FF2B5EF4-FFF2-40B4-BE49-F238E27FC236}">
                      <a16:creationId xmlns:a16="http://schemas.microsoft.com/office/drawing/2014/main" id="{CDC32E99-E124-47E6-B4D7-D3FE8AF0766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288722" flipV="1">
                  <a:off x="3600" y="672"/>
                  <a:ext cx="40" cy="175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003" name="Group 51">
                <a:extLst>
                  <a:ext uri="{FF2B5EF4-FFF2-40B4-BE49-F238E27FC236}">
                    <a16:creationId xmlns:a16="http://schemas.microsoft.com/office/drawing/2014/main" id="{D9AFFD00-E805-4A02-A18A-05E36602774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7894606" flipH="1">
                <a:off x="4148" y="3768"/>
                <a:ext cx="144" cy="192"/>
                <a:chOff x="3452" y="672"/>
                <a:chExt cx="240" cy="212"/>
              </a:xfrm>
            </p:grpSpPr>
            <p:sp>
              <p:nvSpPr>
                <p:cNvPr id="39013" name="Oval 52">
                  <a:extLst>
                    <a:ext uri="{FF2B5EF4-FFF2-40B4-BE49-F238E27FC236}">
                      <a16:creationId xmlns:a16="http://schemas.microsoft.com/office/drawing/2014/main" id="{4FDB6B4F-7D5C-46FF-85F8-AE1F7A1DF9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288722">
                  <a:off x="3452" y="792"/>
                  <a:ext cx="240" cy="92"/>
                </a:xfrm>
                <a:prstGeom prst="ellips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39014" name="Line 53">
                  <a:extLst>
                    <a:ext uri="{FF2B5EF4-FFF2-40B4-BE49-F238E27FC236}">
                      <a16:creationId xmlns:a16="http://schemas.microsoft.com/office/drawing/2014/main" id="{07D33103-0A2C-47E1-B30C-5366F0A581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288722" flipV="1">
                  <a:off x="3600" y="672"/>
                  <a:ext cx="40" cy="175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004" name="Group 54">
                <a:extLst>
                  <a:ext uri="{FF2B5EF4-FFF2-40B4-BE49-F238E27FC236}">
                    <a16:creationId xmlns:a16="http://schemas.microsoft.com/office/drawing/2014/main" id="{EF39DE31-FE64-40AA-8492-A957A97E620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7894606" flipH="1">
                <a:off x="4196" y="3960"/>
                <a:ext cx="144" cy="192"/>
                <a:chOff x="3452" y="672"/>
                <a:chExt cx="240" cy="212"/>
              </a:xfrm>
            </p:grpSpPr>
            <p:sp>
              <p:nvSpPr>
                <p:cNvPr id="39011" name="Oval 55">
                  <a:extLst>
                    <a:ext uri="{FF2B5EF4-FFF2-40B4-BE49-F238E27FC236}">
                      <a16:creationId xmlns:a16="http://schemas.microsoft.com/office/drawing/2014/main" id="{5FC073B3-5CB1-4CDE-B14F-244057D42A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288722">
                  <a:off x="3452" y="792"/>
                  <a:ext cx="240" cy="92"/>
                </a:xfrm>
                <a:prstGeom prst="ellips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39012" name="Line 56">
                  <a:extLst>
                    <a:ext uri="{FF2B5EF4-FFF2-40B4-BE49-F238E27FC236}">
                      <a16:creationId xmlns:a16="http://schemas.microsoft.com/office/drawing/2014/main" id="{5B2E3589-E646-49B5-A512-E2BA25CA6A0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288722" flipV="1">
                  <a:off x="3600" y="672"/>
                  <a:ext cx="40" cy="175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005" name="Group 57">
                <a:extLst>
                  <a:ext uri="{FF2B5EF4-FFF2-40B4-BE49-F238E27FC236}">
                    <a16:creationId xmlns:a16="http://schemas.microsoft.com/office/drawing/2014/main" id="{D087FADF-E37C-4C45-96E3-2787D05074D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7894606" flipH="1">
                <a:off x="4340" y="3768"/>
                <a:ext cx="144" cy="192"/>
                <a:chOff x="3452" y="672"/>
                <a:chExt cx="240" cy="212"/>
              </a:xfrm>
            </p:grpSpPr>
            <p:sp>
              <p:nvSpPr>
                <p:cNvPr id="39009" name="Oval 58">
                  <a:extLst>
                    <a:ext uri="{FF2B5EF4-FFF2-40B4-BE49-F238E27FC236}">
                      <a16:creationId xmlns:a16="http://schemas.microsoft.com/office/drawing/2014/main" id="{4CB44281-BDAD-4EA9-A503-8625E1C95C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288722">
                  <a:off x="3452" y="792"/>
                  <a:ext cx="240" cy="92"/>
                </a:xfrm>
                <a:prstGeom prst="ellips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39010" name="Line 59">
                  <a:extLst>
                    <a:ext uri="{FF2B5EF4-FFF2-40B4-BE49-F238E27FC236}">
                      <a16:creationId xmlns:a16="http://schemas.microsoft.com/office/drawing/2014/main" id="{6853D142-987C-4FB5-9ADD-71A296EE49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288722" flipV="1">
                  <a:off x="3600" y="672"/>
                  <a:ext cx="40" cy="175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006" name="Group 60">
                <a:extLst>
                  <a:ext uri="{FF2B5EF4-FFF2-40B4-BE49-F238E27FC236}">
                    <a16:creationId xmlns:a16="http://schemas.microsoft.com/office/drawing/2014/main" id="{511B6B21-618E-44CE-8C1B-C2D34285072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7894606" flipH="1">
                <a:off x="4388" y="3960"/>
                <a:ext cx="144" cy="192"/>
                <a:chOff x="3452" y="672"/>
                <a:chExt cx="240" cy="212"/>
              </a:xfrm>
            </p:grpSpPr>
            <p:sp>
              <p:nvSpPr>
                <p:cNvPr id="39007" name="Oval 61">
                  <a:extLst>
                    <a:ext uri="{FF2B5EF4-FFF2-40B4-BE49-F238E27FC236}">
                      <a16:creationId xmlns:a16="http://schemas.microsoft.com/office/drawing/2014/main" id="{C361F44C-3B00-47E2-AD7C-4F680C52E98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288722">
                  <a:off x="3452" y="792"/>
                  <a:ext cx="240" cy="92"/>
                </a:xfrm>
                <a:prstGeom prst="ellips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39008" name="Line 62">
                  <a:extLst>
                    <a:ext uri="{FF2B5EF4-FFF2-40B4-BE49-F238E27FC236}">
                      <a16:creationId xmlns:a16="http://schemas.microsoft.com/office/drawing/2014/main" id="{D2D87A81-B499-447A-87ED-FDCEE0AEC34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288722" flipV="1">
                  <a:off x="3600" y="672"/>
                  <a:ext cx="40" cy="175"/>
                </a:xfrm>
                <a:prstGeom prst="line">
                  <a:avLst/>
                </a:prstGeom>
                <a:noFill/>
                <a:ln w="19050">
                  <a:solidFill>
                    <a:schemeClr val="bg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38996" name="Line 63">
              <a:extLst>
                <a:ext uri="{FF2B5EF4-FFF2-40B4-BE49-F238E27FC236}">
                  <a16:creationId xmlns:a16="http://schemas.microsoft.com/office/drawing/2014/main" id="{CC14A293-CFE2-471D-B8C2-C0FF7A758D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16" y="1844"/>
              <a:ext cx="724" cy="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8997" name="Object 64">
              <a:extLst>
                <a:ext uri="{FF2B5EF4-FFF2-40B4-BE49-F238E27FC236}">
                  <a16:creationId xmlns:a16="http://schemas.microsoft.com/office/drawing/2014/main" id="{A33BAD46-3E21-41DB-93F7-BF301A5ED12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63" y="1743"/>
            <a:ext cx="241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110" name="Equation" r:id="rId18" imgW="295315" imgH="238061" progId="Equation.3">
                    <p:embed/>
                  </p:oleObj>
                </mc:Choice>
                <mc:Fallback>
                  <p:oleObj name="Equation" r:id="rId18" imgW="295315" imgH="238061" progId="Equation.3">
                    <p:embed/>
                    <p:pic>
                      <p:nvPicPr>
                        <p:cNvPr id="0" name="Object 6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63" y="1743"/>
                          <a:ext cx="241" cy="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98" name="Line 98">
              <a:extLst>
                <a:ext uri="{FF2B5EF4-FFF2-40B4-BE49-F238E27FC236}">
                  <a16:creationId xmlns:a16="http://schemas.microsoft.com/office/drawing/2014/main" id="{A1DAB24D-1FB5-468E-ADA6-D1E399175A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5" y="1613"/>
              <a:ext cx="107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8922" name="Text Box 75">
            <a:extLst>
              <a:ext uri="{FF2B5EF4-FFF2-40B4-BE49-F238E27FC236}">
                <a16:creationId xmlns:a16="http://schemas.microsoft.com/office/drawing/2014/main" id="{F8A7A0E8-D836-475E-9C3C-077CBA8F16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4100" y="6440488"/>
            <a:ext cx="4159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</a:p>
        </p:txBody>
      </p:sp>
      <p:sp>
        <p:nvSpPr>
          <p:cNvPr id="38923" name="灯片编号占位符 2">
            <a:extLst>
              <a:ext uri="{FF2B5EF4-FFF2-40B4-BE49-F238E27FC236}">
                <a16:creationId xmlns:a16="http://schemas.microsoft.com/office/drawing/2014/main" id="{CFB93F10-2F0C-4FB5-A4B9-CABF807D6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80B62C4-E993-4E5D-BD9C-2EA1BB985354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33</a:t>
            </a:fld>
            <a:endParaRPr lang="en-US" altLang="zh-CN" sz="1400"/>
          </a:p>
        </p:txBody>
      </p:sp>
      <p:sp>
        <p:nvSpPr>
          <p:cNvPr id="94" name="Text Box 2">
            <a:extLst>
              <a:ext uri="{FF2B5EF4-FFF2-40B4-BE49-F238E27FC236}">
                <a16:creationId xmlns:a16="http://schemas.microsoft.com/office/drawing/2014/main" id="{D27C12D7-ED29-4575-BBCE-2FDEDFDC9E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2838" y="2198688"/>
            <a:ext cx="60817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FF0000"/>
              </a:buClr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起源：分子固有磁矩</a:t>
            </a:r>
          </a:p>
        </p:txBody>
      </p:sp>
      <p:sp>
        <p:nvSpPr>
          <p:cNvPr id="95" name="Text Box 2">
            <a:extLst>
              <a:ext uri="{FF2B5EF4-FFF2-40B4-BE49-F238E27FC236}">
                <a16:creationId xmlns:a16="http://schemas.microsoft.com/office/drawing/2014/main" id="{B9A09A5A-B932-4EDD-9CE3-E1C4467BB1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2838" y="4011613"/>
            <a:ext cx="60817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FF0000"/>
              </a:buClr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起源：分子附加磁矩</a:t>
            </a:r>
          </a:p>
        </p:txBody>
      </p:sp>
      <p:graphicFrame>
        <p:nvGraphicFramePr>
          <p:cNvPr id="96" name="Object 63">
            <a:extLst>
              <a:ext uri="{FF2B5EF4-FFF2-40B4-BE49-F238E27FC236}">
                <a16:creationId xmlns:a16="http://schemas.microsoft.com/office/drawing/2014/main" id="{C4F0C62C-1A84-4586-9954-F2BD91C541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10050" y="5541963"/>
          <a:ext cx="395288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11" name="Equation" r:id="rId20" imgW="295315" imgH="238061" progId="Equation.3">
                  <p:embed/>
                </p:oleObj>
              </mc:Choice>
              <mc:Fallback>
                <p:oleObj name="Equation" r:id="rId20" imgW="295315" imgH="238061" progId="Equation.3">
                  <p:embed/>
                  <p:pic>
                    <p:nvPicPr>
                      <p:cNvPr id="0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0050" y="5541963"/>
                        <a:ext cx="395288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" name="Oval 64">
            <a:extLst>
              <a:ext uri="{FF2B5EF4-FFF2-40B4-BE49-F238E27FC236}">
                <a16:creationId xmlns:a16="http://schemas.microsoft.com/office/drawing/2014/main" id="{6B4E3FD2-394C-432E-8BD8-8B766554BE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8325" y="5184775"/>
            <a:ext cx="1181100" cy="1181100"/>
          </a:xfrm>
          <a:prstGeom prst="ellipse">
            <a:avLst/>
          </a:prstGeom>
          <a:noFill/>
          <a:ln w="41275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98" name="Oval 65">
            <a:extLst>
              <a:ext uri="{FF2B5EF4-FFF2-40B4-BE49-F238E27FC236}">
                <a16:creationId xmlns:a16="http://schemas.microsoft.com/office/drawing/2014/main" id="{16769F5B-2307-40BC-984E-29B0FA4350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6125" y="5184775"/>
            <a:ext cx="1181100" cy="1181100"/>
          </a:xfrm>
          <a:prstGeom prst="ellipse">
            <a:avLst/>
          </a:prstGeom>
          <a:noFill/>
          <a:ln w="41275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pSp>
        <p:nvGrpSpPr>
          <p:cNvPr id="99" name="Group 66">
            <a:extLst>
              <a:ext uri="{FF2B5EF4-FFF2-40B4-BE49-F238E27FC236}">
                <a16:creationId xmlns:a16="http://schemas.microsoft.com/office/drawing/2014/main" id="{37A2D8EB-C015-4BDF-A5A3-EEAC95587CD1}"/>
              </a:ext>
            </a:extLst>
          </p:cNvPr>
          <p:cNvGrpSpPr>
            <a:grpSpLocks/>
          </p:cNvGrpSpPr>
          <p:nvPr/>
        </p:nvGrpSpPr>
        <p:grpSpPr bwMode="auto">
          <a:xfrm>
            <a:off x="5724525" y="5489575"/>
            <a:ext cx="304800" cy="304800"/>
            <a:chOff x="1584" y="2400"/>
            <a:chExt cx="192" cy="192"/>
          </a:xfrm>
        </p:grpSpPr>
        <p:sp>
          <p:nvSpPr>
            <p:cNvPr id="38991" name="Oval 67">
              <a:extLst>
                <a:ext uri="{FF2B5EF4-FFF2-40B4-BE49-F238E27FC236}">
                  <a16:creationId xmlns:a16="http://schemas.microsoft.com/office/drawing/2014/main" id="{AD8FB57D-9A1D-4636-B5C1-E33584667C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400"/>
              <a:ext cx="192" cy="192"/>
            </a:xfrm>
            <a:prstGeom prst="ellips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38992" name="Line 68">
              <a:extLst>
                <a:ext uri="{FF2B5EF4-FFF2-40B4-BE49-F238E27FC236}">
                  <a16:creationId xmlns:a16="http://schemas.microsoft.com/office/drawing/2014/main" id="{975088D8-1A0B-4FE7-8D7F-393365D447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2448"/>
              <a:ext cx="0" cy="96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2" name="Group 69">
            <a:extLst>
              <a:ext uri="{FF2B5EF4-FFF2-40B4-BE49-F238E27FC236}">
                <a16:creationId xmlns:a16="http://schemas.microsoft.com/office/drawing/2014/main" id="{5D36B971-7CF3-463F-9CFE-6E72F5A4C664}"/>
              </a:ext>
            </a:extLst>
          </p:cNvPr>
          <p:cNvGrpSpPr>
            <a:grpSpLocks/>
          </p:cNvGrpSpPr>
          <p:nvPr/>
        </p:nvGrpSpPr>
        <p:grpSpPr bwMode="auto">
          <a:xfrm>
            <a:off x="5724525" y="5794375"/>
            <a:ext cx="304800" cy="304800"/>
            <a:chOff x="1584" y="2400"/>
            <a:chExt cx="192" cy="192"/>
          </a:xfrm>
        </p:grpSpPr>
        <p:sp>
          <p:nvSpPr>
            <p:cNvPr id="38989" name="Oval 70">
              <a:extLst>
                <a:ext uri="{FF2B5EF4-FFF2-40B4-BE49-F238E27FC236}">
                  <a16:creationId xmlns:a16="http://schemas.microsoft.com/office/drawing/2014/main" id="{80081A01-7D42-4994-8230-E4B36593C7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400"/>
              <a:ext cx="192" cy="192"/>
            </a:xfrm>
            <a:prstGeom prst="ellips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38990" name="Line 71">
              <a:extLst>
                <a:ext uri="{FF2B5EF4-FFF2-40B4-BE49-F238E27FC236}">
                  <a16:creationId xmlns:a16="http://schemas.microsoft.com/office/drawing/2014/main" id="{9E5B8D7E-900B-4B7F-AC61-18D725EB21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2448"/>
              <a:ext cx="0" cy="96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5" name="Group 72">
            <a:extLst>
              <a:ext uri="{FF2B5EF4-FFF2-40B4-BE49-F238E27FC236}">
                <a16:creationId xmlns:a16="http://schemas.microsoft.com/office/drawing/2014/main" id="{280748BA-091C-47D5-BC81-F4760FF0AA44}"/>
              </a:ext>
            </a:extLst>
          </p:cNvPr>
          <p:cNvGrpSpPr>
            <a:grpSpLocks/>
          </p:cNvGrpSpPr>
          <p:nvPr/>
        </p:nvGrpSpPr>
        <p:grpSpPr bwMode="auto">
          <a:xfrm>
            <a:off x="5953125" y="6022975"/>
            <a:ext cx="304800" cy="304800"/>
            <a:chOff x="1584" y="2400"/>
            <a:chExt cx="192" cy="192"/>
          </a:xfrm>
        </p:grpSpPr>
        <p:sp>
          <p:nvSpPr>
            <p:cNvPr id="38987" name="Oval 73">
              <a:extLst>
                <a:ext uri="{FF2B5EF4-FFF2-40B4-BE49-F238E27FC236}">
                  <a16:creationId xmlns:a16="http://schemas.microsoft.com/office/drawing/2014/main" id="{D188605B-A916-4C8B-9F71-60C7AA1DE4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400"/>
              <a:ext cx="192" cy="192"/>
            </a:xfrm>
            <a:prstGeom prst="ellips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38988" name="Line 74">
              <a:extLst>
                <a:ext uri="{FF2B5EF4-FFF2-40B4-BE49-F238E27FC236}">
                  <a16:creationId xmlns:a16="http://schemas.microsoft.com/office/drawing/2014/main" id="{2D98562D-684C-4776-9FE9-C6225F5970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2448"/>
              <a:ext cx="0" cy="96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8" name="Group 75">
            <a:extLst>
              <a:ext uri="{FF2B5EF4-FFF2-40B4-BE49-F238E27FC236}">
                <a16:creationId xmlns:a16="http://schemas.microsoft.com/office/drawing/2014/main" id="{B589609D-D746-4AEC-ACD1-158E2163B231}"/>
              </a:ext>
            </a:extLst>
          </p:cNvPr>
          <p:cNvGrpSpPr>
            <a:grpSpLocks/>
          </p:cNvGrpSpPr>
          <p:nvPr/>
        </p:nvGrpSpPr>
        <p:grpSpPr bwMode="auto">
          <a:xfrm>
            <a:off x="6257925" y="6022975"/>
            <a:ext cx="304800" cy="304800"/>
            <a:chOff x="1584" y="2400"/>
            <a:chExt cx="192" cy="192"/>
          </a:xfrm>
        </p:grpSpPr>
        <p:sp>
          <p:nvSpPr>
            <p:cNvPr id="38985" name="Oval 76">
              <a:extLst>
                <a:ext uri="{FF2B5EF4-FFF2-40B4-BE49-F238E27FC236}">
                  <a16:creationId xmlns:a16="http://schemas.microsoft.com/office/drawing/2014/main" id="{5D0D5D7F-B50C-4020-BF73-3E7251D915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400"/>
              <a:ext cx="192" cy="192"/>
            </a:xfrm>
            <a:prstGeom prst="ellips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38986" name="Line 77">
              <a:extLst>
                <a:ext uri="{FF2B5EF4-FFF2-40B4-BE49-F238E27FC236}">
                  <a16:creationId xmlns:a16="http://schemas.microsoft.com/office/drawing/2014/main" id="{26E3871D-FF67-4837-A26B-4BF7DFF87E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2448"/>
              <a:ext cx="0" cy="96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1" name="Group 78">
            <a:extLst>
              <a:ext uri="{FF2B5EF4-FFF2-40B4-BE49-F238E27FC236}">
                <a16:creationId xmlns:a16="http://schemas.microsoft.com/office/drawing/2014/main" id="{02D0C2F7-E162-4C3F-BA8D-F5A46E0416E5}"/>
              </a:ext>
            </a:extLst>
          </p:cNvPr>
          <p:cNvGrpSpPr>
            <a:grpSpLocks/>
          </p:cNvGrpSpPr>
          <p:nvPr/>
        </p:nvGrpSpPr>
        <p:grpSpPr bwMode="auto">
          <a:xfrm>
            <a:off x="6486525" y="5794375"/>
            <a:ext cx="304800" cy="304800"/>
            <a:chOff x="1584" y="2400"/>
            <a:chExt cx="192" cy="192"/>
          </a:xfrm>
        </p:grpSpPr>
        <p:sp>
          <p:nvSpPr>
            <p:cNvPr id="38983" name="Oval 79">
              <a:extLst>
                <a:ext uri="{FF2B5EF4-FFF2-40B4-BE49-F238E27FC236}">
                  <a16:creationId xmlns:a16="http://schemas.microsoft.com/office/drawing/2014/main" id="{E3403494-9941-4228-BEE0-BCA1782C6B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400"/>
              <a:ext cx="192" cy="192"/>
            </a:xfrm>
            <a:prstGeom prst="ellips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38984" name="Line 80">
              <a:extLst>
                <a:ext uri="{FF2B5EF4-FFF2-40B4-BE49-F238E27FC236}">
                  <a16:creationId xmlns:a16="http://schemas.microsoft.com/office/drawing/2014/main" id="{7D59BCDD-5140-4884-8734-BC363B8E05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2448"/>
              <a:ext cx="0" cy="96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4" name="Group 81">
            <a:extLst>
              <a:ext uri="{FF2B5EF4-FFF2-40B4-BE49-F238E27FC236}">
                <a16:creationId xmlns:a16="http://schemas.microsoft.com/office/drawing/2014/main" id="{E97329DD-98C3-4022-AB66-5C1D76629CB2}"/>
              </a:ext>
            </a:extLst>
          </p:cNvPr>
          <p:cNvGrpSpPr>
            <a:grpSpLocks/>
          </p:cNvGrpSpPr>
          <p:nvPr/>
        </p:nvGrpSpPr>
        <p:grpSpPr bwMode="auto">
          <a:xfrm>
            <a:off x="6486525" y="5489575"/>
            <a:ext cx="304800" cy="304800"/>
            <a:chOff x="1584" y="2400"/>
            <a:chExt cx="192" cy="192"/>
          </a:xfrm>
        </p:grpSpPr>
        <p:sp>
          <p:nvSpPr>
            <p:cNvPr id="38981" name="Oval 82">
              <a:extLst>
                <a:ext uri="{FF2B5EF4-FFF2-40B4-BE49-F238E27FC236}">
                  <a16:creationId xmlns:a16="http://schemas.microsoft.com/office/drawing/2014/main" id="{F33434AC-AD1E-43EF-BC73-CE2B8EF858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400"/>
              <a:ext cx="192" cy="192"/>
            </a:xfrm>
            <a:prstGeom prst="ellips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38982" name="Line 83">
              <a:extLst>
                <a:ext uri="{FF2B5EF4-FFF2-40B4-BE49-F238E27FC236}">
                  <a16:creationId xmlns:a16="http://schemas.microsoft.com/office/drawing/2014/main" id="{C086D44F-3089-46DF-84F5-020BB146AD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2448"/>
              <a:ext cx="0" cy="96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7" name="Group 84">
            <a:extLst>
              <a:ext uri="{FF2B5EF4-FFF2-40B4-BE49-F238E27FC236}">
                <a16:creationId xmlns:a16="http://schemas.microsoft.com/office/drawing/2014/main" id="{A00B0ADB-0370-4C91-B9E5-B9B439E9ECFA}"/>
              </a:ext>
            </a:extLst>
          </p:cNvPr>
          <p:cNvGrpSpPr>
            <a:grpSpLocks/>
          </p:cNvGrpSpPr>
          <p:nvPr/>
        </p:nvGrpSpPr>
        <p:grpSpPr bwMode="auto">
          <a:xfrm>
            <a:off x="6280150" y="5240338"/>
            <a:ext cx="304800" cy="304800"/>
            <a:chOff x="1584" y="2400"/>
            <a:chExt cx="192" cy="192"/>
          </a:xfrm>
        </p:grpSpPr>
        <p:sp>
          <p:nvSpPr>
            <p:cNvPr id="38979" name="Oval 85">
              <a:extLst>
                <a:ext uri="{FF2B5EF4-FFF2-40B4-BE49-F238E27FC236}">
                  <a16:creationId xmlns:a16="http://schemas.microsoft.com/office/drawing/2014/main" id="{7FE36440-3606-494C-B6C2-F39F053B6E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400"/>
              <a:ext cx="192" cy="192"/>
            </a:xfrm>
            <a:prstGeom prst="ellips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38980" name="Line 86">
              <a:extLst>
                <a:ext uri="{FF2B5EF4-FFF2-40B4-BE49-F238E27FC236}">
                  <a16:creationId xmlns:a16="http://schemas.microsoft.com/office/drawing/2014/main" id="{6A27E111-E64F-469A-9731-21CC81D599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2448"/>
              <a:ext cx="0" cy="96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0" name="Group 87">
            <a:extLst>
              <a:ext uri="{FF2B5EF4-FFF2-40B4-BE49-F238E27FC236}">
                <a16:creationId xmlns:a16="http://schemas.microsoft.com/office/drawing/2014/main" id="{474EA195-9867-4812-868E-A676B29BFC16}"/>
              </a:ext>
            </a:extLst>
          </p:cNvPr>
          <p:cNvGrpSpPr>
            <a:grpSpLocks/>
          </p:cNvGrpSpPr>
          <p:nvPr/>
        </p:nvGrpSpPr>
        <p:grpSpPr bwMode="auto">
          <a:xfrm>
            <a:off x="5937250" y="5221288"/>
            <a:ext cx="304800" cy="304800"/>
            <a:chOff x="1584" y="2400"/>
            <a:chExt cx="192" cy="192"/>
          </a:xfrm>
        </p:grpSpPr>
        <p:sp>
          <p:nvSpPr>
            <p:cNvPr id="38977" name="Oval 88">
              <a:extLst>
                <a:ext uri="{FF2B5EF4-FFF2-40B4-BE49-F238E27FC236}">
                  <a16:creationId xmlns:a16="http://schemas.microsoft.com/office/drawing/2014/main" id="{0138B26C-2BAA-4BEA-9BF5-4AE6A239E1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400"/>
              <a:ext cx="192" cy="192"/>
            </a:xfrm>
            <a:prstGeom prst="ellips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38978" name="Line 89">
              <a:extLst>
                <a:ext uri="{FF2B5EF4-FFF2-40B4-BE49-F238E27FC236}">
                  <a16:creationId xmlns:a16="http://schemas.microsoft.com/office/drawing/2014/main" id="{367E526F-9DD2-42DC-8EA3-6CD13EC58F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2448"/>
              <a:ext cx="0" cy="96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 type="none" w="med" len="lg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3" name="Group 90">
            <a:extLst>
              <a:ext uri="{FF2B5EF4-FFF2-40B4-BE49-F238E27FC236}">
                <a16:creationId xmlns:a16="http://schemas.microsoft.com/office/drawing/2014/main" id="{507D410C-70DB-4B51-9764-48DD4C2DA751}"/>
              </a:ext>
            </a:extLst>
          </p:cNvPr>
          <p:cNvGrpSpPr>
            <a:grpSpLocks/>
          </p:cNvGrpSpPr>
          <p:nvPr/>
        </p:nvGrpSpPr>
        <p:grpSpPr bwMode="auto">
          <a:xfrm>
            <a:off x="6029325" y="5508625"/>
            <a:ext cx="304800" cy="304800"/>
            <a:chOff x="1584" y="2400"/>
            <a:chExt cx="192" cy="192"/>
          </a:xfrm>
        </p:grpSpPr>
        <p:sp>
          <p:nvSpPr>
            <p:cNvPr id="38975" name="Oval 91">
              <a:extLst>
                <a:ext uri="{FF2B5EF4-FFF2-40B4-BE49-F238E27FC236}">
                  <a16:creationId xmlns:a16="http://schemas.microsoft.com/office/drawing/2014/main" id="{39B13E1B-7AB4-45C7-8521-D55BF161D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400"/>
              <a:ext cx="192" cy="192"/>
            </a:xfrm>
            <a:prstGeom prst="ellips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38976" name="Line 92">
              <a:extLst>
                <a:ext uri="{FF2B5EF4-FFF2-40B4-BE49-F238E27FC236}">
                  <a16:creationId xmlns:a16="http://schemas.microsoft.com/office/drawing/2014/main" id="{1FC8858B-5271-4866-957B-44B71377A7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2448"/>
              <a:ext cx="0" cy="96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6" name="Group 93">
            <a:extLst>
              <a:ext uri="{FF2B5EF4-FFF2-40B4-BE49-F238E27FC236}">
                <a16:creationId xmlns:a16="http://schemas.microsoft.com/office/drawing/2014/main" id="{48DA5685-E197-445D-8452-58580F2CB8F4}"/>
              </a:ext>
            </a:extLst>
          </p:cNvPr>
          <p:cNvGrpSpPr>
            <a:grpSpLocks/>
          </p:cNvGrpSpPr>
          <p:nvPr/>
        </p:nvGrpSpPr>
        <p:grpSpPr bwMode="auto">
          <a:xfrm>
            <a:off x="6181725" y="5794375"/>
            <a:ext cx="304800" cy="304800"/>
            <a:chOff x="1584" y="2400"/>
            <a:chExt cx="192" cy="192"/>
          </a:xfrm>
        </p:grpSpPr>
        <p:sp>
          <p:nvSpPr>
            <p:cNvPr id="38973" name="Oval 94">
              <a:extLst>
                <a:ext uri="{FF2B5EF4-FFF2-40B4-BE49-F238E27FC236}">
                  <a16:creationId xmlns:a16="http://schemas.microsoft.com/office/drawing/2014/main" id="{455CD8BC-E1CD-4773-90F7-AD87514AFA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400"/>
              <a:ext cx="192" cy="192"/>
            </a:xfrm>
            <a:prstGeom prst="ellips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38974" name="Line 95">
              <a:extLst>
                <a:ext uri="{FF2B5EF4-FFF2-40B4-BE49-F238E27FC236}">
                  <a16:creationId xmlns:a16="http://schemas.microsoft.com/office/drawing/2014/main" id="{E3540A1F-C84A-47ED-A1FF-6B3D2513C6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2448"/>
              <a:ext cx="0" cy="96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9" name="Group 96">
            <a:extLst>
              <a:ext uri="{FF2B5EF4-FFF2-40B4-BE49-F238E27FC236}">
                <a16:creationId xmlns:a16="http://schemas.microsoft.com/office/drawing/2014/main" id="{48AA3555-B864-4D90-88FB-E00AE9524F95}"/>
              </a:ext>
            </a:extLst>
          </p:cNvPr>
          <p:cNvGrpSpPr>
            <a:grpSpLocks/>
          </p:cNvGrpSpPr>
          <p:nvPr/>
        </p:nvGrpSpPr>
        <p:grpSpPr bwMode="auto">
          <a:xfrm>
            <a:off x="7165975" y="5260975"/>
            <a:ext cx="1039813" cy="1009650"/>
            <a:chOff x="4649" y="2049"/>
            <a:chExt cx="655" cy="636"/>
          </a:xfrm>
        </p:grpSpPr>
        <p:sp>
          <p:nvSpPr>
            <p:cNvPr id="38970" name="Oval 97">
              <a:extLst>
                <a:ext uri="{FF2B5EF4-FFF2-40B4-BE49-F238E27FC236}">
                  <a16:creationId xmlns:a16="http://schemas.microsoft.com/office/drawing/2014/main" id="{A89898E5-B4CD-4860-AD2C-1C3A9B455C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9" y="2049"/>
              <a:ext cx="655" cy="636"/>
            </a:xfrm>
            <a:prstGeom prst="ellipse">
              <a:avLst/>
            </a:prstGeom>
            <a:noFill/>
            <a:ln w="412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graphicFrame>
          <p:nvGraphicFramePr>
            <p:cNvPr id="38971" name="Object 98">
              <a:extLst>
                <a:ext uri="{FF2B5EF4-FFF2-40B4-BE49-F238E27FC236}">
                  <a16:creationId xmlns:a16="http://schemas.microsoft.com/office/drawing/2014/main" id="{A78C96B2-78CF-4432-993D-0948F0E211B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34" y="2220"/>
            <a:ext cx="263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112" name="Equation" r:id="rId22" imgW="238056" imgH="266558" progId="Equation.3">
                    <p:embed/>
                  </p:oleObj>
                </mc:Choice>
                <mc:Fallback>
                  <p:oleObj name="Equation" r:id="rId22" imgW="238056" imgH="266558" progId="Equation.3">
                    <p:embed/>
                    <p:pic>
                      <p:nvPicPr>
                        <p:cNvPr id="0" name="Object 9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34" y="2220"/>
                          <a:ext cx="263" cy="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339966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72" name="Line 99">
              <a:extLst>
                <a:ext uri="{FF2B5EF4-FFF2-40B4-BE49-F238E27FC236}">
                  <a16:creationId xmlns:a16="http://schemas.microsoft.com/office/drawing/2014/main" id="{9EB8B0CE-0F17-4F4A-8694-090A6BCE97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9" y="2334"/>
              <a:ext cx="0" cy="144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3" name="AutoShape 100">
            <a:extLst>
              <a:ext uri="{FF2B5EF4-FFF2-40B4-BE49-F238E27FC236}">
                <a16:creationId xmlns:a16="http://schemas.microsoft.com/office/drawing/2014/main" id="{F43BC760-4339-4C1F-8265-AEDBE5257C02}"/>
              </a:ext>
            </a:extLst>
          </p:cNvPr>
          <p:cNvSpPr>
            <a:spLocks noChangeArrowheads="1"/>
          </p:cNvSpPr>
          <p:nvPr/>
        </p:nvSpPr>
        <p:spPr bwMode="auto">
          <a:xfrm rot="5377698">
            <a:off x="2085182" y="4607718"/>
            <a:ext cx="933450" cy="2449513"/>
          </a:xfrm>
          <a:prstGeom prst="can">
            <a:avLst>
              <a:gd name="adj" fmla="val 23459"/>
            </a:avLst>
          </a:prstGeom>
          <a:gradFill rotWithShape="1">
            <a:gsLst>
              <a:gs pos="0">
                <a:srgbClr val="184718"/>
              </a:gs>
              <a:gs pos="50000">
                <a:srgbClr val="339933"/>
              </a:gs>
              <a:gs pos="100000">
                <a:srgbClr val="184718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pSp>
        <p:nvGrpSpPr>
          <p:cNvPr id="134" name="Group 104">
            <a:extLst>
              <a:ext uri="{FF2B5EF4-FFF2-40B4-BE49-F238E27FC236}">
                <a16:creationId xmlns:a16="http://schemas.microsoft.com/office/drawing/2014/main" id="{A354BB2F-0695-49E3-B53E-3BF575459F91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1370013" y="5797550"/>
            <a:ext cx="2767012" cy="71438"/>
            <a:chOff x="3408" y="1776"/>
            <a:chExt cx="1488" cy="0"/>
          </a:xfrm>
        </p:grpSpPr>
        <p:sp>
          <p:nvSpPr>
            <p:cNvPr id="38968" name="Line 105">
              <a:extLst>
                <a:ext uri="{FF2B5EF4-FFF2-40B4-BE49-F238E27FC236}">
                  <a16:creationId xmlns:a16="http://schemas.microsoft.com/office/drawing/2014/main" id="{33B7F362-1BE0-4B42-BE36-47DA4C7FE0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1776"/>
              <a:ext cx="1272" cy="0"/>
            </a:xfrm>
            <a:prstGeom prst="line">
              <a:avLst/>
            </a:prstGeom>
            <a:noFill/>
            <a:ln w="38100">
              <a:solidFill>
                <a:srgbClr val="00FF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69" name="Freeform 106">
              <a:extLst>
                <a:ext uri="{FF2B5EF4-FFF2-40B4-BE49-F238E27FC236}">
                  <a16:creationId xmlns:a16="http://schemas.microsoft.com/office/drawing/2014/main" id="{BD07A13F-08B5-4797-964D-DAA89291F209}"/>
                </a:ext>
              </a:extLst>
            </p:cNvPr>
            <p:cNvSpPr>
              <a:spLocks/>
            </p:cNvSpPr>
            <p:nvPr/>
          </p:nvSpPr>
          <p:spPr bwMode="auto">
            <a:xfrm rot="5321072">
              <a:off x="4750" y="1630"/>
              <a:ext cx="0" cy="292"/>
            </a:xfrm>
            <a:custGeom>
              <a:avLst/>
              <a:gdLst>
                <a:gd name="T0" fmla="*/ 0 w 1"/>
                <a:gd name="T1" fmla="*/ 2 h 376"/>
                <a:gd name="T2" fmla="*/ 0 w 1"/>
                <a:gd name="T3" fmla="*/ 0 h 376"/>
                <a:gd name="T4" fmla="*/ 0 60000 65536"/>
                <a:gd name="T5" fmla="*/ 0 60000 65536"/>
                <a:gd name="T6" fmla="*/ 0 w 1"/>
                <a:gd name="T7" fmla="*/ 0 h 376"/>
                <a:gd name="T8" fmla="*/ 0 w 1"/>
                <a:gd name="T9" fmla="*/ 376 h 37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376">
                  <a:moveTo>
                    <a:pt x="0" y="376"/>
                  </a:moveTo>
                  <a:lnTo>
                    <a:pt x="0" y="0"/>
                  </a:lnTo>
                </a:path>
              </a:pathLst>
            </a:custGeom>
            <a:noFill/>
            <a:ln w="41275">
              <a:solidFill>
                <a:srgbClr val="0099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7" name="Group 111">
            <a:extLst>
              <a:ext uri="{FF2B5EF4-FFF2-40B4-BE49-F238E27FC236}">
                <a16:creationId xmlns:a16="http://schemas.microsoft.com/office/drawing/2014/main" id="{2D30FD95-A42C-4424-A921-B9A19FDF192E}"/>
              </a:ext>
            </a:extLst>
          </p:cNvPr>
          <p:cNvGrpSpPr>
            <a:grpSpLocks/>
          </p:cNvGrpSpPr>
          <p:nvPr/>
        </p:nvGrpSpPr>
        <p:grpSpPr bwMode="auto">
          <a:xfrm>
            <a:off x="4424363" y="5462588"/>
            <a:ext cx="827087" cy="550862"/>
            <a:chOff x="5088" y="1689"/>
            <a:chExt cx="516" cy="335"/>
          </a:xfrm>
        </p:grpSpPr>
        <p:sp>
          <p:nvSpPr>
            <p:cNvPr id="38966" name="Text Box 112">
              <a:extLst>
                <a:ext uri="{FF2B5EF4-FFF2-40B4-BE49-F238E27FC236}">
                  <a16:creationId xmlns:a16="http://schemas.microsoft.com/office/drawing/2014/main" id="{4B48A0EF-8BFB-49E9-89DA-049EC1351D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8" y="1689"/>
              <a:ext cx="338" cy="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>
                  <a:latin typeface="Times New Roman" panose="02020603050405020304" pitchFamily="18" charset="0"/>
                </a:rPr>
                <a:t>∥</a:t>
              </a:r>
            </a:p>
          </p:txBody>
        </p:sp>
        <p:graphicFrame>
          <p:nvGraphicFramePr>
            <p:cNvPr id="38967" name="Object 113">
              <a:extLst>
                <a:ext uri="{FF2B5EF4-FFF2-40B4-BE49-F238E27FC236}">
                  <a16:creationId xmlns:a16="http://schemas.microsoft.com/office/drawing/2014/main" id="{E116BE62-D39D-4E36-AD3F-E0E5BC2BBAE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348" y="1712"/>
            <a:ext cx="256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113" name="Equation" r:id="rId24" imgW="406048" imgH="494870" progId="Equation.DSMT4">
                    <p:embed/>
                  </p:oleObj>
                </mc:Choice>
                <mc:Fallback>
                  <p:oleObj name="Equation" r:id="rId24" imgW="406048" imgH="494870" progId="Equation.DSMT4">
                    <p:embed/>
                    <p:pic>
                      <p:nvPicPr>
                        <p:cNvPr id="0" name="Object 1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48" y="1712"/>
                          <a:ext cx="256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0" name="Group 129">
            <a:extLst>
              <a:ext uri="{FF2B5EF4-FFF2-40B4-BE49-F238E27FC236}">
                <a16:creationId xmlns:a16="http://schemas.microsoft.com/office/drawing/2014/main" id="{45C1F043-7562-4503-9565-7EA28F775C3E}"/>
              </a:ext>
            </a:extLst>
          </p:cNvPr>
          <p:cNvGrpSpPr>
            <a:grpSpLocks/>
          </p:cNvGrpSpPr>
          <p:nvPr/>
        </p:nvGrpSpPr>
        <p:grpSpPr bwMode="auto">
          <a:xfrm>
            <a:off x="1473200" y="5292725"/>
            <a:ext cx="2736850" cy="1008063"/>
            <a:chOff x="248" y="2061"/>
            <a:chExt cx="1969" cy="731"/>
          </a:xfrm>
        </p:grpSpPr>
        <p:sp>
          <p:nvSpPr>
            <p:cNvPr id="38958" name="Arc 130">
              <a:extLst>
                <a:ext uri="{FF2B5EF4-FFF2-40B4-BE49-F238E27FC236}">
                  <a16:creationId xmlns:a16="http://schemas.microsoft.com/office/drawing/2014/main" id="{AF3AC4CF-46BC-4BC1-B554-21FFE8722AA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401" y="2072"/>
              <a:ext cx="624" cy="720"/>
            </a:xfrm>
            <a:custGeom>
              <a:avLst/>
              <a:gdLst>
                <a:gd name="T0" fmla="*/ 0 w 21600"/>
                <a:gd name="T1" fmla="*/ 0 h 25303"/>
                <a:gd name="T2" fmla="*/ 0 w 21600"/>
                <a:gd name="T3" fmla="*/ 0 h 25303"/>
                <a:gd name="T4" fmla="*/ 0 w 21600"/>
                <a:gd name="T5" fmla="*/ 0 h 25303"/>
                <a:gd name="T6" fmla="*/ 0 60000 65536"/>
                <a:gd name="T7" fmla="*/ 0 60000 65536"/>
                <a:gd name="T8" fmla="*/ 0 60000 65536"/>
                <a:gd name="T9" fmla="*/ 0 w 21600"/>
                <a:gd name="T10" fmla="*/ 0 h 25303"/>
                <a:gd name="T11" fmla="*/ 21600 w 21600"/>
                <a:gd name="T12" fmla="*/ 25303 h 2530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5303" fill="none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</a:path>
                <a:path w="21600" h="25303" stroke="0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  <a:lnTo>
                    <a:pt x="21600" y="12332"/>
                  </a:lnTo>
                  <a:lnTo>
                    <a:pt x="4328" y="25302"/>
                  </a:lnTo>
                  <a:close/>
                </a:path>
              </a:pathLst>
            </a:custGeom>
            <a:noFill/>
            <a:ln w="38100">
              <a:solidFill>
                <a:srgbClr val="FFFF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59" name="Arc 131">
              <a:extLst>
                <a:ext uri="{FF2B5EF4-FFF2-40B4-BE49-F238E27FC236}">
                  <a16:creationId xmlns:a16="http://schemas.microsoft.com/office/drawing/2014/main" id="{DBFC8A77-B03D-49EA-9DB5-365017B0248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593" y="2072"/>
              <a:ext cx="624" cy="720"/>
            </a:xfrm>
            <a:custGeom>
              <a:avLst/>
              <a:gdLst>
                <a:gd name="T0" fmla="*/ 0 w 21600"/>
                <a:gd name="T1" fmla="*/ 0 h 25303"/>
                <a:gd name="T2" fmla="*/ 0 w 21600"/>
                <a:gd name="T3" fmla="*/ 0 h 25303"/>
                <a:gd name="T4" fmla="*/ 0 w 21600"/>
                <a:gd name="T5" fmla="*/ 0 h 25303"/>
                <a:gd name="T6" fmla="*/ 0 60000 65536"/>
                <a:gd name="T7" fmla="*/ 0 60000 65536"/>
                <a:gd name="T8" fmla="*/ 0 60000 65536"/>
                <a:gd name="T9" fmla="*/ 0 w 21600"/>
                <a:gd name="T10" fmla="*/ 0 h 25303"/>
                <a:gd name="T11" fmla="*/ 21600 w 21600"/>
                <a:gd name="T12" fmla="*/ 25303 h 2530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5303" fill="none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</a:path>
                <a:path w="21600" h="25303" stroke="0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  <a:lnTo>
                    <a:pt x="21600" y="12332"/>
                  </a:lnTo>
                  <a:lnTo>
                    <a:pt x="4328" y="25302"/>
                  </a:lnTo>
                  <a:close/>
                </a:path>
              </a:pathLst>
            </a:custGeom>
            <a:noFill/>
            <a:ln w="38100">
              <a:solidFill>
                <a:srgbClr val="FFFF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60" name="Arc 132">
              <a:extLst>
                <a:ext uri="{FF2B5EF4-FFF2-40B4-BE49-F238E27FC236}">
                  <a16:creationId xmlns:a16="http://schemas.microsoft.com/office/drawing/2014/main" id="{355E3B00-4D48-4536-B009-4626C49D599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48" y="2061"/>
              <a:ext cx="624" cy="720"/>
            </a:xfrm>
            <a:custGeom>
              <a:avLst/>
              <a:gdLst>
                <a:gd name="T0" fmla="*/ 0 w 21600"/>
                <a:gd name="T1" fmla="*/ 0 h 25303"/>
                <a:gd name="T2" fmla="*/ 0 w 21600"/>
                <a:gd name="T3" fmla="*/ 0 h 25303"/>
                <a:gd name="T4" fmla="*/ 0 w 21600"/>
                <a:gd name="T5" fmla="*/ 0 h 25303"/>
                <a:gd name="T6" fmla="*/ 0 60000 65536"/>
                <a:gd name="T7" fmla="*/ 0 60000 65536"/>
                <a:gd name="T8" fmla="*/ 0 60000 65536"/>
                <a:gd name="T9" fmla="*/ 0 w 21600"/>
                <a:gd name="T10" fmla="*/ 0 h 25303"/>
                <a:gd name="T11" fmla="*/ 21600 w 21600"/>
                <a:gd name="T12" fmla="*/ 25303 h 2530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5303" fill="none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</a:path>
                <a:path w="21600" h="25303" stroke="0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  <a:lnTo>
                    <a:pt x="21600" y="12332"/>
                  </a:lnTo>
                  <a:lnTo>
                    <a:pt x="4328" y="25302"/>
                  </a:lnTo>
                  <a:close/>
                </a:path>
              </a:pathLst>
            </a:custGeom>
            <a:noFill/>
            <a:ln w="38100">
              <a:solidFill>
                <a:srgbClr val="FFFF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61" name="Arc 133">
              <a:extLst>
                <a:ext uri="{FF2B5EF4-FFF2-40B4-BE49-F238E27FC236}">
                  <a16:creationId xmlns:a16="http://schemas.microsoft.com/office/drawing/2014/main" id="{6EF074AD-34AC-4889-934B-549F3D9A57CF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38" y="2072"/>
              <a:ext cx="624" cy="720"/>
            </a:xfrm>
            <a:custGeom>
              <a:avLst/>
              <a:gdLst>
                <a:gd name="T0" fmla="*/ 0 w 21600"/>
                <a:gd name="T1" fmla="*/ 0 h 25303"/>
                <a:gd name="T2" fmla="*/ 0 w 21600"/>
                <a:gd name="T3" fmla="*/ 0 h 25303"/>
                <a:gd name="T4" fmla="*/ 0 w 21600"/>
                <a:gd name="T5" fmla="*/ 0 h 25303"/>
                <a:gd name="T6" fmla="*/ 0 60000 65536"/>
                <a:gd name="T7" fmla="*/ 0 60000 65536"/>
                <a:gd name="T8" fmla="*/ 0 60000 65536"/>
                <a:gd name="T9" fmla="*/ 0 w 21600"/>
                <a:gd name="T10" fmla="*/ 0 h 25303"/>
                <a:gd name="T11" fmla="*/ 21600 w 21600"/>
                <a:gd name="T12" fmla="*/ 25303 h 2530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5303" fill="none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</a:path>
                <a:path w="21600" h="25303" stroke="0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  <a:lnTo>
                    <a:pt x="21600" y="12332"/>
                  </a:lnTo>
                  <a:lnTo>
                    <a:pt x="4328" y="25302"/>
                  </a:lnTo>
                  <a:close/>
                </a:path>
              </a:pathLst>
            </a:custGeom>
            <a:noFill/>
            <a:ln w="38100">
              <a:solidFill>
                <a:srgbClr val="FFFF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62" name="Arc 134">
              <a:extLst>
                <a:ext uri="{FF2B5EF4-FFF2-40B4-BE49-F238E27FC236}">
                  <a16:creationId xmlns:a16="http://schemas.microsoft.com/office/drawing/2014/main" id="{1D2EA14B-7AF5-442F-9E79-05DD821AA3C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30" y="2072"/>
              <a:ext cx="624" cy="720"/>
            </a:xfrm>
            <a:custGeom>
              <a:avLst/>
              <a:gdLst>
                <a:gd name="T0" fmla="*/ 0 w 21600"/>
                <a:gd name="T1" fmla="*/ 0 h 25303"/>
                <a:gd name="T2" fmla="*/ 0 w 21600"/>
                <a:gd name="T3" fmla="*/ 0 h 25303"/>
                <a:gd name="T4" fmla="*/ 0 w 21600"/>
                <a:gd name="T5" fmla="*/ 0 h 25303"/>
                <a:gd name="T6" fmla="*/ 0 60000 65536"/>
                <a:gd name="T7" fmla="*/ 0 60000 65536"/>
                <a:gd name="T8" fmla="*/ 0 60000 65536"/>
                <a:gd name="T9" fmla="*/ 0 w 21600"/>
                <a:gd name="T10" fmla="*/ 0 h 25303"/>
                <a:gd name="T11" fmla="*/ 21600 w 21600"/>
                <a:gd name="T12" fmla="*/ 25303 h 2530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5303" fill="none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</a:path>
                <a:path w="21600" h="25303" stroke="0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  <a:lnTo>
                    <a:pt x="21600" y="12332"/>
                  </a:lnTo>
                  <a:lnTo>
                    <a:pt x="4328" y="25302"/>
                  </a:lnTo>
                  <a:close/>
                </a:path>
              </a:pathLst>
            </a:custGeom>
            <a:noFill/>
            <a:ln w="38100">
              <a:solidFill>
                <a:srgbClr val="FFFF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63" name="Arc 135">
              <a:extLst>
                <a:ext uri="{FF2B5EF4-FFF2-40B4-BE49-F238E27FC236}">
                  <a16:creationId xmlns:a16="http://schemas.microsoft.com/office/drawing/2014/main" id="{55543631-EFE0-4D06-AD0A-706F65A04B76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823" y="2072"/>
              <a:ext cx="624" cy="720"/>
            </a:xfrm>
            <a:custGeom>
              <a:avLst/>
              <a:gdLst>
                <a:gd name="T0" fmla="*/ 0 w 21600"/>
                <a:gd name="T1" fmla="*/ 0 h 25303"/>
                <a:gd name="T2" fmla="*/ 0 w 21600"/>
                <a:gd name="T3" fmla="*/ 0 h 25303"/>
                <a:gd name="T4" fmla="*/ 0 w 21600"/>
                <a:gd name="T5" fmla="*/ 0 h 25303"/>
                <a:gd name="T6" fmla="*/ 0 60000 65536"/>
                <a:gd name="T7" fmla="*/ 0 60000 65536"/>
                <a:gd name="T8" fmla="*/ 0 60000 65536"/>
                <a:gd name="T9" fmla="*/ 0 w 21600"/>
                <a:gd name="T10" fmla="*/ 0 h 25303"/>
                <a:gd name="T11" fmla="*/ 21600 w 21600"/>
                <a:gd name="T12" fmla="*/ 25303 h 2530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5303" fill="none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</a:path>
                <a:path w="21600" h="25303" stroke="0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  <a:lnTo>
                    <a:pt x="21600" y="12332"/>
                  </a:lnTo>
                  <a:lnTo>
                    <a:pt x="4328" y="25302"/>
                  </a:lnTo>
                  <a:close/>
                </a:path>
              </a:pathLst>
            </a:custGeom>
            <a:noFill/>
            <a:ln w="38100">
              <a:solidFill>
                <a:srgbClr val="FFFF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64" name="Arc 136">
              <a:extLst>
                <a:ext uri="{FF2B5EF4-FFF2-40B4-BE49-F238E27FC236}">
                  <a16:creationId xmlns:a16="http://schemas.microsoft.com/office/drawing/2014/main" id="{349508C6-7A5B-4EE6-A474-6F531013669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015" y="2072"/>
              <a:ext cx="624" cy="720"/>
            </a:xfrm>
            <a:custGeom>
              <a:avLst/>
              <a:gdLst>
                <a:gd name="T0" fmla="*/ 0 w 21600"/>
                <a:gd name="T1" fmla="*/ 0 h 25303"/>
                <a:gd name="T2" fmla="*/ 0 w 21600"/>
                <a:gd name="T3" fmla="*/ 0 h 25303"/>
                <a:gd name="T4" fmla="*/ 0 w 21600"/>
                <a:gd name="T5" fmla="*/ 0 h 25303"/>
                <a:gd name="T6" fmla="*/ 0 60000 65536"/>
                <a:gd name="T7" fmla="*/ 0 60000 65536"/>
                <a:gd name="T8" fmla="*/ 0 60000 65536"/>
                <a:gd name="T9" fmla="*/ 0 w 21600"/>
                <a:gd name="T10" fmla="*/ 0 h 25303"/>
                <a:gd name="T11" fmla="*/ 21600 w 21600"/>
                <a:gd name="T12" fmla="*/ 25303 h 2530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5303" fill="none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</a:path>
                <a:path w="21600" h="25303" stroke="0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  <a:lnTo>
                    <a:pt x="21600" y="12332"/>
                  </a:lnTo>
                  <a:lnTo>
                    <a:pt x="4328" y="25302"/>
                  </a:lnTo>
                  <a:close/>
                </a:path>
              </a:pathLst>
            </a:custGeom>
            <a:noFill/>
            <a:ln w="38100">
              <a:solidFill>
                <a:srgbClr val="FFFF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65" name="Arc 137">
              <a:extLst>
                <a:ext uri="{FF2B5EF4-FFF2-40B4-BE49-F238E27FC236}">
                  <a16:creationId xmlns:a16="http://schemas.microsoft.com/office/drawing/2014/main" id="{EA00C873-BE93-49E4-B4D7-A93907C565CC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207" y="2072"/>
              <a:ext cx="624" cy="720"/>
            </a:xfrm>
            <a:custGeom>
              <a:avLst/>
              <a:gdLst>
                <a:gd name="T0" fmla="*/ 0 w 21600"/>
                <a:gd name="T1" fmla="*/ 0 h 25303"/>
                <a:gd name="T2" fmla="*/ 0 w 21600"/>
                <a:gd name="T3" fmla="*/ 0 h 25303"/>
                <a:gd name="T4" fmla="*/ 0 w 21600"/>
                <a:gd name="T5" fmla="*/ 0 h 25303"/>
                <a:gd name="T6" fmla="*/ 0 60000 65536"/>
                <a:gd name="T7" fmla="*/ 0 60000 65536"/>
                <a:gd name="T8" fmla="*/ 0 60000 65536"/>
                <a:gd name="T9" fmla="*/ 0 w 21600"/>
                <a:gd name="T10" fmla="*/ 0 h 25303"/>
                <a:gd name="T11" fmla="*/ 21600 w 21600"/>
                <a:gd name="T12" fmla="*/ 25303 h 2530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5303" fill="none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</a:path>
                <a:path w="21600" h="25303" stroke="0" extrusionOk="0">
                  <a:moveTo>
                    <a:pt x="4328" y="25302"/>
                  </a:moveTo>
                  <a:cubicBezTo>
                    <a:pt x="1518" y="21562"/>
                    <a:pt x="0" y="17010"/>
                    <a:pt x="0" y="12332"/>
                  </a:cubicBezTo>
                  <a:cubicBezTo>
                    <a:pt x="-1" y="7922"/>
                    <a:pt x="1349" y="3619"/>
                    <a:pt x="3866" y="-1"/>
                  </a:cubicBezTo>
                  <a:lnTo>
                    <a:pt x="21600" y="12332"/>
                  </a:lnTo>
                  <a:lnTo>
                    <a:pt x="4328" y="25302"/>
                  </a:lnTo>
                  <a:close/>
                </a:path>
              </a:pathLst>
            </a:custGeom>
            <a:noFill/>
            <a:ln w="38100">
              <a:solidFill>
                <a:srgbClr val="FFFF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149" name="Object 138">
            <a:extLst>
              <a:ext uri="{FF2B5EF4-FFF2-40B4-BE49-F238E27FC236}">
                <a16:creationId xmlns:a16="http://schemas.microsoft.com/office/drawing/2014/main" id="{8B3CA4BB-50D2-4CC7-9279-5538A06123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00263" y="5619750"/>
          <a:ext cx="381000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14" name="Equation" r:id="rId26" imgW="181145" imgH="200179" progId="Equation.3">
                  <p:embed/>
                </p:oleObj>
              </mc:Choice>
              <mc:Fallback>
                <p:oleObj name="Equation" r:id="rId26" imgW="181145" imgH="200179" progId="Equation.3">
                  <p:embed/>
                  <p:pic>
                    <p:nvPicPr>
                      <p:cNvPr id="0" name="Object 1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0263" y="5619750"/>
                        <a:ext cx="381000" cy="366713"/>
                      </a:xfrm>
                      <a:prstGeom prst="rect">
                        <a:avLst/>
                      </a:prstGeom>
                      <a:solidFill>
                        <a:srgbClr val="339933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0" name="Group 139">
            <a:extLst>
              <a:ext uri="{FF2B5EF4-FFF2-40B4-BE49-F238E27FC236}">
                <a16:creationId xmlns:a16="http://schemas.microsoft.com/office/drawing/2014/main" id="{EC008C55-536E-47A1-B52E-A954BA52325B}"/>
              </a:ext>
            </a:extLst>
          </p:cNvPr>
          <p:cNvGrpSpPr>
            <a:grpSpLocks/>
          </p:cNvGrpSpPr>
          <p:nvPr/>
        </p:nvGrpSpPr>
        <p:grpSpPr bwMode="auto">
          <a:xfrm>
            <a:off x="1112838" y="5300663"/>
            <a:ext cx="3457575" cy="1182687"/>
            <a:chOff x="2789" y="164"/>
            <a:chExt cx="2178" cy="745"/>
          </a:xfrm>
        </p:grpSpPr>
        <p:sp>
          <p:nvSpPr>
            <p:cNvPr id="38955" name="Line 140">
              <a:extLst>
                <a:ext uri="{FF2B5EF4-FFF2-40B4-BE49-F238E27FC236}">
                  <a16:creationId xmlns:a16="http://schemas.microsoft.com/office/drawing/2014/main" id="{6D573FC8-D6F7-41AE-82BC-006023DD98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9" y="164"/>
              <a:ext cx="1824" cy="0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8956" name="Line 141">
              <a:extLst>
                <a:ext uri="{FF2B5EF4-FFF2-40B4-BE49-F238E27FC236}">
                  <a16:creationId xmlns:a16="http://schemas.microsoft.com/office/drawing/2014/main" id="{D22386F6-397D-469E-98A1-A153CCF353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5" y="845"/>
              <a:ext cx="1814" cy="0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38957" name="Object 142">
              <a:extLst>
                <a:ext uri="{FF2B5EF4-FFF2-40B4-BE49-F238E27FC236}">
                  <a16:creationId xmlns:a16="http://schemas.microsoft.com/office/drawing/2014/main" id="{C3DB3540-C6CD-4FFB-B3B4-3DCCB9C25C0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48" y="618"/>
            <a:ext cx="319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115" name="Equation" r:id="rId28" imgW="314401" imgH="371514" progId="Equation.3">
                    <p:embed/>
                  </p:oleObj>
                </mc:Choice>
                <mc:Fallback>
                  <p:oleObj name="Equation" r:id="rId28" imgW="314401" imgH="371514" progId="Equation.3">
                    <p:embed/>
                    <p:pic>
                      <p:nvPicPr>
                        <p:cNvPr id="0" name="Object 1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48" y="618"/>
                          <a:ext cx="319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4" name="Text Box 31">
            <a:extLst>
              <a:ext uri="{FF2B5EF4-FFF2-40B4-BE49-F238E27FC236}">
                <a16:creationId xmlns:a16="http://schemas.microsoft.com/office/drawing/2014/main" id="{58913343-61E5-4FD3-A202-DBCC9F2F4D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200" y="4640263"/>
            <a:ext cx="52578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kumimoji="1" lang="en-US" altLang="zh-CN" sz="2800" b="1"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磁化面电流</a:t>
            </a:r>
          </a:p>
        </p:txBody>
      </p:sp>
      <p:sp>
        <p:nvSpPr>
          <p:cNvPr id="128" name="Text Box 124">
            <a:extLst>
              <a:ext uri="{FF2B5EF4-FFF2-40B4-BE49-F238E27FC236}">
                <a16:creationId xmlns:a16="http://schemas.microsoft.com/office/drawing/2014/main" id="{03A9DF39-348C-499B-AC76-6A6706B645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0988" y="6469063"/>
            <a:ext cx="6350000" cy="40005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所有分子的磁矩之和与磁化面电流产生的磁矩相等</a:t>
            </a:r>
            <a:endParaRPr kumimoji="1" lang="zh-CN" altLang="en-US" sz="2000" b="1">
              <a:latin typeface="Times New Roman" panose="02020603050405020304" pitchFamily="18" charset="0"/>
            </a:endParaRPr>
          </a:p>
        </p:txBody>
      </p:sp>
      <p:sp>
        <p:nvSpPr>
          <p:cNvPr id="38948" name="Text Box 41">
            <a:extLst>
              <a:ext uri="{FF2B5EF4-FFF2-40B4-BE49-F238E27FC236}">
                <a16:creationId xmlns:a16="http://schemas.microsoft.com/office/drawing/2014/main" id="{CC82EB39-BBE4-4095-8701-F5B94BEF45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6913" y="-41275"/>
            <a:ext cx="25273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4000" b="1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内容回顾</a:t>
            </a:r>
          </a:p>
        </p:txBody>
      </p:sp>
      <p:sp>
        <p:nvSpPr>
          <p:cNvPr id="38949" name="Text Box 2">
            <a:extLst>
              <a:ext uri="{FF2B5EF4-FFF2-40B4-BE49-F238E27FC236}">
                <a16:creationId xmlns:a16="http://schemas.microsoft.com/office/drawing/2014/main" id="{E7E2632D-E2BF-47FB-8659-503B7D0115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663" y="465138"/>
            <a:ext cx="457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1. 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物质的磁性起源</a:t>
            </a:r>
          </a:p>
        </p:txBody>
      </p:sp>
      <p:grpSp>
        <p:nvGrpSpPr>
          <p:cNvPr id="130" name="Group 20">
            <a:extLst>
              <a:ext uri="{FF2B5EF4-FFF2-40B4-BE49-F238E27FC236}">
                <a16:creationId xmlns:a16="http://schemas.microsoft.com/office/drawing/2014/main" id="{A5699E9F-0FDA-47F9-96B3-EB8579B0BC73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4286250"/>
            <a:ext cx="2387600" cy="812800"/>
            <a:chOff x="4088" y="346"/>
            <a:chExt cx="1555" cy="512"/>
          </a:xfrm>
        </p:grpSpPr>
        <p:grpSp>
          <p:nvGrpSpPr>
            <p:cNvPr id="38951" name="Group 21">
              <a:extLst>
                <a:ext uri="{FF2B5EF4-FFF2-40B4-BE49-F238E27FC236}">
                  <a16:creationId xmlns:a16="http://schemas.microsoft.com/office/drawing/2014/main" id="{3F7DDD19-76E8-4A07-B12D-8B733D1865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88" y="346"/>
              <a:ext cx="1555" cy="512"/>
              <a:chOff x="4088" y="300"/>
              <a:chExt cx="1555" cy="512"/>
            </a:xfrm>
          </p:grpSpPr>
          <p:graphicFrame>
            <p:nvGraphicFramePr>
              <p:cNvPr id="38953" name="Object 22">
                <a:extLst>
                  <a:ext uri="{FF2B5EF4-FFF2-40B4-BE49-F238E27FC236}">
                    <a16:creationId xmlns:a16="http://schemas.microsoft.com/office/drawing/2014/main" id="{793420E0-6981-4587-9093-0A918B6DB0C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184" y="347"/>
              <a:ext cx="1427" cy="46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9116" name="Equation" r:id="rId30" imgW="2171657" imgH="657186" progId="Equation.DSMT4">
                      <p:embed/>
                    </p:oleObj>
                  </mc:Choice>
                  <mc:Fallback>
                    <p:oleObj name="Equation" r:id="rId30" imgW="2171657" imgH="657186" progId="Equation.DSMT4">
                      <p:embed/>
                      <p:pic>
                        <p:nvPicPr>
                          <p:cNvPr id="0" name="Object 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84" y="347"/>
                            <a:ext cx="1427" cy="46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8954" name="Rectangle 23">
                <a:extLst>
                  <a:ext uri="{FF2B5EF4-FFF2-40B4-BE49-F238E27FC236}">
                    <a16:creationId xmlns:a16="http://schemas.microsoft.com/office/drawing/2014/main" id="{5C2BD4A8-7033-40DA-98C3-1A51D4A932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8" y="300"/>
                <a:ext cx="1555" cy="497"/>
              </a:xfrm>
              <a:prstGeom prst="rect">
                <a:avLst/>
              </a:prstGeom>
              <a:noFill/>
              <a:ln w="38100">
                <a:solidFill>
                  <a:srgbClr val="FF66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</p:grpSp>
        <p:sp>
          <p:nvSpPr>
            <p:cNvPr id="38952" name="Oval 25">
              <a:extLst>
                <a:ext uri="{FF2B5EF4-FFF2-40B4-BE49-F238E27FC236}">
                  <a16:creationId xmlns:a16="http://schemas.microsoft.com/office/drawing/2014/main" id="{525B9FA7-C14A-4151-9925-C4898844FD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7" y="519"/>
              <a:ext cx="91" cy="9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4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40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40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40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40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40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40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75"/>
                                        <p:tgtEl>
                                          <p:spTgt spid="44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4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40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40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75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9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5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8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1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4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7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07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2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4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9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5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5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5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4" grpId="0" autoUpdateAnimBg="0"/>
      <p:bldP spid="44063" grpId="0" autoUpdateAnimBg="0"/>
      <p:bldP spid="94" grpId="0" autoUpdateAnimBg="0"/>
      <p:bldP spid="95" grpId="0" autoUpdateAnimBg="0"/>
      <p:bldP spid="97" grpId="0" animBg="1"/>
      <p:bldP spid="98" grpId="0" animBg="1"/>
      <p:bldP spid="133" grpId="0" animBg="1"/>
      <p:bldP spid="154" grpId="0" autoUpdateAnimBg="0"/>
      <p:bldP spid="12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AutoShape 2">
            <a:extLst>
              <a:ext uri="{FF2B5EF4-FFF2-40B4-BE49-F238E27FC236}">
                <a16:creationId xmlns:a16="http://schemas.microsoft.com/office/drawing/2014/main" id="{7D0F136F-6973-4E80-A3DF-E211429891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3" y="1731963"/>
            <a:ext cx="1836737" cy="1042987"/>
          </a:xfrm>
          <a:prstGeom prst="wedgeEllipseCallout">
            <a:avLst>
              <a:gd name="adj1" fmla="val 96412"/>
              <a:gd name="adj2" fmla="val -19560"/>
            </a:avLst>
          </a:prstGeom>
          <a:solidFill>
            <a:srgbClr val="FFFF00"/>
          </a:solidFill>
          <a:ln w="9525">
            <a:solidFill>
              <a:srgbClr val="3366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1" lang="zh-CN" altLang="zh-CN" sz="2400" b="1">
              <a:solidFill>
                <a:srgbClr val="0066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31" name="Text Box 3">
            <a:extLst>
              <a:ext uri="{FF2B5EF4-FFF2-40B4-BE49-F238E27FC236}">
                <a16:creationId xmlns:a16="http://schemas.microsoft.com/office/drawing/2014/main" id="{D893DB45-C0CC-4F83-89DD-DF287731AC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938" y="673100"/>
            <a:ext cx="49418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2. 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磁介质中宏观磁场的规律</a:t>
            </a:r>
          </a:p>
        </p:txBody>
      </p:sp>
      <p:sp>
        <p:nvSpPr>
          <p:cNvPr id="22532" name="Text Box 4">
            <a:extLst>
              <a:ext uri="{FF2B5EF4-FFF2-40B4-BE49-F238E27FC236}">
                <a16:creationId xmlns:a16="http://schemas.microsoft.com/office/drawing/2014/main" id="{0EE7A079-A274-4FEE-99C4-D4BAFFE7E9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463" y="1249363"/>
            <a:ext cx="6343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>
                <a:latin typeface="Times New Roman" panose="02020603050405020304" pitchFamily="18" charset="0"/>
              </a:rPr>
              <a:t>1</a:t>
            </a:r>
            <a:r>
              <a:rPr kumimoji="1" lang="zh-CN" altLang="en-US" sz="2800" b="1">
                <a:latin typeface="Times New Roman" panose="02020603050405020304" pitchFamily="18" charset="0"/>
              </a:rPr>
              <a:t>）有介质时的安培环路定理</a:t>
            </a:r>
          </a:p>
        </p:txBody>
      </p:sp>
      <p:graphicFrame>
        <p:nvGraphicFramePr>
          <p:cNvPr id="22533" name="Object 5">
            <a:extLst>
              <a:ext uri="{FF2B5EF4-FFF2-40B4-BE49-F238E27FC236}">
                <a16:creationId xmlns:a16="http://schemas.microsoft.com/office/drawing/2014/main" id="{F6CE6126-3834-4B58-A515-E7A398F4BE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38388" y="1838325"/>
          <a:ext cx="3859212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7" name="Equation" r:id="rId3" imgW="3743314" imgH="657186" progId="Equation.DSMT4">
                  <p:embed/>
                </p:oleObj>
              </mc:Choice>
              <mc:Fallback>
                <p:oleObj name="Equation" r:id="rId3" imgW="3743314" imgH="657186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8388" y="1838325"/>
                        <a:ext cx="3859212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5" name="AutoShape 7">
            <a:extLst>
              <a:ext uri="{FF2B5EF4-FFF2-40B4-BE49-F238E27FC236}">
                <a16:creationId xmlns:a16="http://schemas.microsoft.com/office/drawing/2014/main" id="{C946E1B7-F368-4D74-9DDA-BCAA94A8E6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9325" y="1709738"/>
            <a:ext cx="1476375" cy="612775"/>
          </a:xfrm>
          <a:prstGeom prst="wedgeEllipseCallout">
            <a:avLst>
              <a:gd name="adj1" fmla="val -122884"/>
              <a:gd name="adj2" fmla="val 36310"/>
            </a:avLst>
          </a:prstGeom>
          <a:gradFill rotWithShape="1">
            <a:gsLst>
              <a:gs pos="0">
                <a:srgbClr val="66FFFF"/>
              </a:gs>
              <a:gs pos="50000">
                <a:srgbClr val="FFFFFF"/>
              </a:gs>
              <a:gs pos="100000">
                <a:srgbClr val="66FFFF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1" lang="zh-CN" altLang="zh-CN" sz="2800" b="1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36" name="AutoShape 8">
            <a:extLst>
              <a:ext uri="{FF2B5EF4-FFF2-40B4-BE49-F238E27FC236}">
                <a16:creationId xmlns:a16="http://schemas.microsoft.com/office/drawing/2014/main" id="{A1D3B101-42A3-4A95-A747-56DA609150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6788" y="1198563"/>
            <a:ext cx="1800225" cy="538162"/>
          </a:xfrm>
          <a:prstGeom prst="wedgeEllipseCallout">
            <a:avLst>
              <a:gd name="adj1" fmla="val -124622"/>
              <a:gd name="adj2" fmla="val 83517"/>
            </a:avLst>
          </a:prstGeom>
          <a:gradFill rotWithShape="1">
            <a:gsLst>
              <a:gs pos="0">
                <a:srgbClr val="FF9999"/>
              </a:gs>
              <a:gs pos="50000">
                <a:schemeClr val="bg1"/>
              </a:gs>
              <a:gs pos="100000">
                <a:srgbClr val="FF9999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zh-CN" altLang="zh-CN" sz="2800" b="1">
              <a:solidFill>
                <a:srgbClr val="990033"/>
              </a:solidFill>
              <a:latin typeface="Times New Roman" pitchFamily="18" charset="0"/>
            </a:endParaRPr>
          </a:p>
        </p:txBody>
      </p:sp>
      <p:graphicFrame>
        <p:nvGraphicFramePr>
          <p:cNvPr id="22538" name="Object 10">
            <a:extLst>
              <a:ext uri="{FF2B5EF4-FFF2-40B4-BE49-F238E27FC236}">
                <a16:creationId xmlns:a16="http://schemas.microsoft.com/office/drawing/2014/main" id="{6FA54649-993F-4CB2-A285-513BAE7A30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25538" y="2727325"/>
          <a:ext cx="2728912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8" name="Equation" r:id="rId5" imgW="2495427" imgH="800023" progId="Equation.DSMT4">
                  <p:embed/>
                </p:oleObj>
              </mc:Choice>
              <mc:Fallback>
                <p:oleObj name="Equation" r:id="rId5" imgW="2495427" imgH="800023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5538" y="2727325"/>
                        <a:ext cx="2728912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9" name="Text Box 11">
            <a:extLst>
              <a:ext uri="{FF2B5EF4-FFF2-40B4-BE49-F238E27FC236}">
                <a16:creationId xmlns:a16="http://schemas.microsoft.com/office/drawing/2014/main" id="{1FF15D2E-2217-4460-9AA6-3B1EE68436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875" y="2911475"/>
            <a:ext cx="264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即</a:t>
            </a:r>
          </a:p>
        </p:txBody>
      </p:sp>
      <p:sp>
        <p:nvSpPr>
          <p:cNvPr id="22540" name="Text Box 12">
            <a:extLst>
              <a:ext uri="{FF2B5EF4-FFF2-40B4-BE49-F238E27FC236}">
                <a16:creationId xmlns:a16="http://schemas.microsoft.com/office/drawing/2014/main" id="{44E882E7-3C4A-41B3-9BBF-995377E71B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6813" y="1211263"/>
            <a:ext cx="2397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</a:rPr>
              <a:t>传导电流</a:t>
            </a:r>
          </a:p>
        </p:txBody>
      </p:sp>
      <p:sp>
        <p:nvSpPr>
          <p:cNvPr id="22541" name="Text Box 13">
            <a:extLst>
              <a:ext uri="{FF2B5EF4-FFF2-40B4-BE49-F238E27FC236}">
                <a16:creationId xmlns:a16="http://schemas.microsoft.com/office/drawing/2014/main" id="{6ED1C4F1-E6A6-4CE3-9652-06B3C1ECC0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5838" y="1778000"/>
            <a:ext cx="2000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</a:rPr>
              <a:t>束缚电流</a:t>
            </a:r>
          </a:p>
        </p:txBody>
      </p:sp>
      <p:sp>
        <p:nvSpPr>
          <p:cNvPr id="22542" name="Text Box 14">
            <a:extLst>
              <a:ext uri="{FF2B5EF4-FFF2-40B4-BE49-F238E27FC236}">
                <a16:creationId xmlns:a16="http://schemas.microsoft.com/office/drawing/2014/main" id="{D3DC330D-9D1F-465E-8BFF-DA00BF7673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463550" y="1820863"/>
            <a:ext cx="2592388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0049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有磁介质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0049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的总磁场</a:t>
            </a:r>
          </a:p>
        </p:txBody>
      </p:sp>
      <p:grpSp>
        <p:nvGrpSpPr>
          <p:cNvPr id="2" name="Group 20">
            <a:extLst>
              <a:ext uri="{FF2B5EF4-FFF2-40B4-BE49-F238E27FC236}">
                <a16:creationId xmlns:a16="http://schemas.microsoft.com/office/drawing/2014/main" id="{BF34674B-AB34-4711-AED6-95B0AD135CB0}"/>
              </a:ext>
            </a:extLst>
          </p:cNvPr>
          <p:cNvGrpSpPr>
            <a:grpSpLocks/>
          </p:cNvGrpSpPr>
          <p:nvPr/>
        </p:nvGrpSpPr>
        <p:grpSpPr bwMode="auto">
          <a:xfrm>
            <a:off x="5838825" y="344488"/>
            <a:ext cx="3198813" cy="890587"/>
            <a:chOff x="3560" y="346"/>
            <a:chExt cx="2083" cy="561"/>
          </a:xfrm>
        </p:grpSpPr>
        <p:grpSp>
          <p:nvGrpSpPr>
            <p:cNvPr id="41008" name="Group 21">
              <a:extLst>
                <a:ext uri="{FF2B5EF4-FFF2-40B4-BE49-F238E27FC236}">
                  <a16:creationId xmlns:a16="http://schemas.microsoft.com/office/drawing/2014/main" id="{606E7D6B-15FD-4F75-99ED-4BF9F11B23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60" y="346"/>
              <a:ext cx="2083" cy="561"/>
              <a:chOff x="3560" y="300"/>
              <a:chExt cx="2083" cy="561"/>
            </a:xfrm>
          </p:grpSpPr>
          <p:graphicFrame>
            <p:nvGraphicFramePr>
              <p:cNvPr id="41010" name="Object 22">
                <a:extLst>
                  <a:ext uri="{FF2B5EF4-FFF2-40B4-BE49-F238E27FC236}">
                    <a16:creationId xmlns:a16="http://schemas.microsoft.com/office/drawing/2014/main" id="{3F69AE86-DC09-4169-BF9C-CA4A493B102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184" y="347"/>
              <a:ext cx="1427" cy="46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1059" name="Equation" r:id="rId7" imgW="2171657" imgH="657186" progId="Equation.DSMT4">
                      <p:embed/>
                    </p:oleObj>
                  </mc:Choice>
                  <mc:Fallback>
                    <p:oleObj name="Equation" r:id="rId7" imgW="2171657" imgH="657186" progId="Equation.DSMT4">
                      <p:embed/>
                      <p:pic>
                        <p:nvPicPr>
                          <p:cNvPr id="0" name="Object 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84" y="347"/>
                            <a:ext cx="1427" cy="46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1011" name="Rectangle 23">
                <a:extLst>
                  <a:ext uri="{FF2B5EF4-FFF2-40B4-BE49-F238E27FC236}">
                    <a16:creationId xmlns:a16="http://schemas.microsoft.com/office/drawing/2014/main" id="{632726D8-7E90-426D-876E-8EA47B8C93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8" y="300"/>
                <a:ext cx="1555" cy="497"/>
              </a:xfrm>
              <a:prstGeom prst="rect">
                <a:avLst/>
              </a:prstGeom>
              <a:noFill/>
              <a:ln w="38100">
                <a:solidFill>
                  <a:srgbClr val="FF66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pic>
            <p:nvPicPr>
              <p:cNvPr id="41012" name="Picture 24" descr="dove">
                <a:extLst>
                  <a:ext uri="{FF2B5EF4-FFF2-40B4-BE49-F238E27FC236}">
                    <a16:creationId xmlns:a16="http://schemas.microsoft.com/office/drawing/2014/main" id="{07D659B7-17EF-4F55-9116-BCDBCC2F19C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60" y="300"/>
                <a:ext cx="555" cy="5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41009" name="Oval 25">
              <a:extLst>
                <a:ext uri="{FF2B5EF4-FFF2-40B4-BE49-F238E27FC236}">
                  <a16:creationId xmlns:a16="http://schemas.microsoft.com/office/drawing/2014/main" id="{D642A746-B911-499E-8562-2D2DFE9F4C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7" y="519"/>
              <a:ext cx="91" cy="9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22554" name="Oval 26">
            <a:extLst>
              <a:ext uri="{FF2B5EF4-FFF2-40B4-BE49-F238E27FC236}">
                <a16:creationId xmlns:a16="http://schemas.microsoft.com/office/drawing/2014/main" id="{D55F8CD1-C4DA-493F-A8BE-F62D96F9AC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4738" y="2054225"/>
            <a:ext cx="144462" cy="14446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2555" name="Oval 27">
            <a:extLst>
              <a:ext uri="{FF2B5EF4-FFF2-40B4-BE49-F238E27FC236}">
                <a16:creationId xmlns:a16="http://schemas.microsoft.com/office/drawing/2014/main" id="{D0274CA7-D7EF-4D50-99FE-6654D00E85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6650" y="3079750"/>
            <a:ext cx="144463" cy="14446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2558" name="Text Box 30">
            <a:extLst>
              <a:ext uri="{FF2B5EF4-FFF2-40B4-BE49-F238E27FC236}">
                <a16:creationId xmlns:a16="http://schemas.microsoft.com/office/drawing/2014/main" id="{44E925C5-9475-4B2B-B3C2-14C7ED15D7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4350" y="2306638"/>
            <a:ext cx="3873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1600" b="1">
                <a:latin typeface="Times New Roman" panose="02020603050405020304" pitchFamily="18" charset="0"/>
              </a:rPr>
              <a:t>内</a:t>
            </a:r>
          </a:p>
        </p:txBody>
      </p:sp>
      <p:sp>
        <p:nvSpPr>
          <p:cNvPr id="22559" name="Text Box 31">
            <a:extLst>
              <a:ext uri="{FF2B5EF4-FFF2-40B4-BE49-F238E27FC236}">
                <a16:creationId xmlns:a16="http://schemas.microsoft.com/office/drawing/2014/main" id="{3D040366-D622-4D1B-A511-C9AD23283B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7850" y="2293938"/>
            <a:ext cx="3873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1600" b="1">
                <a:latin typeface="Times New Roman" panose="02020603050405020304" pitchFamily="18" charset="0"/>
              </a:rPr>
              <a:t>内</a:t>
            </a:r>
          </a:p>
        </p:txBody>
      </p:sp>
      <p:sp>
        <p:nvSpPr>
          <p:cNvPr id="22560" name="Text Box 32">
            <a:extLst>
              <a:ext uri="{FF2B5EF4-FFF2-40B4-BE49-F238E27FC236}">
                <a16:creationId xmlns:a16="http://schemas.microsoft.com/office/drawing/2014/main" id="{4FDCB8AA-0783-4F42-A48B-125D490C11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0738" y="811213"/>
            <a:ext cx="3873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1600" b="1">
                <a:latin typeface="Times New Roman" panose="02020603050405020304" pitchFamily="18" charset="0"/>
              </a:rPr>
              <a:t>内</a:t>
            </a:r>
          </a:p>
        </p:txBody>
      </p:sp>
      <p:sp>
        <p:nvSpPr>
          <p:cNvPr id="40979" name="Text Box 75">
            <a:extLst>
              <a:ext uri="{FF2B5EF4-FFF2-40B4-BE49-F238E27FC236}">
                <a16:creationId xmlns:a16="http://schemas.microsoft.com/office/drawing/2014/main" id="{BE041651-7798-4467-9382-FFD111614C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4100" y="6440488"/>
            <a:ext cx="4159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</a:p>
        </p:txBody>
      </p:sp>
      <p:sp>
        <p:nvSpPr>
          <p:cNvPr id="40980" name="灯片编号占位符 2">
            <a:extLst>
              <a:ext uri="{FF2B5EF4-FFF2-40B4-BE49-F238E27FC236}">
                <a16:creationId xmlns:a16="http://schemas.microsoft.com/office/drawing/2014/main" id="{5EFA1206-97DF-43D4-AFCE-8864312A9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3DB63CA-D516-4297-9A1B-0C9711C93168}" type="slidenum">
              <a:rPr lang="en-US" altLang="zh-CN" sz="1400" smtClean="0"/>
              <a:pPr>
                <a:spcBef>
                  <a:spcPct val="0"/>
                </a:spcBef>
                <a:buFontTx/>
                <a:buNone/>
              </a:pPr>
              <a:t>34</a:t>
            </a:fld>
            <a:endParaRPr lang="en-US" altLang="zh-CN" sz="1400"/>
          </a:p>
        </p:txBody>
      </p:sp>
      <p:graphicFrame>
        <p:nvGraphicFramePr>
          <p:cNvPr id="37" name="Object 7">
            <a:extLst>
              <a:ext uri="{FF2B5EF4-FFF2-40B4-BE49-F238E27FC236}">
                <a16:creationId xmlns:a16="http://schemas.microsoft.com/office/drawing/2014/main" id="{FE51D057-15FF-445B-A81E-50FCEF4E87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35438" y="2814638"/>
          <a:ext cx="2251075" cy="836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0" name="Equation" r:id="rId10" imgW="2124115" imgH="657186" progId="Equation.DSMT4">
                  <p:embed/>
                </p:oleObj>
              </mc:Choice>
              <mc:Fallback>
                <p:oleObj name="Equation" r:id="rId10" imgW="2124115" imgH="657186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5438" y="2814638"/>
                        <a:ext cx="2251075" cy="836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Rectangle 9">
            <a:extLst>
              <a:ext uri="{FF2B5EF4-FFF2-40B4-BE49-F238E27FC236}">
                <a16:creationId xmlns:a16="http://schemas.microsoft.com/office/drawing/2014/main" id="{CB2E5211-4A54-488F-8F2D-2214885639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2238" y="2779713"/>
            <a:ext cx="2635250" cy="836612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40" name="Oval 14">
            <a:extLst>
              <a:ext uri="{FF2B5EF4-FFF2-40B4-BE49-F238E27FC236}">
                <a16:creationId xmlns:a16="http://schemas.microsoft.com/office/drawing/2014/main" id="{4F4E9D8B-F818-40D4-926F-5F558E99A5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3375" y="3025775"/>
            <a:ext cx="144463" cy="14446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41" name="Text Box 21">
            <a:extLst>
              <a:ext uri="{FF2B5EF4-FFF2-40B4-BE49-F238E27FC236}">
                <a16:creationId xmlns:a16="http://schemas.microsoft.com/office/drawing/2014/main" id="{6743A02D-9C90-475A-B057-8F10A58471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6288" y="3314700"/>
            <a:ext cx="3873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1600" b="1">
                <a:latin typeface="Times New Roman" panose="02020603050405020304" pitchFamily="18" charset="0"/>
              </a:rPr>
              <a:t>内</a:t>
            </a:r>
          </a:p>
        </p:txBody>
      </p:sp>
      <p:grpSp>
        <p:nvGrpSpPr>
          <p:cNvPr id="42" name="Group 31">
            <a:extLst>
              <a:ext uri="{FF2B5EF4-FFF2-40B4-BE49-F238E27FC236}">
                <a16:creationId xmlns:a16="http://schemas.microsoft.com/office/drawing/2014/main" id="{77BAEF18-E3A5-4C14-B2FE-972825B3978D}"/>
              </a:ext>
            </a:extLst>
          </p:cNvPr>
          <p:cNvGrpSpPr>
            <a:grpSpLocks/>
          </p:cNvGrpSpPr>
          <p:nvPr/>
        </p:nvGrpSpPr>
        <p:grpSpPr bwMode="auto">
          <a:xfrm>
            <a:off x="6843713" y="2546350"/>
            <a:ext cx="2454275" cy="538163"/>
            <a:chOff x="3303" y="1567"/>
            <a:chExt cx="1546" cy="339"/>
          </a:xfrm>
        </p:grpSpPr>
        <p:sp>
          <p:nvSpPr>
            <p:cNvPr id="41006" name="AutoShape 32">
              <a:extLst>
                <a:ext uri="{FF2B5EF4-FFF2-40B4-BE49-F238E27FC236}">
                  <a16:creationId xmlns:a16="http://schemas.microsoft.com/office/drawing/2014/main" id="{FBF83D8A-3918-4F56-AC7E-4F52E0614E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3" y="1567"/>
              <a:ext cx="1134" cy="339"/>
            </a:xfrm>
            <a:prstGeom prst="wedgeEllipseCallout">
              <a:avLst>
                <a:gd name="adj1" fmla="val -72611"/>
                <a:gd name="adj2" fmla="val 62644"/>
              </a:avLst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1" lang="zh-CN" altLang="zh-CN" sz="2800" b="1">
                <a:solidFill>
                  <a:srgbClr val="990033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007" name="Text Box 33">
              <a:extLst>
                <a:ext uri="{FF2B5EF4-FFF2-40B4-BE49-F238E27FC236}">
                  <a16:creationId xmlns:a16="http://schemas.microsoft.com/office/drawing/2014/main" id="{047652F2-8001-44B8-8ADD-7BBF86A524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65" y="1585"/>
              <a:ext cx="1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400" b="1">
                  <a:latin typeface="Times New Roman" panose="02020603050405020304" pitchFamily="18" charset="0"/>
                  <a:ea typeface="黑体" panose="02010609060101010101" pitchFamily="49" charset="-122"/>
                </a:rPr>
                <a:t>自由电流</a:t>
              </a:r>
            </a:p>
          </p:txBody>
        </p:sp>
      </p:grpSp>
      <p:sp>
        <p:nvSpPr>
          <p:cNvPr id="45" name="Text Box 8">
            <a:extLst>
              <a:ext uri="{FF2B5EF4-FFF2-40B4-BE49-F238E27FC236}">
                <a16:creationId xmlns:a16="http://schemas.microsoft.com/office/drawing/2014/main" id="{D8CEBB4A-3319-4702-A4D4-E71EBDA72B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4350" y="3656013"/>
            <a:ext cx="5921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——</a:t>
            </a: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磁场强度的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安培环路定理 </a:t>
            </a:r>
          </a:p>
        </p:txBody>
      </p:sp>
      <p:sp>
        <p:nvSpPr>
          <p:cNvPr id="48" name="Text Box 6">
            <a:extLst>
              <a:ext uri="{FF2B5EF4-FFF2-40B4-BE49-F238E27FC236}">
                <a16:creationId xmlns:a16="http://schemas.microsoft.com/office/drawing/2014/main" id="{47A5170D-4A0E-40BA-86C7-14115C3096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975" y="4203700"/>
            <a:ext cx="70913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>
                <a:latin typeface="Times New Roman" panose="02020603050405020304" pitchFamily="18" charset="0"/>
              </a:rPr>
              <a:t>2</a:t>
            </a:r>
            <a:r>
              <a:rPr kumimoji="1" lang="zh-CN" altLang="en-US" sz="2800" b="1">
                <a:latin typeface="Times New Roman" panose="02020603050405020304" pitchFamily="18" charset="0"/>
              </a:rPr>
              <a:t>）                   三矢量之间的关系</a:t>
            </a:r>
          </a:p>
        </p:txBody>
      </p:sp>
      <p:graphicFrame>
        <p:nvGraphicFramePr>
          <p:cNvPr id="49" name="Object 7">
            <a:extLst>
              <a:ext uri="{FF2B5EF4-FFF2-40B4-BE49-F238E27FC236}">
                <a16:creationId xmlns:a16="http://schemas.microsoft.com/office/drawing/2014/main" id="{EACB0C6C-115A-462E-A77B-BD9EF18DF3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96975" y="4214813"/>
          <a:ext cx="1816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1" name="Equation" r:id="rId12" imgW="1704914" imgH="352399" progId="Equation.DSMT4">
                  <p:embed/>
                </p:oleObj>
              </mc:Choice>
              <mc:Fallback>
                <p:oleObj name="Equation" r:id="rId12" imgW="1704914" imgH="352399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6975" y="4214813"/>
                        <a:ext cx="1816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Text Box 8">
            <a:extLst>
              <a:ext uri="{FF2B5EF4-FFF2-40B4-BE49-F238E27FC236}">
                <a16:creationId xmlns:a16="http://schemas.microsoft.com/office/drawing/2014/main" id="{818A7F55-4ADB-468E-BE29-95735E72A4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25" y="4713288"/>
            <a:ext cx="76311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各向同性的线性磁介质</a:t>
            </a:r>
          </a:p>
        </p:txBody>
      </p:sp>
      <p:graphicFrame>
        <p:nvGraphicFramePr>
          <p:cNvPr id="51" name="Object 9">
            <a:extLst>
              <a:ext uri="{FF2B5EF4-FFF2-40B4-BE49-F238E27FC236}">
                <a16:creationId xmlns:a16="http://schemas.microsoft.com/office/drawing/2014/main" id="{8F41157A-410F-44D0-962C-C3A6C41342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02125" y="4760913"/>
          <a:ext cx="1524000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2" name="Equation" r:id="rId14" imgW="1485943" imgH="352399" progId="Equation.3">
                  <p:embed/>
                </p:oleObj>
              </mc:Choice>
              <mc:Fallback>
                <p:oleObj name="Equation" r:id="rId14" imgW="1485943" imgH="352399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2125" y="4760913"/>
                        <a:ext cx="1524000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Text Box 11">
            <a:extLst>
              <a:ext uri="{FF2B5EF4-FFF2-40B4-BE49-F238E27FC236}">
                <a16:creationId xmlns:a16="http://schemas.microsoft.com/office/drawing/2014/main" id="{4E476341-B4CD-4C1F-BFB9-FB3861C57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7850" y="4957763"/>
            <a:ext cx="37496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</a:rPr>
              <a:t>——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介质磁化率</a:t>
            </a:r>
          </a:p>
        </p:txBody>
      </p:sp>
      <p:graphicFrame>
        <p:nvGraphicFramePr>
          <p:cNvPr id="54" name="Object 12">
            <a:extLst>
              <a:ext uri="{FF2B5EF4-FFF2-40B4-BE49-F238E27FC236}">
                <a16:creationId xmlns:a16="http://schemas.microsoft.com/office/drawing/2014/main" id="{99F362E7-494A-4F51-9FAF-E3A494D88F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2775" y="5391150"/>
          <a:ext cx="2247900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3" name="Equation" r:id="rId16" imgW="2428799" imgH="447624" progId="Equation.DSMT4">
                  <p:embed/>
                </p:oleObj>
              </mc:Choice>
              <mc:Fallback>
                <p:oleObj name="Equation" r:id="rId16" imgW="2428799" imgH="447624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775" y="5391150"/>
                        <a:ext cx="2247900" cy="52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Object 14">
            <a:extLst>
              <a:ext uri="{FF2B5EF4-FFF2-40B4-BE49-F238E27FC236}">
                <a16:creationId xmlns:a16="http://schemas.microsoft.com/office/drawing/2014/main" id="{C9EDB7FD-C159-4046-A2A1-F519BDBC64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52750" y="5367338"/>
          <a:ext cx="1976438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4" name="Equation" r:id="rId18" imgW="2374900" imgH="558800" progId="Equation.DSMT4">
                  <p:embed/>
                </p:oleObj>
              </mc:Choice>
              <mc:Fallback>
                <p:oleObj name="Equation" r:id="rId18" imgW="2374900" imgH="5588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2750" y="5367338"/>
                        <a:ext cx="1976438" cy="528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Object 15">
            <a:extLst>
              <a:ext uri="{FF2B5EF4-FFF2-40B4-BE49-F238E27FC236}">
                <a16:creationId xmlns:a16="http://schemas.microsoft.com/office/drawing/2014/main" id="{A6A63A48-6A25-4945-8A3E-68A9CE7CDC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84750" y="5403850"/>
          <a:ext cx="125730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5" name="Equation" r:id="rId20" imgW="1473200" imgH="558800" progId="Equation.DSMT4">
                  <p:embed/>
                </p:oleObj>
              </mc:Choice>
              <mc:Fallback>
                <p:oleObj name="Equation" r:id="rId20" imgW="1473200" imgH="5588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4750" y="5403850"/>
                        <a:ext cx="1257300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Object 18">
            <a:extLst>
              <a:ext uri="{FF2B5EF4-FFF2-40B4-BE49-F238E27FC236}">
                <a16:creationId xmlns:a16="http://schemas.microsoft.com/office/drawing/2014/main" id="{2D1CF70D-8AB2-46A6-AB47-E2315BD803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89675" y="5340350"/>
          <a:ext cx="1096963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6" name="Equation" r:id="rId22" imgW="381029" imgH="209563" progId="Equation.DSMT4">
                  <p:embed/>
                </p:oleObj>
              </mc:Choice>
              <mc:Fallback>
                <p:oleObj name="Equation" r:id="rId22" imgW="381029" imgH="209563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9675" y="5340350"/>
                        <a:ext cx="1096963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" name="Text Box 42">
            <a:extLst>
              <a:ext uri="{FF2B5EF4-FFF2-40B4-BE49-F238E27FC236}">
                <a16:creationId xmlns:a16="http://schemas.microsoft.com/office/drawing/2014/main" id="{30730EAE-6308-4D04-AEA1-74440CFBE5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8438" y="5883275"/>
            <a:ext cx="28638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相对磁导率</a:t>
            </a:r>
          </a:p>
        </p:txBody>
      </p:sp>
      <p:sp>
        <p:nvSpPr>
          <p:cNvPr id="68" name="Text Box 43">
            <a:extLst>
              <a:ext uri="{FF2B5EF4-FFF2-40B4-BE49-F238E27FC236}">
                <a16:creationId xmlns:a16="http://schemas.microsoft.com/office/drawing/2014/main" id="{906C63A8-34F6-458F-BBA5-B4CC0404CA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3525" y="5859463"/>
            <a:ext cx="28082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介质磁导率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5E772846-CC88-4E07-BFC3-E691B7FA39B1}"/>
              </a:ext>
            </a:extLst>
          </p:cNvPr>
          <p:cNvCxnSpPr/>
          <p:nvPr/>
        </p:nvCxnSpPr>
        <p:spPr>
          <a:xfrm>
            <a:off x="3562350" y="5919788"/>
            <a:ext cx="955675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D674C752-A846-43E4-AB79-BF4A0C3E9FCF}"/>
              </a:ext>
            </a:extLst>
          </p:cNvPr>
          <p:cNvCxnSpPr/>
          <p:nvPr/>
        </p:nvCxnSpPr>
        <p:spPr>
          <a:xfrm>
            <a:off x="4995863" y="5178425"/>
            <a:ext cx="455612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48B378BB-9301-469C-AAAB-EA804AB9A7E0}"/>
              </a:ext>
            </a:extLst>
          </p:cNvPr>
          <p:cNvCxnSpPr/>
          <p:nvPr/>
        </p:nvCxnSpPr>
        <p:spPr>
          <a:xfrm>
            <a:off x="5613400" y="5895975"/>
            <a:ext cx="293688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FEBAC4C0-9A3B-4DA0-9C03-91A135283761}"/>
              </a:ext>
            </a:extLst>
          </p:cNvPr>
          <p:cNvCxnSpPr/>
          <p:nvPr/>
        </p:nvCxnSpPr>
        <p:spPr>
          <a:xfrm>
            <a:off x="6630988" y="5878513"/>
            <a:ext cx="293687" cy="0"/>
          </a:xfrm>
          <a:prstGeom prst="line">
            <a:avLst/>
          </a:prstGeom>
          <a:ln w="25400">
            <a:solidFill>
              <a:srgbClr val="00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002" name="Text Box 41">
            <a:extLst>
              <a:ext uri="{FF2B5EF4-FFF2-40B4-BE49-F238E27FC236}">
                <a16:creationId xmlns:a16="http://schemas.microsoft.com/office/drawing/2014/main" id="{D68CC646-DB87-420F-8A36-C06DAC2237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6913" y="-41275"/>
            <a:ext cx="25273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4000" b="1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内容回顾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E617C5B0-57EE-4459-A4FA-204D1F7C9F5F}"/>
              </a:ext>
            </a:extLst>
          </p:cNvPr>
          <p:cNvGrpSpPr>
            <a:grpSpLocks/>
          </p:cNvGrpSpPr>
          <p:nvPr/>
        </p:nvGrpSpPr>
        <p:grpSpPr bwMode="auto">
          <a:xfrm>
            <a:off x="620713" y="6288088"/>
            <a:ext cx="7091362" cy="519112"/>
            <a:chOff x="462561" y="6352073"/>
            <a:chExt cx="7091362" cy="519112"/>
          </a:xfrm>
        </p:grpSpPr>
        <p:sp>
          <p:nvSpPr>
            <p:cNvPr id="41004" name="Text Box 6">
              <a:extLst>
                <a:ext uri="{FF2B5EF4-FFF2-40B4-BE49-F238E27FC236}">
                  <a16:creationId xmlns:a16="http://schemas.microsoft.com/office/drawing/2014/main" id="{036F6FA0-8961-4799-8C2D-CEE1328FD4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561" y="6352073"/>
              <a:ext cx="7091362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8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重点</a:t>
              </a:r>
              <a:r>
                <a:rPr kumimoji="1" lang="zh-CN" altLang="en-US" sz="2800" b="1">
                  <a:latin typeface="Times New Roman" panose="02020603050405020304" pitchFamily="18" charset="0"/>
                </a:rPr>
                <a:t>：                     </a:t>
              </a:r>
              <a:r>
                <a:rPr kumimoji="1" lang="zh-CN" altLang="en-US" sz="28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的计算</a:t>
              </a:r>
            </a:p>
          </p:txBody>
        </p:sp>
        <p:graphicFrame>
          <p:nvGraphicFramePr>
            <p:cNvPr id="41005" name="Object 7">
              <a:extLst>
                <a:ext uri="{FF2B5EF4-FFF2-40B4-BE49-F238E27FC236}">
                  <a16:creationId xmlns:a16="http://schemas.microsoft.com/office/drawing/2014/main" id="{39761356-F5A0-48BE-8440-178A6C09B5F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80561" y="6374426"/>
            <a:ext cx="1816100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67" name="Equation" r:id="rId24" imgW="1704914" imgH="352399" progId="Equation.DSMT4">
                    <p:embed/>
                  </p:oleObj>
                </mc:Choice>
                <mc:Fallback>
                  <p:oleObj name="Equation" r:id="rId24" imgW="1704914" imgH="352399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0561" y="6374426"/>
                          <a:ext cx="1816100" cy="469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75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75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2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75"/>
                                        <p:tgtEl>
                                          <p:spTgt spid="2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2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75"/>
                                        <p:tgtEl>
                                          <p:spTgt spid="22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2" dur="500"/>
                                        <p:tgtEl>
                                          <p:spTgt spid="22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6" dur="500"/>
                                        <p:tgtEl>
                                          <p:spTgt spid="22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0" dur="500"/>
                                        <p:tgtEl>
                                          <p:spTgt spid="22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5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8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4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75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75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75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75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8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53" dur="5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4" dur="5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5" dur="5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3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65"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66"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7"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 nodeType="clickPar">
                      <p:stCondLst>
                        <p:cond delay="indefinite"/>
                      </p:stCondLst>
                      <p:childTnLst>
                        <p:par>
                          <p:cTn id="1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 animBg="1" autoUpdateAnimBg="0"/>
      <p:bldP spid="22531" grpId="0" autoUpdateAnimBg="0"/>
      <p:bldP spid="22532" grpId="0" autoUpdateAnimBg="0"/>
      <p:bldP spid="22535" grpId="0" animBg="1" autoUpdateAnimBg="0"/>
      <p:bldP spid="22536" grpId="0" animBg="1" autoUpdateAnimBg="0"/>
      <p:bldP spid="22539" grpId="0" autoUpdateAnimBg="0"/>
      <p:bldP spid="22540" grpId="0"/>
      <p:bldP spid="22541" grpId="0"/>
      <p:bldP spid="22542" grpId="0"/>
      <p:bldP spid="22554" grpId="0" animBg="1"/>
      <p:bldP spid="22555" grpId="0" animBg="1"/>
      <p:bldP spid="22558" grpId="0"/>
      <p:bldP spid="22559" grpId="0"/>
      <p:bldP spid="22560" grpId="0"/>
      <p:bldP spid="38" grpId="0" animBg="1"/>
      <p:bldP spid="40" grpId="0" animBg="1"/>
      <p:bldP spid="41" grpId="0"/>
      <p:bldP spid="45" grpId="0" autoUpdateAnimBg="0"/>
      <p:bldP spid="48" grpId="0"/>
      <p:bldP spid="50" grpId="0" autoUpdateAnimBg="0"/>
      <p:bldP spid="53" grpId="0" autoUpdateAnimBg="0"/>
      <p:bldP spid="67" grpId="0"/>
      <p:bldP spid="68" grpId="0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3330</TotalTime>
  <Words>1896</Words>
  <Application>Microsoft Office PowerPoint</Application>
  <PresentationFormat>全屏显示(4:3)</PresentationFormat>
  <Paragraphs>471</Paragraphs>
  <Slides>34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34</vt:i4>
      </vt:variant>
    </vt:vector>
  </HeadingPairs>
  <TitlesOfParts>
    <vt:vector size="47" baseType="lpstr">
      <vt:lpstr>黑体</vt:lpstr>
      <vt:lpstr>楷体_GB2312</vt:lpstr>
      <vt:lpstr>隶书</vt:lpstr>
      <vt:lpstr>宋体</vt:lpstr>
      <vt:lpstr>Arial</vt:lpstr>
      <vt:lpstr>Symbol</vt:lpstr>
      <vt:lpstr>Times New Roman</vt:lpstr>
      <vt:lpstr>Wingdings</vt:lpstr>
      <vt:lpstr>默认设计模板</vt:lpstr>
      <vt:lpstr>Equation</vt:lpstr>
      <vt:lpstr>公式</vt:lpstr>
      <vt:lpstr>剪辑</vt:lpstr>
      <vt:lpstr>位图图像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Liuwei</dc:creator>
  <cp:lastModifiedBy>Liuwei</cp:lastModifiedBy>
  <cp:revision>117</cp:revision>
  <cp:lastPrinted>1601-01-01T00:00:00Z</cp:lastPrinted>
  <dcterms:created xsi:type="dcterms:W3CDTF">1601-01-01T00:00:00Z</dcterms:created>
  <dcterms:modified xsi:type="dcterms:W3CDTF">2025-09-05T04:46:51Z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