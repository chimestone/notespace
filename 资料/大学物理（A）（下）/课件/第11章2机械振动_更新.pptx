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606" r:id="rId2"/>
    <p:sldId id="607" r:id="rId3"/>
    <p:sldId id="608" r:id="rId4"/>
    <p:sldId id="667" r:id="rId5"/>
    <p:sldId id="610" r:id="rId6"/>
    <p:sldId id="670" r:id="rId7"/>
    <p:sldId id="659" r:id="rId8"/>
    <p:sldId id="660" r:id="rId9"/>
    <p:sldId id="613" r:id="rId10"/>
    <p:sldId id="614" r:id="rId11"/>
    <p:sldId id="615" r:id="rId12"/>
    <p:sldId id="675" r:id="rId13"/>
    <p:sldId id="676" r:id="rId14"/>
    <p:sldId id="677" r:id="rId15"/>
    <p:sldId id="678" r:id="rId16"/>
    <p:sldId id="679" r:id="rId17"/>
    <p:sldId id="616" r:id="rId18"/>
    <p:sldId id="617" r:id="rId19"/>
    <p:sldId id="618" r:id="rId20"/>
    <p:sldId id="619" r:id="rId21"/>
    <p:sldId id="648" r:id="rId22"/>
    <p:sldId id="620" r:id="rId23"/>
    <p:sldId id="621" r:id="rId24"/>
    <p:sldId id="622" r:id="rId25"/>
    <p:sldId id="623" r:id="rId26"/>
    <p:sldId id="640" r:id="rId27"/>
    <p:sldId id="641" r:id="rId28"/>
    <p:sldId id="664" r:id="rId29"/>
    <p:sldId id="665" r:id="rId30"/>
    <p:sldId id="624" r:id="rId31"/>
    <p:sldId id="625" r:id="rId32"/>
    <p:sldId id="626" r:id="rId33"/>
    <p:sldId id="627" r:id="rId34"/>
    <p:sldId id="628" r:id="rId35"/>
    <p:sldId id="629" r:id="rId36"/>
    <p:sldId id="630" r:id="rId37"/>
    <p:sldId id="631" r:id="rId38"/>
    <p:sldId id="632" r:id="rId39"/>
    <p:sldId id="633" r:id="rId40"/>
    <p:sldId id="642" r:id="rId41"/>
    <p:sldId id="647" r:id="rId4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660066"/>
    <a:srgbClr val="9900CC"/>
    <a:srgbClr val="800080"/>
    <a:srgbClr val="990033"/>
    <a:srgbClr val="CC0099"/>
    <a:srgbClr val="00FF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14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9.wmf"/><Relationship Id="rId7" Type="http://schemas.openxmlformats.org/officeDocument/2006/relationships/image" Target="../media/image22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9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0.wmf"/><Relationship Id="rId1" Type="http://schemas.openxmlformats.org/officeDocument/2006/relationships/image" Target="../media/image47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11.wmf"/><Relationship Id="rId1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7.wmf"/><Relationship Id="rId7" Type="http://schemas.openxmlformats.org/officeDocument/2006/relationships/image" Target="../media/image5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0.wmf"/><Relationship Id="rId9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62.wmf"/><Relationship Id="rId1" Type="http://schemas.openxmlformats.org/officeDocument/2006/relationships/image" Target="../media/image71.wmf"/><Relationship Id="rId4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79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1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102.wmf"/><Relationship Id="rId3" Type="http://schemas.openxmlformats.org/officeDocument/2006/relationships/image" Target="../media/image93.w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11.wmf"/><Relationship Id="rId11" Type="http://schemas.openxmlformats.org/officeDocument/2006/relationships/image" Target="../media/image100.wmf"/><Relationship Id="rId5" Type="http://schemas.openxmlformats.org/officeDocument/2006/relationships/image" Target="../media/image95.wmf"/><Relationship Id="rId10" Type="http://schemas.openxmlformats.org/officeDocument/2006/relationships/image" Target="../media/image99.wmf"/><Relationship Id="rId4" Type="http://schemas.openxmlformats.org/officeDocument/2006/relationships/image" Target="../media/image94.wmf"/><Relationship Id="rId9" Type="http://schemas.openxmlformats.org/officeDocument/2006/relationships/image" Target="../media/image9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5.wmf"/><Relationship Id="rId2" Type="http://schemas.openxmlformats.org/officeDocument/2006/relationships/image" Target="../media/image11.wmf"/><Relationship Id="rId1" Type="http://schemas.openxmlformats.org/officeDocument/2006/relationships/image" Target="../media/image103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10" Type="http://schemas.openxmlformats.org/officeDocument/2006/relationships/image" Target="../media/image115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4" Type="http://schemas.openxmlformats.org/officeDocument/2006/relationships/image" Target="../media/image9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1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12" Type="http://schemas.openxmlformats.org/officeDocument/2006/relationships/image" Target="../media/image130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wmf"/><Relationship Id="rId5" Type="http://schemas.openxmlformats.org/officeDocument/2006/relationships/image" Target="../media/image123.wmf"/><Relationship Id="rId15" Type="http://schemas.openxmlformats.org/officeDocument/2006/relationships/image" Target="../media/image133.wmf"/><Relationship Id="rId10" Type="http://schemas.openxmlformats.org/officeDocument/2006/relationships/image" Target="../media/image128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Relationship Id="rId14" Type="http://schemas.openxmlformats.org/officeDocument/2006/relationships/image" Target="../media/image13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image" Target="../media/image146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12" Type="http://schemas.openxmlformats.org/officeDocument/2006/relationships/image" Target="../media/image145.wmf"/><Relationship Id="rId17" Type="http://schemas.openxmlformats.org/officeDocument/2006/relationships/image" Target="../media/image150.wmf"/><Relationship Id="rId2" Type="http://schemas.openxmlformats.org/officeDocument/2006/relationships/image" Target="../media/image135.wmf"/><Relationship Id="rId16" Type="http://schemas.openxmlformats.org/officeDocument/2006/relationships/image" Target="../media/image149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11" Type="http://schemas.openxmlformats.org/officeDocument/2006/relationships/image" Target="../media/image144.wmf"/><Relationship Id="rId5" Type="http://schemas.openxmlformats.org/officeDocument/2006/relationships/image" Target="../media/image138.wmf"/><Relationship Id="rId15" Type="http://schemas.openxmlformats.org/officeDocument/2006/relationships/image" Target="../media/image148.png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Relationship Id="rId1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11" Type="http://schemas.openxmlformats.org/officeDocument/2006/relationships/image" Target="../media/image161.wmf"/><Relationship Id="rId5" Type="http://schemas.openxmlformats.org/officeDocument/2006/relationships/image" Target="../media/image155.wmf"/><Relationship Id="rId10" Type="http://schemas.openxmlformats.org/officeDocument/2006/relationships/image" Target="../media/image160.wmf"/><Relationship Id="rId4" Type="http://schemas.openxmlformats.org/officeDocument/2006/relationships/image" Target="../media/image154.wmf"/><Relationship Id="rId9" Type="http://schemas.openxmlformats.org/officeDocument/2006/relationships/image" Target="../media/image15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62.wmf"/><Relationship Id="rId7" Type="http://schemas.openxmlformats.org/officeDocument/2006/relationships/image" Target="../media/image165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image" Target="../media/image168.emf"/><Relationship Id="rId4" Type="http://schemas.openxmlformats.org/officeDocument/2006/relationships/image" Target="../media/image63.wmf"/><Relationship Id="rId9" Type="http://schemas.openxmlformats.org/officeDocument/2006/relationships/image" Target="../media/image16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71.wmf"/><Relationship Id="rId7" Type="http://schemas.openxmlformats.org/officeDocument/2006/relationships/image" Target="../media/image152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51.wmf"/><Relationship Id="rId5" Type="http://schemas.openxmlformats.org/officeDocument/2006/relationships/image" Target="../media/image161.wmf"/><Relationship Id="rId4" Type="http://schemas.openxmlformats.org/officeDocument/2006/relationships/image" Target="../media/image157.wmf"/><Relationship Id="rId9" Type="http://schemas.openxmlformats.org/officeDocument/2006/relationships/image" Target="../media/image15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7.wmf"/><Relationship Id="rId7" Type="http://schemas.openxmlformats.org/officeDocument/2006/relationships/image" Target="../media/image190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1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Relationship Id="rId9" Type="http://schemas.openxmlformats.org/officeDocument/2006/relationships/image" Target="../media/image19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png"/><Relationship Id="rId1" Type="http://schemas.openxmlformats.org/officeDocument/2006/relationships/image" Target="../media/image196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3.wmf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12" Type="http://schemas.openxmlformats.org/officeDocument/2006/relationships/image" Target="../media/image212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1.wmf"/><Relationship Id="rId5" Type="http://schemas.openxmlformats.org/officeDocument/2006/relationships/image" Target="../media/image205.wmf"/><Relationship Id="rId15" Type="http://schemas.openxmlformats.org/officeDocument/2006/relationships/image" Target="../media/image11.wmf"/><Relationship Id="rId10" Type="http://schemas.openxmlformats.org/officeDocument/2006/relationships/image" Target="../media/image210.wmf"/><Relationship Id="rId4" Type="http://schemas.openxmlformats.org/officeDocument/2006/relationships/image" Target="../media/image204.wmf"/><Relationship Id="rId9" Type="http://schemas.openxmlformats.org/officeDocument/2006/relationships/image" Target="../media/image209.wmf"/><Relationship Id="rId14" Type="http://schemas.openxmlformats.org/officeDocument/2006/relationships/image" Target="../media/image21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4" Type="http://schemas.openxmlformats.org/officeDocument/2006/relationships/image" Target="../media/image21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2AF5BF-AE81-4DFC-994C-2D15AC675886}" type="datetimeFigureOut">
              <a:rPr lang="zh-CN" altLang="en-US"/>
              <a:pPr>
                <a:defRPr/>
              </a:pPr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DB4EFF4-5AD4-4C5D-81FB-33264C3D4E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66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A49BE059-77B7-4C8B-936C-BB7E4049E056}" type="datetimeFigureOut">
              <a:rPr lang="zh-CN" altLang="en-US"/>
              <a:pPr>
                <a:defRPr/>
              </a:pPr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856CA2-413B-4479-9FCD-3D196902D0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76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B8F62-901E-43FF-B317-E3A55D7A20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891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8DCE-DECF-4BAE-81B8-BAA18EE18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3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48BF0-34B5-421B-B334-8D335B9E47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13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799BF-2597-4F3D-9310-FCCDA6B75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599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B2BE8-DC8A-4B50-AB8A-36745B5481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04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3070C-DE23-4BF3-985C-BCE555077B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81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45B90-B452-44CF-928C-F1763422EB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70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A0FE5-9F62-4A50-8EE0-B1312DF247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02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2EC08-3E11-4CF8-ADB8-56790C1C49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88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31722-4A19-4BEC-8721-B1180E85DD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44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9A462-7B12-444E-8685-7F74FCA1C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458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3ADC2-D865-4FE1-8FFF-FAC7119AF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09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7CFBB81-5505-4EE2-8A61-57AB5A5C49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0.wmf"/><Relationship Id="rId19" Type="http://schemas.openxmlformats.org/officeDocument/2006/relationships/image" Target="../media/image23.png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29" Type="http://schemas.openxmlformats.org/officeDocument/2006/relationships/oleObject" Target="../embeddings/oleObject3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6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7.bin"/><Relationship Id="rId30" Type="http://schemas.openxmlformats.org/officeDocument/2006/relationships/image" Target="../media/image3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4.bin"/><Relationship Id="rId18" Type="http://schemas.openxmlformats.org/officeDocument/2006/relationships/oleObject" Target="../embeddings/oleObject46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2.wmf"/><Relationship Id="rId17" Type="http://schemas.openxmlformats.org/officeDocument/2006/relationships/image" Target="../media/image4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41.wmf"/><Relationship Id="rId19" Type="http://schemas.openxmlformats.org/officeDocument/2006/relationships/image" Target="../media/image45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0.wmf"/><Relationship Id="rId3" Type="http://schemas.openxmlformats.org/officeDocument/2006/relationships/image" Target="../media/image52.png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9.wmf"/><Relationship Id="rId5" Type="http://schemas.openxmlformats.org/officeDocument/2006/relationships/image" Target="../media/image47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3.wmf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7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3.wmf"/><Relationship Id="rId19" Type="http://schemas.openxmlformats.org/officeDocument/2006/relationships/image" Target="../media/image68.png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69.bin"/><Relationship Id="rId21" Type="http://schemas.openxmlformats.org/officeDocument/2006/relationships/image" Target="../media/image55.png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73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8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97.w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100.w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image" Target="../media/image102.wmf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98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1.wmf"/><Relationship Id="rId22" Type="http://schemas.openxmlformats.org/officeDocument/2006/relationships/image" Target="../media/image99.wmf"/><Relationship Id="rId27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100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95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3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w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9.bin"/><Relationship Id="rId39" Type="http://schemas.openxmlformats.org/officeDocument/2006/relationships/oleObject" Target="../embeddings/oleObject148.bin"/><Relationship Id="rId21" Type="http://schemas.openxmlformats.org/officeDocument/2006/relationships/oleObject" Target="../embeddings/oleObject136.bin"/><Relationship Id="rId34" Type="http://schemas.openxmlformats.org/officeDocument/2006/relationships/image" Target="../media/image130.wmf"/><Relationship Id="rId42" Type="http://schemas.openxmlformats.org/officeDocument/2006/relationships/oleObject" Target="../embeddings/oleObject151.bin"/><Relationship Id="rId47" Type="http://schemas.openxmlformats.org/officeDocument/2006/relationships/oleObject" Target="../embeddings/oleObject154.bin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wmf"/><Relationship Id="rId29" Type="http://schemas.openxmlformats.org/officeDocument/2006/relationships/oleObject" Target="../embeddings/oleObject141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26.bin"/><Relationship Id="rId11" Type="http://schemas.openxmlformats.org/officeDocument/2006/relationships/oleObject" Target="../embeddings/oleObject129.bin"/><Relationship Id="rId24" Type="http://schemas.openxmlformats.org/officeDocument/2006/relationships/oleObject" Target="../embeddings/oleObject138.bin"/><Relationship Id="rId32" Type="http://schemas.openxmlformats.org/officeDocument/2006/relationships/image" Target="../media/image129.wmf"/><Relationship Id="rId37" Type="http://schemas.openxmlformats.org/officeDocument/2006/relationships/oleObject" Target="../embeddings/oleObject146.bin"/><Relationship Id="rId40" Type="http://schemas.openxmlformats.org/officeDocument/2006/relationships/oleObject" Target="../embeddings/oleObject149.bin"/><Relationship Id="rId45" Type="http://schemas.openxmlformats.org/officeDocument/2006/relationships/oleObject" Target="../embeddings/oleObject153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27.wmf"/><Relationship Id="rId36" Type="http://schemas.openxmlformats.org/officeDocument/2006/relationships/oleObject" Target="../embeddings/oleObject145.bin"/><Relationship Id="rId10" Type="http://schemas.openxmlformats.org/officeDocument/2006/relationships/image" Target="../media/image121.wmf"/><Relationship Id="rId19" Type="http://schemas.openxmlformats.org/officeDocument/2006/relationships/image" Target="../media/image124.wmf"/><Relationship Id="rId31" Type="http://schemas.openxmlformats.org/officeDocument/2006/relationships/oleObject" Target="../embeddings/oleObject142.bin"/><Relationship Id="rId44" Type="http://schemas.openxmlformats.org/officeDocument/2006/relationships/image" Target="../media/image131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8.bin"/><Relationship Id="rId14" Type="http://schemas.openxmlformats.org/officeDocument/2006/relationships/oleObject" Target="../embeddings/oleObject131.bin"/><Relationship Id="rId22" Type="http://schemas.openxmlformats.org/officeDocument/2006/relationships/image" Target="../media/image125.w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128.wmf"/><Relationship Id="rId35" Type="http://schemas.openxmlformats.org/officeDocument/2006/relationships/oleObject" Target="../embeddings/oleObject144.bin"/><Relationship Id="rId43" Type="http://schemas.openxmlformats.org/officeDocument/2006/relationships/oleObject" Target="../embeddings/oleObject152.bin"/><Relationship Id="rId48" Type="http://schemas.openxmlformats.org/officeDocument/2006/relationships/image" Target="../media/image133.wmf"/><Relationship Id="rId8" Type="http://schemas.openxmlformats.org/officeDocument/2006/relationships/oleObject" Target="../embeddings/oleObject127.bin"/><Relationship Id="rId3" Type="http://schemas.openxmlformats.org/officeDocument/2006/relationships/oleObject" Target="../embeddings/oleObject124.bin"/><Relationship Id="rId12" Type="http://schemas.openxmlformats.org/officeDocument/2006/relationships/oleObject" Target="../embeddings/oleObject130.bin"/><Relationship Id="rId17" Type="http://schemas.openxmlformats.org/officeDocument/2006/relationships/oleObject" Target="../embeddings/oleObject133.bin"/><Relationship Id="rId25" Type="http://schemas.openxmlformats.org/officeDocument/2006/relationships/image" Target="../media/image126.wmf"/><Relationship Id="rId33" Type="http://schemas.openxmlformats.org/officeDocument/2006/relationships/oleObject" Target="../embeddings/oleObject143.bin"/><Relationship Id="rId38" Type="http://schemas.openxmlformats.org/officeDocument/2006/relationships/oleObject" Target="../embeddings/oleObject147.bin"/><Relationship Id="rId46" Type="http://schemas.openxmlformats.org/officeDocument/2006/relationships/image" Target="../media/image132.wmf"/><Relationship Id="rId20" Type="http://schemas.openxmlformats.org/officeDocument/2006/relationships/oleObject" Target="../embeddings/oleObject135.bin"/><Relationship Id="rId41" Type="http://schemas.openxmlformats.org/officeDocument/2006/relationships/oleObject" Target="../embeddings/oleObject150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41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34" Type="http://schemas.openxmlformats.org/officeDocument/2006/relationships/image" Target="../media/image149.w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62.bin"/><Relationship Id="rId25" Type="http://schemas.openxmlformats.org/officeDocument/2006/relationships/oleObject" Target="../embeddings/oleObject166.bin"/><Relationship Id="rId33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29" Type="http://schemas.openxmlformats.org/officeDocument/2006/relationships/oleObject" Target="../embeddings/oleObject168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44.wmf"/><Relationship Id="rId32" Type="http://schemas.openxmlformats.org/officeDocument/2006/relationships/image" Target="../media/image148.png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28" Type="http://schemas.openxmlformats.org/officeDocument/2006/relationships/image" Target="../media/image146.wmf"/><Relationship Id="rId36" Type="http://schemas.openxmlformats.org/officeDocument/2006/relationships/image" Target="../media/image150.wmf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63.bin"/><Relationship Id="rId31" Type="http://schemas.openxmlformats.org/officeDocument/2006/relationships/oleObject" Target="../embeddings/oleObject169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39.wmf"/><Relationship Id="rId22" Type="http://schemas.openxmlformats.org/officeDocument/2006/relationships/image" Target="../media/image143.wmf"/><Relationship Id="rId27" Type="http://schemas.openxmlformats.org/officeDocument/2006/relationships/oleObject" Target="../embeddings/oleObject167.bin"/><Relationship Id="rId30" Type="http://schemas.openxmlformats.org/officeDocument/2006/relationships/image" Target="../media/image147.wmf"/><Relationship Id="rId35" Type="http://schemas.openxmlformats.org/officeDocument/2006/relationships/oleObject" Target="../embeddings/oleObject171.bin"/><Relationship Id="rId8" Type="http://schemas.openxmlformats.org/officeDocument/2006/relationships/image" Target="../media/image13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78.bin"/><Relationship Id="rId26" Type="http://schemas.openxmlformats.org/officeDocument/2006/relationships/oleObject" Target="../embeddings/oleObject182.bin"/><Relationship Id="rId3" Type="http://schemas.openxmlformats.org/officeDocument/2006/relationships/image" Target="../media/image162.wmf"/><Relationship Id="rId21" Type="http://schemas.openxmlformats.org/officeDocument/2006/relationships/image" Target="../media/image158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56.wmf"/><Relationship Id="rId25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81.bin"/><Relationship Id="rId5" Type="http://schemas.openxmlformats.org/officeDocument/2006/relationships/image" Target="../media/image164.wmf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57.wmf"/><Relationship Id="rId4" Type="http://schemas.openxmlformats.org/officeDocument/2006/relationships/image" Target="../media/image163.wmf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76.bin"/><Relationship Id="rId22" Type="http://schemas.openxmlformats.org/officeDocument/2006/relationships/oleObject" Target="../embeddings/oleObject180.bin"/><Relationship Id="rId27" Type="http://schemas.openxmlformats.org/officeDocument/2006/relationships/image" Target="../media/image16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166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60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70.wmf"/><Relationship Id="rId22" Type="http://schemas.openxmlformats.org/officeDocument/2006/relationships/image" Target="../media/image16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62.wmf"/><Relationship Id="rId18" Type="http://schemas.openxmlformats.org/officeDocument/2006/relationships/oleObject" Target="../embeddings/oleObject198.bin"/><Relationship Id="rId3" Type="http://schemas.openxmlformats.org/officeDocument/2006/relationships/oleObject" Target="../embeddings/oleObject191.bin"/><Relationship Id="rId21" Type="http://schemas.openxmlformats.org/officeDocument/2006/relationships/image" Target="../media/image158.wmf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61.wmf"/><Relationship Id="rId17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7.bin"/><Relationship Id="rId20" Type="http://schemas.openxmlformats.org/officeDocument/2006/relationships/oleObject" Target="../embeddings/oleObject19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5" Type="http://schemas.openxmlformats.org/officeDocument/2006/relationships/image" Target="../media/image151.wmf"/><Relationship Id="rId10" Type="http://schemas.openxmlformats.org/officeDocument/2006/relationships/image" Target="../media/image157.wmf"/><Relationship Id="rId19" Type="http://schemas.openxmlformats.org/officeDocument/2006/relationships/image" Target="../media/image156.wmf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94.bin"/><Relationship Id="rId14" Type="http://schemas.openxmlformats.org/officeDocument/2006/relationships/oleObject" Target="../embeddings/oleObject196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7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7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7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21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1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221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193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0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7.png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28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08.wmf"/><Relationship Id="rId26" Type="http://schemas.openxmlformats.org/officeDocument/2006/relationships/image" Target="../media/image212.wmf"/><Relationship Id="rId3" Type="http://schemas.openxmlformats.org/officeDocument/2006/relationships/oleObject" Target="../embeddings/oleObject230.bin"/><Relationship Id="rId21" Type="http://schemas.openxmlformats.org/officeDocument/2006/relationships/oleObject" Target="../embeddings/oleObject239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37.bin"/><Relationship Id="rId25" Type="http://schemas.openxmlformats.org/officeDocument/2006/relationships/oleObject" Target="../embeddings/oleObject241.bin"/><Relationship Id="rId33" Type="http://schemas.openxmlformats.org/officeDocument/2006/relationships/hyperlink" Target="&#21160;&#30011;/&#24555;&#20048;&#22823;&#26412;&#33829;&#20043;&#20849;&#25391;&#30772;&#26479;.MP4" TargetMode="Externa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20" Type="http://schemas.openxmlformats.org/officeDocument/2006/relationships/image" Target="../media/image209.wmf"/><Relationship Id="rId29" Type="http://schemas.openxmlformats.org/officeDocument/2006/relationships/oleObject" Target="../embeddings/oleObject243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211.wmf"/><Relationship Id="rId32" Type="http://schemas.openxmlformats.org/officeDocument/2006/relationships/image" Target="../media/image11.wmf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28" Type="http://schemas.openxmlformats.org/officeDocument/2006/relationships/image" Target="../media/image213.wmf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38.bin"/><Relationship Id="rId31" Type="http://schemas.openxmlformats.org/officeDocument/2006/relationships/oleObject" Target="../embeddings/oleObject244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06.wmf"/><Relationship Id="rId22" Type="http://schemas.openxmlformats.org/officeDocument/2006/relationships/image" Target="../media/image210.wmf"/><Relationship Id="rId27" Type="http://schemas.openxmlformats.org/officeDocument/2006/relationships/oleObject" Target="../embeddings/oleObject242.bin"/><Relationship Id="rId30" Type="http://schemas.openxmlformats.org/officeDocument/2006/relationships/image" Target="../media/image214.wmf"/><Relationship Id="rId8" Type="http://schemas.openxmlformats.org/officeDocument/2006/relationships/image" Target="../media/image20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0.png"/><Relationship Id="rId11" Type="http://schemas.openxmlformats.org/officeDocument/2006/relationships/oleObject" Target="../embeddings/oleObject248.bin"/><Relationship Id="rId5" Type="http://schemas.openxmlformats.org/officeDocument/2006/relationships/image" Target="../media/image219.jpeg"/><Relationship Id="rId10" Type="http://schemas.openxmlformats.org/officeDocument/2006/relationships/image" Target="../media/image217.wmf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47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eg"/><Relationship Id="rId2" Type="http://schemas.openxmlformats.org/officeDocument/2006/relationships/image" Target="../media/image2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2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Text Box 2"/>
          <p:cNvSpPr txBox="1">
            <a:spLocks noChangeArrowheads="1"/>
          </p:cNvSpPr>
          <p:nvPr/>
        </p:nvSpPr>
        <p:spPr bwMode="auto">
          <a:xfrm>
            <a:off x="611188" y="348456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合振动 </a:t>
            </a:r>
            <a:r>
              <a:rPr kumimoji="0" lang="en-US" altLang="zh-CN" sz="2800" b="1" dirty="0"/>
              <a:t>: 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 =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+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94244" name="Text Box 3"/>
          <p:cNvSpPr txBox="1">
            <a:spLocks noChangeArrowheads="1"/>
          </p:cNvSpPr>
          <p:nvPr/>
        </p:nvSpPr>
        <p:spPr bwMode="auto">
          <a:xfrm>
            <a:off x="4427538" y="407670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94245" name="Text Box 4"/>
          <p:cNvSpPr txBox="1">
            <a:spLocks noChangeArrowheads="1"/>
          </p:cNvSpPr>
          <p:nvPr/>
        </p:nvSpPr>
        <p:spPr bwMode="auto">
          <a:xfrm>
            <a:off x="1741488" y="4579938"/>
            <a:ext cx="5351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合振动是谐振动</a:t>
            </a:r>
            <a:r>
              <a:rPr kumimoji="0" lang="en-US" altLang="zh-CN" sz="2800" b="1"/>
              <a:t>,  </a:t>
            </a:r>
            <a:r>
              <a:rPr kumimoji="0" lang="zh-CN" altLang="en-US" sz="2800" b="1"/>
              <a:t>其频率仍为</a:t>
            </a:r>
            <a:r>
              <a:rPr kumimoji="0" lang="zh-CN" altLang="en-US" sz="2800" b="1" i="1">
                <a:sym typeface="Symbol" panose="05050102010706020507" pitchFamily="18" charset="2"/>
              </a:rPr>
              <a:t></a:t>
            </a:r>
            <a:endParaRPr kumimoji="0" lang="zh-CN" altLang="en-US" sz="2800" b="1"/>
          </a:p>
        </p:txBody>
      </p:sp>
      <p:graphicFrame>
        <p:nvGraphicFramePr>
          <p:cNvPr id="394247" name="Object 7"/>
          <p:cNvGraphicFramePr>
            <a:graphicFrameLocks noChangeAspect="1"/>
          </p:cNvGraphicFramePr>
          <p:nvPr/>
        </p:nvGraphicFramePr>
        <p:xfrm>
          <a:off x="2470150" y="5200650"/>
          <a:ext cx="483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" name="Equation" r:id="rId3" imgW="4838700" imgH="533400" progId="Equation.DSMT4">
                  <p:embed/>
                </p:oleObj>
              </mc:Choice>
              <mc:Fallback>
                <p:oleObj name="Equation" r:id="rId3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200650"/>
                        <a:ext cx="4838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8" name="Object 8"/>
          <p:cNvGraphicFramePr>
            <a:graphicFrameLocks noChangeAspect="1"/>
          </p:cNvGraphicFramePr>
          <p:nvPr/>
        </p:nvGraphicFramePr>
        <p:xfrm>
          <a:off x="2451100" y="5800725"/>
          <a:ext cx="38131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4" name="Equation" r:id="rId5" imgW="3644900" imgH="850900" progId="Equation.DSMT4">
                  <p:embed/>
                </p:oleObj>
              </mc:Choice>
              <mc:Fallback>
                <p:oleObj name="Equation" r:id="rId5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800725"/>
                        <a:ext cx="38131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49" name="Rectangle 8"/>
          <p:cNvSpPr>
            <a:spLocks noChangeArrowheads="1"/>
          </p:cNvSpPr>
          <p:nvPr/>
        </p:nvSpPr>
        <p:spPr bwMode="auto">
          <a:xfrm>
            <a:off x="1223963" y="5553075"/>
            <a:ext cx="1008062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其中</a:t>
            </a:r>
          </a:p>
        </p:txBody>
      </p:sp>
      <p:sp>
        <p:nvSpPr>
          <p:cNvPr id="394250" name="Text Box 9"/>
          <p:cNvSpPr txBox="1">
            <a:spLocks noChangeArrowheads="1"/>
          </p:cNvSpPr>
          <p:nvPr/>
        </p:nvSpPr>
        <p:spPr bwMode="auto">
          <a:xfrm>
            <a:off x="1042988" y="4060825"/>
            <a:ext cx="40211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由矢量合成法</a:t>
            </a:r>
          </a:p>
        </p:txBody>
      </p:sp>
      <p:sp>
        <p:nvSpPr>
          <p:cNvPr id="394251" name="Rectangle 10"/>
          <p:cNvSpPr>
            <a:spLocks noChangeArrowheads="1"/>
          </p:cNvSpPr>
          <p:nvPr/>
        </p:nvSpPr>
        <p:spPr bwMode="auto">
          <a:xfrm>
            <a:off x="3419475" y="4097338"/>
            <a:ext cx="1993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可得</a:t>
            </a:r>
            <a:r>
              <a:rPr kumimoji="0" lang="en-US" altLang="zh-CN" sz="2800" b="1"/>
              <a:t>:</a:t>
            </a:r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71438" y="1304925"/>
            <a:ext cx="7488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4.1 </a:t>
            </a:r>
            <a:r>
              <a:rPr kumimoji="0" lang="zh-CN" altLang="en-US" sz="2800" b="1">
                <a:solidFill>
                  <a:srgbClr val="FF0000"/>
                </a:solidFill>
              </a:rPr>
              <a:t>同振动方向、同频率</a:t>
            </a:r>
            <a:r>
              <a:rPr kumimoji="0" lang="zh-CN" altLang="en-US" sz="2800" b="1"/>
              <a:t>的两个谐振动的合成</a:t>
            </a:r>
          </a:p>
        </p:txBody>
      </p:sp>
      <p:sp>
        <p:nvSpPr>
          <p:cNvPr id="394254" name="Text Box 14"/>
          <p:cNvSpPr txBox="1">
            <a:spLocks noChangeArrowheads="1"/>
          </p:cNvSpPr>
          <p:nvPr/>
        </p:nvSpPr>
        <p:spPr bwMode="auto">
          <a:xfrm>
            <a:off x="611188" y="1881188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设两谐振动分别为：</a:t>
            </a:r>
          </a:p>
        </p:txBody>
      </p:sp>
      <p:graphicFrame>
        <p:nvGraphicFramePr>
          <p:cNvPr id="394255" name="Object 15"/>
          <p:cNvGraphicFramePr>
            <a:graphicFrameLocks noChangeAspect="1"/>
          </p:cNvGraphicFramePr>
          <p:nvPr/>
        </p:nvGraphicFramePr>
        <p:xfrm>
          <a:off x="1692275" y="2384425"/>
          <a:ext cx="3095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" name="Equation" r:id="rId7" imgW="2755900" imgH="431800" progId="Equation.DSMT4">
                  <p:embed/>
                </p:oleObj>
              </mc:Choice>
              <mc:Fallback>
                <p:oleObj name="Equation" r:id="rId7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384425"/>
                        <a:ext cx="3095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6" name="Object 16"/>
          <p:cNvGraphicFramePr>
            <a:graphicFrameLocks noChangeAspect="1"/>
          </p:cNvGraphicFramePr>
          <p:nvPr/>
        </p:nvGraphicFramePr>
        <p:xfrm>
          <a:off x="1692275" y="297815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" name="Equation" r:id="rId9" imgW="2832100" imgH="431800" progId="Equation.DSMT4">
                  <p:embed/>
                </p:oleObj>
              </mc:Choice>
              <mc:Fallback>
                <p:oleObj name="Equation" r:id="rId9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78150"/>
                        <a:ext cx="3095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59" name="Line 38"/>
          <p:cNvSpPr>
            <a:spLocks noChangeShapeType="1"/>
          </p:cNvSpPr>
          <p:nvPr/>
        </p:nvSpPr>
        <p:spPr bwMode="auto">
          <a:xfrm flipV="1">
            <a:off x="7467600" y="1836738"/>
            <a:ext cx="762000" cy="13239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0" name="Line 39"/>
          <p:cNvSpPr>
            <a:spLocks noChangeShapeType="1"/>
          </p:cNvSpPr>
          <p:nvPr/>
        </p:nvSpPr>
        <p:spPr bwMode="auto">
          <a:xfrm flipV="1">
            <a:off x="5940425" y="1808163"/>
            <a:ext cx="2289175" cy="401637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1" name="Line 40"/>
          <p:cNvSpPr>
            <a:spLocks noChangeShapeType="1"/>
          </p:cNvSpPr>
          <p:nvPr/>
        </p:nvSpPr>
        <p:spPr bwMode="auto">
          <a:xfrm flipV="1">
            <a:off x="5219700" y="1836738"/>
            <a:ext cx="297180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5724525" y="1412875"/>
            <a:ext cx="2954338" cy="2038350"/>
            <a:chOff x="3606" y="890"/>
            <a:chExt cx="1861" cy="1284"/>
          </a:xfrm>
        </p:grpSpPr>
        <p:grpSp>
          <p:nvGrpSpPr>
            <p:cNvPr id="5190" name="Group 82"/>
            <p:cNvGrpSpPr>
              <a:grpSpLocks/>
            </p:cNvGrpSpPr>
            <p:nvPr/>
          </p:nvGrpSpPr>
          <p:grpSpPr bwMode="auto">
            <a:xfrm>
              <a:off x="3606" y="1845"/>
              <a:ext cx="499" cy="329"/>
              <a:chOff x="3606" y="1845"/>
              <a:chExt cx="499" cy="329"/>
            </a:xfrm>
          </p:grpSpPr>
          <p:sp>
            <p:nvSpPr>
              <p:cNvPr id="5199" name="Rectangle 18"/>
              <p:cNvSpPr>
                <a:spLocks noChangeArrowheads="1"/>
              </p:cNvSpPr>
              <p:nvPr/>
            </p:nvSpPr>
            <p:spPr bwMode="auto">
              <a:xfrm>
                <a:off x="3820" y="1845"/>
                <a:ext cx="28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 j</a:t>
                </a:r>
                <a:endParaRPr kumimoji="0" lang="en-US" altLang="zh-CN" sz="2800" b="1" dirty="0"/>
              </a:p>
            </p:txBody>
          </p:sp>
          <p:sp>
            <p:nvSpPr>
              <p:cNvPr id="5200" name="Arc 19"/>
              <p:cNvSpPr>
                <a:spLocks/>
              </p:cNvSpPr>
              <p:nvPr/>
            </p:nvSpPr>
            <p:spPr bwMode="auto">
              <a:xfrm rot="1980000">
                <a:off x="3606" y="1940"/>
                <a:ext cx="357" cy="234"/>
              </a:xfrm>
              <a:custGeom>
                <a:avLst/>
                <a:gdLst>
                  <a:gd name="T0" fmla="*/ 0 w 20981"/>
                  <a:gd name="T1" fmla="*/ 0 h 21045"/>
                  <a:gd name="T2" fmla="*/ 0 w 20981"/>
                  <a:gd name="T3" fmla="*/ 0 h 21045"/>
                  <a:gd name="T4" fmla="*/ 0 w 20981"/>
                  <a:gd name="T5" fmla="*/ 0 h 21045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045"/>
                  <a:gd name="T11" fmla="*/ 20981 w 20981"/>
                  <a:gd name="T12" fmla="*/ 21045 h 210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045" fill="none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</a:path>
                  <a:path w="20981" h="21045" stroke="0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  <a:lnTo>
                      <a:pt x="0" y="21045"/>
                    </a:lnTo>
                    <a:lnTo>
                      <a:pt x="4865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91" name="Group 80"/>
            <p:cNvGrpSpPr>
              <a:grpSpLocks/>
            </p:cNvGrpSpPr>
            <p:nvPr/>
          </p:nvGrpSpPr>
          <p:grpSpPr bwMode="auto">
            <a:xfrm>
              <a:off x="4181" y="1205"/>
              <a:ext cx="150" cy="454"/>
              <a:chOff x="4181" y="1205"/>
              <a:chExt cx="150" cy="454"/>
            </a:xfrm>
          </p:grpSpPr>
          <p:sp>
            <p:nvSpPr>
              <p:cNvPr id="5197" name="Rectangle 42"/>
              <p:cNvSpPr>
                <a:spLocks noChangeArrowheads="1"/>
              </p:cNvSpPr>
              <p:nvPr/>
            </p:nvSpPr>
            <p:spPr bwMode="auto">
              <a:xfrm>
                <a:off x="4181" y="1390"/>
                <a:ext cx="1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</a:p>
            </p:txBody>
          </p:sp>
          <p:sp>
            <p:nvSpPr>
              <p:cNvPr id="5198" name="Rectangle 43"/>
              <p:cNvSpPr>
                <a:spLocks noChangeArrowheads="1"/>
              </p:cNvSpPr>
              <p:nvPr/>
            </p:nvSpPr>
            <p:spPr bwMode="auto">
              <a:xfrm>
                <a:off x="4191" y="120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  <p:grpSp>
          <p:nvGrpSpPr>
            <p:cNvPr id="5192" name="Group 81"/>
            <p:cNvGrpSpPr>
              <a:grpSpLocks/>
            </p:cNvGrpSpPr>
            <p:nvPr/>
          </p:nvGrpSpPr>
          <p:grpSpPr bwMode="auto">
            <a:xfrm>
              <a:off x="5184" y="890"/>
              <a:ext cx="283" cy="433"/>
              <a:chOff x="5184" y="965"/>
              <a:chExt cx="283" cy="433"/>
            </a:xfrm>
          </p:grpSpPr>
          <p:sp>
            <p:nvSpPr>
              <p:cNvPr id="5193" name="Arc 45"/>
              <p:cNvSpPr>
                <a:spLocks/>
              </p:cNvSpPr>
              <p:nvPr/>
            </p:nvSpPr>
            <p:spPr bwMode="auto">
              <a:xfrm rot="19740000" flipV="1">
                <a:off x="5184" y="1046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5194" name="Group 25"/>
              <p:cNvGrpSpPr>
                <a:grpSpLocks/>
              </p:cNvGrpSpPr>
              <p:nvPr/>
            </p:nvGrpSpPr>
            <p:grpSpPr bwMode="auto">
              <a:xfrm>
                <a:off x="5280" y="965"/>
                <a:ext cx="187" cy="433"/>
                <a:chOff x="0" y="0"/>
                <a:chExt cx="187" cy="434"/>
              </a:xfrm>
            </p:grpSpPr>
            <p:sp>
              <p:nvSpPr>
                <p:cNvPr id="5195" name="Rectangle 47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5196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</p:grpSp>
      </p:grpSp>
      <p:sp>
        <p:nvSpPr>
          <p:cNvPr id="394268" name="Line 49"/>
          <p:cNvSpPr>
            <a:spLocks noChangeShapeType="1"/>
          </p:cNvSpPr>
          <p:nvPr/>
        </p:nvSpPr>
        <p:spPr bwMode="auto">
          <a:xfrm>
            <a:off x="8248650" y="1836738"/>
            <a:ext cx="0" cy="1600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Line 54"/>
          <p:cNvSpPr>
            <a:spLocks noChangeShapeType="1"/>
          </p:cNvSpPr>
          <p:nvPr/>
        </p:nvSpPr>
        <p:spPr bwMode="auto">
          <a:xfrm>
            <a:off x="7486650" y="3132138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5181600" y="3384550"/>
            <a:ext cx="3087688" cy="836613"/>
            <a:chOff x="3264" y="2115"/>
            <a:chExt cx="1945" cy="527"/>
          </a:xfrm>
        </p:grpSpPr>
        <p:grpSp>
          <p:nvGrpSpPr>
            <p:cNvPr id="5174" name="Group 77"/>
            <p:cNvGrpSpPr>
              <a:grpSpLocks/>
            </p:cNvGrpSpPr>
            <p:nvPr/>
          </p:nvGrpSpPr>
          <p:grpSpPr bwMode="auto">
            <a:xfrm>
              <a:off x="4729" y="2309"/>
              <a:ext cx="480" cy="0"/>
              <a:chOff x="4729" y="2309"/>
              <a:chExt cx="480" cy="0"/>
            </a:xfrm>
          </p:grpSpPr>
          <p:sp>
            <p:nvSpPr>
              <p:cNvPr id="5188" name="Line 62"/>
              <p:cNvSpPr>
                <a:spLocks noChangeShapeType="1"/>
              </p:cNvSpPr>
              <p:nvPr/>
            </p:nvSpPr>
            <p:spPr bwMode="auto">
              <a:xfrm>
                <a:off x="5065" y="2309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9" name="Line 63"/>
              <p:cNvSpPr>
                <a:spLocks noChangeShapeType="1"/>
              </p:cNvSpPr>
              <p:nvPr/>
            </p:nvSpPr>
            <p:spPr bwMode="auto">
              <a:xfrm>
                <a:off x="4729" y="2309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75" name="Group 78"/>
            <p:cNvGrpSpPr>
              <a:grpSpLocks/>
            </p:cNvGrpSpPr>
            <p:nvPr/>
          </p:nvGrpSpPr>
          <p:grpSpPr bwMode="auto">
            <a:xfrm>
              <a:off x="3264" y="2115"/>
              <a:ext cx="1945" cy="527"/>
              <a:chOff x="3264" y="2117"/>
              <a:chExt cx="1945" cy="527"/>
            </a:xfrm>
          </p:grpSpPr>
          <p:sp>
            <p:nvSpPr>
              <p:cNvPr id="5176" name="Text Box 61"/>
              <p:cNvSpPr txBox="1">
                <a:spLocks noChangeArrowheads="1"/>
              </p:cNvSpPr>
              <p:nvPr/>
            </p:nvSpPr>
            <p:spPr bwMode="auto">
              <a:xfrm>
                <a:off x="4825" y="2117"/>
                <a:ext cx="30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 i="1"/>
              </a:p>
            </p:txBody>
          </p:sp>
          <p:grpSp>
            <p:nvGrpSpPr>
              <p:cNvPr id="5177" name="Group 76"/>
              <p:cNvGrpSpPr>
                <a:grpSpLocks/>
              </p:cNvGrpSpPr>
              <p:nvPr/>
            </p:nvGrpSpPr>
            <p:grpSpPr bwMode="auto">
              <a:xfrm>
                <a:off x="3264" y="2125"/>
                <a:ext cx="1945" cy="519"/>
                <a:chOff x="3264" y="2117"/>
                <a:chExt cx="1945" cy="519"/>
              </a:xfrm>
            </p:grpSpPr>
            <p:sp>
              <p:nvSpPr>
                <p:cNvPr id="5178" name="Line 51"/>
                <p:cNvSpPr>
                  <a:spLocks noChangeShapeType="1"/>
                </p:cNvSpPr>
                <p:nvPr/>
              </p:nvSpPr>
              <p:spPr bwMode="auto">
                <a:xfrm>
                  <a:off x="3264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9" name="Line 52"/>
                <p:cNvSpPr>
                  <a:spLocks noChangeShapeType="1"/>
                </p:cNvSpPr>
                <p:nvPr/>
              </p:nvSpPr>
              <p:spPr bwMode="auto">
                <a:xfrm>
                  <a:off x="5196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0" name="Line 55"/>
                <p:cNvSpPr>
                  <a:spLocks noChangeShapeType="1"/>
                </p:cNvSpPr>
                <p:nvPr/>
              </p:nvSpPr>
              <p:spPr bwMode="auto">
                <a:xfrm>
                  <a:off x="4716" y="2165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1" name="Line 57"/>
                <p:cNvSpPr>
                  <a:spLocks noChangeShapeType="1"/>
                </p:cNvSpPr>
                <p:nvPr/>
              </p:nvSpPr>
              <p:spPr bwMode="auto">
                <a:xfrm>
                  <a:off x="3289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2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897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 i="1"/>
                </a:p>
              </p:txBody>
            </p:sp>
            <p:sp>
              <p:nvSpPr>
                <p:cNvPr id="518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165" y="2309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/>
                    <a:t>x</a:t>
                  </a:r>
                </a:p>
              </p:txBody>
            </p:sp>
            <p:grpSp>
              <p:nvGrpSpPr>
                <p:cNvPr id="5185" name="Group 40"/>
                <p:cNvGrpSpPr>
                  <a:grpSpLocks/>
                </p:cNvGrpSpPr>
                <p:nvPr/>
              </p:nvGrpSpPr>
              <p:grpSpPr bwMode="auto">
                <a:xfrm>
                  <a:off x="3289" y="2501"/>
                  <a:ext cx="1920" cy="0"/>
                  <a:chOff x="0" y="0"/>
                  <a:chExt cx="1920" cy="0"/>
                </a:xfrm>
              </p:grpSpPr>
              <p:sp>
                <p:nvSpPr>
                  <p:cNvPr id="5186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7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94284" name="Line 70"/>
          <p:cNvSpPr>
            <a:spLocks noChangeShapeType="1"/>
          </p:cNvSpPr>
          <p:nvPr/>
        </p:nvSpPr>
        <p:spPr bwMode="auto">
          <a:xfrm>
            <a:off x="7491413" y="3132138"/>
            <a:ext cx="7620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4285" name="Text Box 71"/>
          <p:cNvSpPr txBox="1">
            <a:spLocks noChangeArrowheads="1"/>
          </p:cNvSpPr>
          <p:nvPr/>
        </p:nvSpPr>
        <p:spPr bwMode="auto">
          <a:xfrm>
            <a:off x="8248650" y="2132013"/>
            <a:ext cx="461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4286" name="Text Box 72"/>
          <p:cNvSpPr txBox="1">
            <a:spLocks noChangeArrowheads="1"/>
          </p:cNvSpPr>
          <p:nvPr/>
        </p:nvSpPr>
        <p:spPr bwMode="auto">
          <a:xfrm>
            <a:off x="8253413" y="2917825"/>
            <a:ext cx="46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sp>
        <p:nvSpPr>
          <p:cNvPr id="394287" name="Text Box 73"/>
          <p:cNvSpPr txBox="1">
            <a:spLocks noChangeArrowheads="1"/>
          </p:cNvSpPr>
          <p:nvPr/>
        </p:nvSpPr>
        <p:spPr bwMode="auto">
          <a:xfrm>
            <a:off x="647700" y="4565650"/>
            <a:ext cx="207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结论：</a:t>
            </a:r>
          </a:p>
        </p:txBody>
      </p:sp>
      <p:sp>
        <p:nvSpPr>
          <p:cNvPr id="394288" name="Text Box 74"/>
          <p:cNvSpPr txBox="1">
            <a:spLocks noChangeArrowheads="1"/>
          </p:cNvSpPr>
          <p:nvPr/>
        </p:nvSpPr>
        <p:spPr bwMode="auto">
          <a:xfrm>
            <a:off x="1008063" y="225425"/>
            <a:ext cx="72723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第</a:t>
            </a:r>
            <a:r>
              <a:rPr kumimoji="0" lang="en-US" altLang="zh-CN" b="1"/>
              <a:t>4</a:t>
            </a:r>
            <a:r>
              <a:rPr kumimoji="0" lang="zh-CN" altLang="en-US" b="1">
                <a:latin typeface="宋体" panose="02010600030101010101" pitchFamily="2" charset="-122"/>
              </a:rPr>
              <a:t>节  谐振动的合成</a:t>
            </a:r>
            <a:br>
              <a:rPr kumimoji="0" lang="zh-CN" altLang="en-US" b="1">
                <a:latin typeface="宋体" panose="02010600030101010101" pitchFamily="2" charset="-122"/>
              </a:rPr>
            </a:br>
            <a:r>
              <a:rPr kumimoji="0" lang="zh-CN" altLang="en-US" b="1">
                <a:latin typeface="宋体" panose="02010600030101010101" pitchFamily="2" charset="-122"/>
              </a:rPr>
              <a:t>   </a:t>
            </a:r>
            <a:r>
              <a:rPr kumimoji="0" lang="en-US" altLang="zh-CN" sz="2400" b="1"/>
              <a:t>Combination of Simple Harmonic Motions</a:t>
            </a:r>
          </a:p>
        </p:txBody>
      </p:sp>
      <p:grpSp>
        <p:nvGrpSpPr>
          <p:cNvPr id="12" name="Group 72"/>
          <p:cNvGrpSpPr>
            <a:grpSpLocks/>
          </p:cNvGrpSpPr>
          <p:nvPr/>
        </p:nvGrpSpPr>
        <p:grpSpPr bwMode="auto">
          <a:xfrm>
            <a:off x="5181600" y="1960563"/>
            <a:ext cx="762000" cy="1552575"/>
            <a:chOff x="3264" y="1235"/>
            <a:chExt cx="480" cy="978"/>
          </a:xfrm>
        </p:grpSpPr>
        <p:sp>
          <p:nvSpPr>
            <p:cNvPr id="5170" name="Line 22"/>
            <p:cNvSpPr>
              <a:spLocks noChangeShapeType="1"/>
            </p:cNvSpPr>
            <p:nvPr/>
          </p:nvSpPr>
          <p:spPr bwMode="auto">
            <a:xfrm flipV="1">
              <a:off x="3264" y="1379"/>
              <a:ext cx="480" cy="83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71" name="Group 70"/>
            <p:cNvGrpSpPr>
              <a:grpSpLocks/>
            </p:cNvGrpSpPr>
            <p:nvPr/>
          </p:nvGrpSpPr>
          <p:grpSpPr bwMode="auto">
            <a:xfrm>
              <a:off x="3320" y="1235"/>
              <a:ext cx="225" cy="458"/>
              <a:chOff x="3320" y="1235"/>
              <a:chExt cx="225" cy="458"/>
            </a:xfrm>
          </p:grpSpPr>
          <p:sp>
            <p:nvSpPr>
              <p:cNvPr id="5172" name="Rectangle 23"/>
              <p:cNvSpPr>
                <a:spLocks noChangeArrowheads="1"/>
              </p:cNvSpPr>
              <p:nvPr/>
            </p:nvSpPr>
            <p:spPr bwMode="auto">
              <a:xfrm>
                <a:off x="3320" y="1424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2</a:t>
                </a:r>
                <a:endParaRPr kumimoji="0" lang="en-US" altLang="zh-CN" sz="2800" b="1" dirty="0"/>
              </a:p>
            </p:txBody>
          </p:sp>
          <p:sp>
            <p:nvSpPr>
              <p:cNvPr id="5173" name="Rectangle 24"/>
              <p:cNvSpPr>
                <a:spLocks noChangeArrowheads="1"/>
              </p:cNvSpPr>
              <p:nvPr/>
            </p:nvSpPr>
            <p:spPr bwMode="auto">
              <a:xfrm>
                <a:off x="3372" y="123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4" name="Group 74"/>
          <p:cNvGrpSpPr>
            <a:grpSpLocks/>
          </p:cNvGrpSpPr>
          <p:nvPr/>
        </p:nvGrpSpPr>
        <p:grpSpPr bwMode="auto">
          <a:xfrm>
            <a:off x="5264150" y="2951163"/>
            <a:ext cx="493713" cy="609600"/>
            <a:chOff x="3316" y="1859"/>
            <a:chExt cx="311" cy="384"/>
          </a:xfrm>
        </p:grpSpPr>
        <p:sp>
          <p:nvSpPr>
            <p:cNvPr id="5168" name="Rectangle 36"/>
            <p:cNvSpPr>
              <a:spLocks noChangeArrowheads="1"/>
            </p:cNvSpPr>
            <p:nvPr/>
          </p:nvSpPr>
          <p:spPr bwMode="auto">
            <a:xfrm>
              <a:off x="3360" y="1859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sp>
          <p:nvSpPr>
            <p:cNvPr id="5169" name="Arc 25"/>
            <p:cNvSpPr>
              <a:spLocks/>
            </p:cNvSpPr>
            <p:nvPr/>
          </p:nvSpPr>
          <p:spPr bwMode="auto">
            <a:xfrm rot="960000">
              <a:off x="3316" y="2051"/>
              <a:ext cx="140" cy="192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68"/>
          <p:cNvGrpSpPr>
            <a:grpSpLocks/>
          </p:cNvGrpSpPr>
          <p:nvPr/>
        </p:nvGrpSpPr>
        <p:grpSpPr bwMode="auto">
          <a:xfrm>
            <a:off x="4895850" y="3146425"/>
            <a:ext cx="4043363" cy="642938"/>
            <a:chOff x="3084" y="1982"/>
            <a:chExt cx="2547" cy="405"/>
          </a:xfrm>
        </p:grpSpPr>
        <p:sp>
          <p:nvSpPr>
            <p:cNvPr id="5165" name="Text Box 69"/>
            <p:cNvSpPr txBox="1">
              <a:spLocks noChangeArrowheads="1"/>
            </p:cNvSpPr>
            <p:nvPr/>
          </p:nvSpPr>
          <p:spPr bwMode="auto">
            <a:xfrm>
              <a:off x="3084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5166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Text Box 26"/>
            <p:cNvSpPr txBox="1">
              <a:spLocks noChangeArrowheads="1"/>
            </p:cNvSpPr>
            <p:nvPr/>
          </p:nvSpPr>
          <p:spPr bwMode="auto">
            <a:xfrm>
              <a:off x="5376" y="209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grpSp>
        <p:nvGrpSpPr>
          <p:cNvPr id="16" name="Group 71"/>
          <p:cNvGrpSpPr>
            <a:grpSpLocks/>
          </p:cNvGrpSpPr>
          <p:nvPr/>
        </p:nvGrpSpPr>
        <p:grpSpPr bwMode="auto">
          <a:xfrm>
            <a:off x="5202238" y="2420938"/>
            <a:ext cx="2286000" cy="1054100"/>
            <a:chOff x="3277" y="1525"/>
            <a:chExt cx="1440" cy="664"/>
          </a:xfrm>
        </p:grpSpPr>
        <p:sp>
          <p:nvSpPr>
            <p:cNvPr id="5161" name="Line 27"/>
            <p:cNvSpPr>
              <a:spLocks noChangeShapeType="1"/>
            </p:cNvSpPr>
            <p:nvPr/>
          </p:nvSpPr>
          <p:spPr bwMode="auto">
            <a:xfrm flipV="1">
              <a:off x="3277" y="1979"/>
              <a:ext cx="1440" cy="21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62" name="Group 69"/>
            <p:cNvGrpSpPr>
              <a:grpSpLocks/>
            </p:cNvGrpSpPr>
            <p:nvPr/>
          </p:nvGrpSpPr>
          <p:grpSpPr bwMode="auto">
            <a:xfrm>
              <a:off x="4243" y="1525"/>
              <a:ext cx="225" cy="470"/>
              <a:chOff x="4232" y="1581"/>
              <a:chExt cx="225" cy="470"/>
            </a:xfrm>
          </p:grpSpPr>
          <p:sp>
            <p:nvSpPr>
              <p:cNvPr id="5163" name="Rectangle 28"/>
              <p:cNvSpPr>
                <a:spLocks noChangeArrowheads="1"/>
              </p:cNvSpPr>
              <p:nvPr/>
            </p:nvSpPr>
            <p:spPr bwMode="auto">
              <a:xfrm>
                <a:off x="4232" y="1782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1</a:t>
                </a:r>
                <a:endParaRPr kumimoji="0" lang="en-US" altLang="zh-CN" sz="2800" b="1" dirty="0"/>
              </a:p>
            </p:txBody>
          </p:sp>
          <p:sp>
            <p:nvSpPr>
              <p:cNvPr id="5164" name="Rectangle 29"/>
              <p:cNvSpPr>
                <a:spLocks noChangeArrowheads="1"/>
              </p:cNvSpPr>
              <p:nvPr/>
            </p:nvSpPr>
            <p:spPr bwMode="auto">
              <a:xfrm>
                <a:off x="4262" y="1581"/>
                <a:ext cx="13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8" name="Group 75"/>
          <p:cNvGrpSpPr>
            <a:grpSpLocks/>
          </p:cNvGrpSpPr>
          <p:nvPr/>
        </p:nvGrpSpPr>
        <p:grpSpPr bwMode="auto">
          <a:xfrm>
            <a:off x="5789613" y="2036763"/>
            <a:ext cx="2127250" cy="1373187"/>
            <a:chOff x="3647" y="1283"/>
            <a:chExt cx="1340" cy="865"/>
          </a:xfrm>
        </p:grpSpPr>
        <p:sp>
          <p:nvSpPr>
            <p:cNvPr id="5156" name="Arc 30"/>
            <p:cNvSpPr>
              <a:spLocks/>
            </p:cNvSpPr>
            <p:nvPr/>
          </p:nvSpPr>
          <p:spPr bwMode="auto">
            <a:xfrm rot="19740000" flipV="1">
              <a:off x="4704" y="1797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5157" name="Group 59"/>
            <p:cNvGrpSpPr>
              <a:grpSpLocks/>
            </p:cNvGrpSpPr>
            <p:nvPr/>
          </p:nvGrpSpPr>
          <p:grpSpPr bwMode="auto">
            <a:xfrm>
              <a:off x="4800" y="1715"/>
              <a:ext cx="187" cy="433"/>
              <a:chOff x="0" y="0"/>
              <a:chExt cx="187" cy="433"/>
            </a:xfrm>
          </p:grpSpPr>
          <p:sp>
            <p:nvSpPr>
              <p:cNvPr id="5159" name="Rectangle 32"/>
              <p:cNvSpPr>
                <a:spLocks noChangeArrowheads="1"/>
              </p:cNvSpPr>
              <p:nvPr/>
            </p:nvSpPr>
            <p:spPr bwMode="auto">
              <a:xfrm>
                <a:off x="187" y="162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 b="1"/>
              </a:p>
            </p:txBody>
          </p:sp>
          <p:sp>
            <p:nvSpPr>
              <p:cNvPr id="5160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w</a:t>
                </a:r>
              </a:p>
            </p:txBody>
          </p:sp>
        </p:grpSp>
        <p:sp>
          <p:nvSpPr>
            <p:cNvPr id="5158" name="Arc 34"/>
            <p:cNvSpPr>
              <a:spLocks/>
            </p:cNvSpPr>
            <p:nvPr/>
          </p:nvSpPr>
          <p:spPr bwMode="auto">
            <a:xfrm rot="18000000" flipV="1">
              <a:off x="3727" y="1203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>
            <a:off x="6400800" y="3068638"/>
            <a:ext cx="682625" cy="427037"/>
            <a:chOff x="4032" y="1933"/>
            <a:chExt cx="430" cy="269"/>
          </a:xfrm>
        </p:grpSpPr>
        <p:sp>
          <p:nvSpPr>
            <p:cNvPr id="5154" name="Line 35"/>
            <p:cNvSpPr>
              <a:spLocks noChangeShapeType="1"/>
            </p:cNvSpPr>
            <p:nvPr/>
          </p:nvSpPr>
          <p:spPr bwMode="auto">
            <a:xfrm>
              <a:off x="4032" y="2099"/>
              <a:ext cx="0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Rectangle 37"/>
            <p:cNvSpPr>
              <a:spLocks noChangeArrowheads="1"/>
            </p:cNvSpPr>
            <p:nvPr/>
          </p:nvSpPr>
          <p:spPr bwMode="auto">
            <a:xfrm>
              <a:off x="4195" y="193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 dirty="0">
                  <a:latin typeface="Symbol" panose="05050102010706020507" pitchFamily="18" charset="2"/>
                </a:rPr>
                <a:t>1</a:t>
              </a:r>
              <a:endParaRPr kumimoji="0" lang="en-US" altLang="zh-CN" sz="2800" b="1" dirty="0"/>
            </a:p>
          </p:txBody>
        </p:sp>
      </p:grpSp>
      <p:sp>
        <p:nvSpPr>
          <p:cNvPr id="394305" name="AutoShape 75"/>
          <p:cNvSpPr>
            <a:spLocks/>
          </p:cNvSpPr>
          <p:nvPr/>
        </p:nvSpPr>
        <p:spPr bwMode="auto">
          <a:xfrm>
            <a:off x="2159000" y="5481638"/>
            <a:ext cx="217488" cy="827087"/>
          </a:xfrm>
          <a:prstGeom prst="leftBrace">
            <a:avLst>
              <a:gd name="adj1" fmla="val 3169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5153" name="Text Box 61"/>
          <p:cNvSpPr txBox="1">
            <a:spLocks noChangeArrowheads="1"/>
          </p:cNvSpPr>
          <p:nvPr/>
        </p:nvSpPr>
        <p:spPr bwMode="auto">
          <a:xfrm>
            <a:off x="8761413" y="640080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3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9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autoUpdateAnimBg="0"/>
      <p:bldP spid="394244" grpId="0" autoUpdateAnimBg="0"/>
      <p:bldP spid="394245" grpId="0" autoUpdateAnimBg="0"/>
      <p:bldP spid="394249" grpId="0" autoUpdateAnimBg="0"/>
      <p:bldP spid="394250" grpId="0" autoUpdateAnimBg="0"/>
      <p:bldP spid="394251" grpId="0" autoUpdateAnimBg="0"/>
      <p:bldP spid="394253" grpId="0" autoUpdateAnimBg="0"/>
      <p:bldP spid="394254" grpId="0" autoUpdateAnimBg="0"/>
      <p:bldP spid="394259" grpId="0" animBg="1"/>
      <p:bldP spid="394260" grpId="0" animBg="1"/>
      <p:bldP spid="394261" grpId="0" animBg="1"/>
      <p:bldP spid="394268" grpId="0" animBg="1"/>
      <p:bldP spid="30749" grpId="0" animBg="1"/>
      <p:bldP spid="394284" grpId="0" animBg="1"/>
      <p:bldP spid="394285" grpId="0" autoUpdateAnimBg="0"/>
      <p:bldP spid="394286" grpId="0" autoUpdateAnimBg="0"/>
      <p:bldP spid="394287" grpId="0" autoUpdateAnimBg="0"/>
      <p:bldP spid="394288" grpId="0" autoUpdateAnimBg="0"/>
      <p:bldP spid="39430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24863" y="1376363"/>
            <a:ext cx="238125" cy="720725"/>
            <a:chOff x="0" y="0"/>
            <a:chExt cx="110" cy="466"/>
          </a:xfrm>
        </p:grpSpPr>
        <p:sp>
          <p:nvSpPr>
            <p:cNvPr id="6204" name="Rectangle 3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6205" name="Rectangle 4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652463" y="1038225"/>
            <a:ext cx="5072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两个重要的特例：</a:t>
            </a:r>
          </a:p>
        </p:txBody>
      </p:sp>
      <p:sp>
        <p:nvSpPr>
          <p:cNvPr id="395270" name="Text Box 6"/>
          <p:cNvSpPr txBox="1">
            <a:spLocks noChangeArrowheads="1"/>
          </p:cNvSpPr>
          <p:nvPr/>
        </p:nvSpPr>
        <p:spPr bwMode="auto">
          <a:xfrm>
            <a:off x="144463" y="1520825"/>
            <a:ext cx="6804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）两分振动同相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k</a:t>
            </a:r>
            <a:endParaRPr kumimoji="0"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95271" name="Text Box 7"/>
          <p:cNvSpPr txBox="1">
            <a:spLocks noChangeArrowheads="1"/>
          </p:cNvSpPr>
          <p:nvPr/>
        </p:nvSpPr>
        <p:spPr bwMode="auto">
          <a:xfrm>
            <a:off x="4824413" y="1557338"/>
            <a:ext cx="3255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 i="1">
                <a:solidFill>
                  <a:schemeClr val="accent2"/>
                </a:solidFill>
              </a:rPr>
              <a:t>k</a:t>
            </a:r>
            <a:r>
              <a:rPr kumimoji="0" lang="en-US" altLang="zh-CN" sz="2800" b="1">
                <a:solidFill>
                  <a:schemeClr val="accent2"/>
                </a:solidFill>
              </a:rPr>
              <a:t>=0,±1,±2 …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395272" name="Text Box 8"/>
          <p:cNvSpPr txBox="1">
            <a:spLocks noChangeArrowheads="1"/>
          </p:cNvSpPr>
          <p:nvPr/>
        </p:nvSpPr>
        <p:spPr bwMode="auto">
          <a:xfrm>
            <a:off x="1989138" y="2081213"/>
            <a:ext cx="2798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重合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合振幅为</a:t>
            </a:r>
          </a:p>
        </p:txBody>
      </p:sp>
      <p:graphicFrame>
        <p:nvGraphicFramePr>
          <p:cNvPr id="395273" name="Object 9"/>
          <p:cNvGraphicFramePr>
            <a:graphicFrameLocks noChangeAspect="1"/>
          </p:cNvGraphicFramePr>
          <p:nvPr/>
        </p:nvGraphicFramePr>
        <p:xfrm>
          <a:off x="1727200" y="2600325"/>
          <a:ext cx="1874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2" name="Equation" r:id="rId3" imgW="711200" imgH="228600" progId="Equation.DSMT4">
                  <p:embed/>
                </p:oleObj>
              </mc:Choice>
              <mc:Fallback>
                <p:oleObj name="Equation" r:id="rId3" imgW="7112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600325"/>
                        <a:ext cx="1874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4" name="Object 10"/>
          <p:cNvGraphicFramePr>
            <a:graphicFrameLocks noChangeAspect="1"/>
          </p:cNvGraphicFramePr>
          <p:nvPr/>
        </p:nvGraphicFramePr>
        <p:xfrm>
          <a:off x="3419475" y="3105150"/>
          <a:ext cx="14493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3" name="Equation" r:id="rId5" imgW="660400" imgH="228600" progId="Equation.DSMT4">
                  <p:embed/>
                </p:oleObj>
              </mc:Choice>
              <mc:Fallback>
                <p:oleObj name="Equation" r:id="rId5" imgW="6604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105150"/>
                        <a:ext cx="14493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5" name="Text Box 11"/>
          <p:cNvSpPr txBox="1">
            <a:spLocks noChangeArrowheads="1"/>
          </p:cNvSpPr>
          <p:nvPr/>
        </p:nvSpPr>
        <p:spPr bwMode="auto">
          <a:xfrm>
            <a:off x="1076325" y="3068638"/>
            <a:ext cx="4503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</a:t>
            </a:r>
          </a:p>
        </p:txBody>
      </p:sp>
      <p:sp>
        <p:nvSpPr>
          <p:cNvPr id="395276" name="Text Box 12"/>
          <p:cNvSpPr txBox="1">
            <a:spLocks noChangeArrowheads="1"/>
          </p:cNvSpPr>
          <p:nvPr/>
        </p:nvSpPr>
        <p:spPr bwMode="auto">
          <a:xfrm>
            <a:off x="611188" y="5229225"/>
            <a:ext cx="4032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使振动加强</a:t>
            </a:r>
          </a:p>
        </p:txBody>
      </p:sp>
      <p:sp>
        <p:nvSpPr>
          <p:cNvPr id="395277" name="Line 13"/>
          <p:cNvSpPr>
            <a:spLocks noChangeShapeType="1"/>
          </p:cNvSpPr>
          <p:nvPr/>
        </p:nvSpPr>
        <p:spPr bwMode="auto">
          <a:xfrm>
            <a:off x="5356225" y="3284538"/>
            <a:ext cx="34290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8" name="Arc 14"/>
          <p:cNvSpPr>
            <a:spLocks/>
          </p:cNvSpPr>
          <p:nvPr/>
        </p:nvSpPr>
        <p:spPr bwMode="auto">
          <a:xfrm rot="1007065">
            <a:off x="6178550" y="298608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9" name="Text Box 15"/>
          <p:cNvSpPr txBox="1">
            <a:spLocks noChangeArrowheads="1"/>
          </p:cNvSpPr>
          <p:nvPr/>
        </p:nvSpPr>
        <p:spPr bwMode="auto">
          <a:xfrm>
            <a:off x="8675688" y="3079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i="1"/>
              <a:t>X</a:t>
            </a:r>
          </a:p>
        </p:txBody>
      </p:sp>
      <p:sp>
        <p:nvSpPr>
          <p:cNvPr id="395280" name="Line 16"/>
          <p:cNvSpPr>
            <a:spLocks noChangeShapeType="1"/>
          </p:cNvSpPr>
          <p:nvPr/>
        </p:nvSpPr>
        <p:spPr bwMode="auto">
          <a:xfrm flipV="1">
            <a:off x="5380038" y="2590800"/>
            <a:ext cx="2011362" cy="6524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1" name="Rectangle 17"/>
          <p:cNvSpPr>
            <a:spLocks noChangeArrowheads="1"/>
          </p:cNvSpPr>
          <p:nvPr/>
        </p:nvSpPr>
        <p:spPr bwMode="auto">
          <a:xfrm>
            <a:off x="6400800" y="2743200"/>
            <a:ext cx="4238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5282" name="Line 18"/>
          <p:cNvSpPr>
            <a:spLocks noChangeShapeType="1"/>
          </p:cNvSpPr>
          <p:nvPr/>
        </p:nvSpPr>
        <p:spPr bwMode="auto">
          <a:xfrm flipV="1">
            <a:off x="5334000" y="2168525"/>
            <a:ext cx="3341688" cy="11080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3" name="Text Box 19"/>
          <p:cNvSpPr txBox="1">
            <a:spLocks noChangeArrowheads="1"/>
          </p:cNvSpPr>
          <p:nvPr/>
        </p:nvSpPr>
        <p:spPr bwMode="auto">
          <a:xfrm>
            <a:off x="5029200" y="28336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858000" y="2743200"/>
            <a:ext cx="576263" cy="427038"/>
            <a:chOff x="0" y="0"/>
            <a:chExt cx="363" cy="269"/>
          </a:xfrm>
        </p:grpSpPr>
        <p:sp>
          <p:nvSpPr>
            <p:cNvPr id="6202" name="Rectangle 21"/>
            <p:cNvSpPr>
              <a:spLocks noChangeArrowheads="1"/>
            </p:cNvSpPr>
            <p:nvPr/>
          </p:nvSpPr>
          <p:spPr bwMode="auto">
            <a:xfrm>
              <a:off x="96" y="0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graphicFrame>
          <p:nvGraphicFramePr>
            <p:cNvPr id="6203" name="Object 22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4" name="Equation" r:id="rId7" imgW="126780" imgH="114102" progId="Equation.DSMT4">
                    <p:embed/>
                  </p:oleObj>
                </mc:Choice>
                <mc:Fallback>
                  <p:oleObj name="Equation" r:id="rId7" imgW="126780" imgH="11410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7456488" y="2743200"/>
            <a:ext cx="696912" cy="427038"/>
            <a:chOff x="0" y="0"/>
            <a:chExt cx="439" cy="269"/>
          </a:xfrm>
        </p:grpSpPr>
        <p:sp>
          <p:nvSpPr>
            <p:cNvPr id="6200" name="Rectangle 24"/>
            <p:cNvSpPr>
              <a:spLocks noChangeArrowheads="1"/>
            </p:cNvSpPr>
            <p:nvPr/>
          </p:nvSpPr>
          <p:spPr bwMode="auto">
            <a:xfrm>
              <a:off x="104" y="0"/>
              <a:ext cx="3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6201" name="Object 25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5" name="Equation" r:id="rId9" imgW="126780" imgH="114102" progId="Equation.DSMT4">
                    <p:embed/>
                  </p:oleObj>
                </mc:Choice>
                <mc:Fallback>
                  <p:oleObj name="Equation" r:id="rId9" imgW="126780" imgH="11410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292" name="Line 28"/>
          <p:cNvSpPr>
            <a:spLocks noChangeShapeType="1"/>
          </p:cNvSpPr>
          <p:nvPr/>
        </p:nvSpPr>
        <p:spPr bwMode="auto">
          <a:xfrm flipH="1" flipV="1">
            <a:off x="4645025" y="4503738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3" name="Line 29"/>
          <p:cNvSpPr>
            <a:spLocks noChangeShapeType="1"/>
          </p:cNvSpPr>
          <p:nvPr/>
        </p:nvSpPr>
        <p:spPr bwMode="auto">
          <a:xfrm>
            <a:off x="4629150" y="5494338"/>
            <a:ext cx="41306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4" name="Text Box 30"/>
          <p:cNvSpPr txBox="1">
            <a:spLocks noChangeArrowheads="1"/>
          </p:cNvSpPr>
          <p:nvPr/>
        </p:nvSpPr>
        <p:spPr bwMode="auto">
          <a:xfrm>
            <a:off x="8455025" y="5522913"/>
            <a:ext cx="428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4645025" y="4975225"/>
            <a:ext cx="3733800" cy="1066800"/>
            <a:chOff x="0" y="0"/>
            <a:chExt cx="2977" cy="1059"/>
          </a:xfrm>
        </p:grpSpPr>
        <p:sp>
          <p:nvSpPr>
            <p:cNvPr id="10294" name="Freeform 3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5" name="Freeform 3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6" name="Freeform 34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45025" y="5280025"/>
            <a:ext cx="3733800" cy="457200"/>
            <a:chOff x="0" y="0"/>
            <a:chExt cx="2977" cy="1059"/>
          </a:xfrm>
        </p:grpSpPr>
        <p:sp>
          <p:nvSpPr>
            <p:cNvPr id="10291" name="Freeform 36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2" name="Freeform 37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3" name="Freeform 38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5303" name="Line 39"/>
          <p:cNvSpPr>
            <a:spLocks noChangeShapeType="1"/>
          </p:cNvSpPr>
          <p:nvPr/>
        </p:nvSpPr>
        <p:spPr bwMode="auto">
          <a:xfrm>
            <a:off x="4645025" y="5280025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4" name="Text Box 40"/>
          <p:cNvSpPr txBox="1">
            <a:spLocks noChangeArrowheads="1"/>
          </p:cNvSpPr>
          <p:nvPr/>
        </p:nvSpPr>
        <p:spPr bwMode="auto">
          <a:xfrm>
            <a:off x="4191000" y="4975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5305" name="Line 41"/>
          <p:cNvSpPr>
            <a:spLocks noChangeShapeType="1"/>
          </p:cNvSpPr>
          <p:nvPr/>
        </p:nvSpPr>
        <p:spPr bwMode="auto">
          <a:xfrm>
            <a:off x="4645025" y="4975225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6" name="Text Box 42"/>
          <p:cNvSpPr txBox="1">
            <a:spLocks noChangeArrowheads="1"/>
          </p:cNvSpPr>
          <p:nvPr/>
        </p:nvSpPr>
        <p:spPr bwMode="auto">
          <a:xfrm>
            <a:off x="4187825" y="4594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645025" y="4746625"/>
            <a:ext cx="3733800" cy="1524000"/>
            <a:chOff x="0" y="0"/>
            <a:chExt cx="2977" cy="1059"/>
          </a:xfrm>
        </p:grpSpPr>
        <p:sp>
          <p:nvSpPr>
            <p:cNvPr id="6191" name="Freeform 44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Freeform 45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Freeform 46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5311" name="Text Box 47"/>
          <p:cNvSpPr txBox="1">
            <a:spLocks noChangeArrowheads="1"/>
          </p:cNvSpPr>
          <p:nvPr/>
        </p:nvSpPr>
        <p:spPr bwMode="auto">
          <a:xfrm>
            <a:off x="7267575" y="4546600"/>
            <a:ext cx="15684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1</a:t>
            </a:r>
            <a:r>
              <a:rPr kumimoji="0" lang="en-US" altLang="zh-CN" b="1" i="1"/>
              <a:t>+x</a:t>
            </a:r>
            <a:r>
              <a:rPr kumimoji="0" lang="en-US" altLang="zh-CN" b="1" i="1" baseline="-25000"/>
              <a:t>2</a:t>
            </a:r>
            <a:endParaRPr kumimoji="0" lang="en-US" altLang="zh-CN" b="1" i="1"/>
          </a:p>
        </p:txBody>
      </p:sp>
      <p:sp>
        <p:nvSpPr>
          <p:cNvPr id="395312" name="Text Box 48"/>
          <p:cNvSpPr txBox="1">
            <a:spLocks noChangeArrowheads="1"/>
          </p:cNvSpPr>
          <p:nvPr/>
        </p:nvSpPr>
        <p:spPr bwMode="auto">
          <a:xfrm>
            <a:off x="4708525" y="4416425"/>
            <a:ext cx="22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5313" name="Text Box 49"/>
          <p:cNvSpPr txBox="1">
            <a:spLocks noChangeArrowheads="1"/>
          </p:cNvSpPr>
          <p:nvPr/>
        </p:nvSpPr>
        <p:spPr bwMode="auto">
          <a:xfrm>
            <a:off x="4416425" y="53562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8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6188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4638389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6" name="Equation" r:id="rId11" imgW="4838400" imgH="533160" progId="Equation.DSMT4">
                    <p:embed/>
                  </p:oleObj>
                </mc:Choice>
                <mc:Fallback>
                  <p:oleObj name="Equation" r:id="rId11" imgW="4838400" imgH="53316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9" name="Object 52"/>
            <p:cNvGraphicFramePr>
              <a:graphicFrameLocks noChangeAspect="1"/>
            </p:cNvGraphicFramePr>
            <p:nvPr/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" name="Equation" r:id="rId13" imgW="3352800" imgH="850900" progId="Equation.DSMT4">
                    <p:embed/>
                  </p:oleObj>
                </mc:Choice>
                <mc:Fallback>
                  <p:oleObj name="Equation" r:id="rId13" imgW="3352800" imgH="8509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0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8" r:id="rId15" imgW="3286125" imgH="3038475" progId="">
                    <p:embed/>
                  </p:oleObj>
                </mc:Choice>
                <mc:Fallback>
                  <p:oleObj r:id="rId15" imgW="3286125" imgH="3038475" progId="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318" name="Text Box 54"/>
          <p:cNvSpPr txBox="1">
            <a:spLocks noChangeArrowheads="1"/>
          </p:cNvSpPr>
          <p:nvPr/>
        </p:nvSpPr>
        <p:spPr bwMode="auto">
          <a:xfrm>
            <a:off x="685800" y="4422775"/>
            <a:ext cx="3309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合振动的振幅最大</a:t>
            </a:r>
          </a:p>
        </p:txBody>
      </p:sp>
      <p:sp>
        <p:nvSpPr>
          <p:cNvPr id="395319" name="Text Box 55"/>
          <p:cNvSpPr txBox="1">
            <a:spLocks noChangeArrowheads="1"/>
          </p:cNvSpPr>
          <p:nvPr/>
        </p:nvSpPr>
        <p:spPr bwMode="auto">
          <a:xfrm>
            <a:off x="1079500" y="3681413"/>
            <a:ext cx="339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合振动方程</a:t>
            </a:r>
          </a:p>
        </p:txBody>
      </p:sp>
      <p:graphicFrame>
        <p:nvGraphicFramePr>
          <p:cNvPr id="395320" name="Object 56"/>
          <p:cNvGraphicFramePr>
            <a:graphicFrameLocks noChangeAspect="1"/>
          </p:cNvGraphicFramePr>
          <p:nvPr/>
        </p:nvGraphicFramePr>
        <p:xfrm>
          <a:off x="5580063" y="3789363"/>
          <a:ext cx="303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9" name="Equation" r:id="rId17" imgW="3035300" imgH="431800" progId="Equation.DSMT4">
                  <p:embed/>
                </p:oleObj>
              </mc:Choice>
              <mc:Fallback>
                <p:oleObj name="Equation" r:id="rId17" imgW="3035300" imgH="431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789363"/>
                        <a:ext cx="3035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1" name="Line 70"/>
          <p:cNvSpPr>
            <a:spLocks noChangeShapeType="1"/>
          </p:cNvSpPr>
          <p:nvPr/>
        </p:nvSpPr>
        <p:spPr bwMode="auto">
          <a:xfrm flipV="1">
            <a:off x="5380038" y="2781300"/>
            <a:ext cx="1460500" cy="4619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5322" name="Object 5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223963" y="2097088"/>
          <a:ext cx="3365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0" name="Equation" r:id="rId19" imgW="164957" imgH="253780" progId="Equation.DSMT4">
                  <p:embed/>
                </p:oleObj>
              </mc:Choice>
              <mc:Fallback>
                <p:oleObj name="Equation" r:id="rId19" imgW="164957" imgH="25378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2097088"/>
                        <a:ext cx="3365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3" name="Object 5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976938" y="2349500"/>
          <a:ext cx="3603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" name="Equation" r:id="rId21" imgW="190417" imgH="253890" progId="Equation.DSMT4">
                  <p:embed/>
                </p:oleObj>
              </mc:Choice>
              <mc:Fallback>
                <p:oleObj name="Equation" r:id="rId21" imgW="190417" imgH="25389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349500"/>
                        <a:ext cx="3603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4" name="Object 6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663700" y="2097088"/>
          <a:ext cx="38893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2" name="Equation" r:id="rId23" imgW="190417" imgH="253890" progId="Equation.DSMT4">
                  <p:embed/>
                </p:oleObj>
              </mc:Choice>
              <mc:Fallback>
                <p:oleObj name="Equation" r:id="rId23" imgW="190417" imgH="25389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2097088"/>
                        <a:ext cx="38893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5" name="Object 6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96075" y="2205038"/>
          <a:ext cx="3095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3" name="Equation" r:id="rId25" imgW="164957" imgH="253780" progId="Equation.DSMT4">
                  <p:embed/>
                </p:oleObj>
              </mc:Choice>
              <mc:Fallback>
                <p:oleObj name="Equation" r:id="rId25" imgW="164957" imgH="25378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205038"/>
                        <a:ext cx="3095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6" name="Text Box 75"/>
          <p:cNvSpPr txBox="1">
            <a:spLocks noChangeArrowheads="1"/>
          </p:cNvSpPr>
          <p:nvPr/>
        </p:nvSpPr>
        <p:spPr bwMode="auto">
          <a:xfrm>
            <a:off x="3095625" y="3716338"/>
            <a:ext cx="3687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187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5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3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9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3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3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3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300"/>
                                        <p:tgtEl>
                                          <p:spTgt spid="3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3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9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3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39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39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1" dur="300"/>
                                        <p:tgtEl>
                                          <p:spTgt spid="3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9" grpId="0" autoUpdateAnimBg="0"/>
      <p:bldP spid="395270" grpId="0" autoUpdateAnimBg="0"/>
      <p:bldP spid="395271" grpId="0" autoUpdateAnimBg="0"/>
      <p:bldP spid="395272" grpId="0" autoUpdateAnimBg="0"/>
      <p:bldP spid="395275" grpId="0" autoUpdateAnimBg="0"/>
      <p:bldP spid="395276" grpId="0" autoUpdateAnimBg="0"/>
      <p:bldP spid="395277" grpId="0" animBg="1"/>
      <p:bldP spid="395278" grpId="0" animBg="1"/>
      <p:bldP spid="395279" grpId="0" autoUpdateAnimBg="0"/>
      <p:bldP spid="395280" grpId="0" animBg="1"/>
      <p:bldP spid="395281" grpId="0" autoUpdateAnimBg="0"/>
      <p:bldP spid="395282" grpId="0" animBg="1"/>
      <p:bldP spid="395283" grpId="0" autoUpdateAnimBg="0"/>
      <p:bldP spid="395292" grpId="0" animBg="1"/>
      <p:bldP spid="395293" grpId="0" animBg="1"/>
      <p:bldP spid="395294" grpId="0" autoUpdateAnimBg="0"/>
      <p:bldP spid="395304" grpId="0" autoUpdateAnimBg="0"/>
      <p:bldP spid="395306" grpId="0" autoUpdateAnimBg="0"/>
      <p:bldP spid="395311" grpId="0" autoUpdateAnimBg="0"/>
      <p:bldP spid="395312" grpId="0" autoUpdateAnimBg="0"/>
      <p:bldP spid="395313" grpId="0" autoUpdateAnimBg="0"/>
      <p:bldP spid="395318" grpId="0" autoUpdateAnimBg="0"/>
      <p:bldP spid="395319" grpId="0" autoUpdateAnimBg="0"/>
      <p:bldP spid="395321" grpId="0" animBg="1"/>
      <p:bldP spid="3953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647700" y="5156200"/>
            <a:ext cx="3348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使振动减弱</a:t>
            </a:r>
          </a:p>
        </p:txBody>
      </p:sp>
      <p:sp>
        <p:nvSpPr>
          <p:cNvPr id="396292" name="Line 4"/>
          <p:cNvSpPr>
            <a:spLocks noChangeShapeType="1"/>
          </p:cNvSpPr>
          <p:nvPr/>
        </p:nvSpPr>
        <p:spPr bwMode="auto">
          <a:xfrm flipH="1" flipV="1">
            <a:off x="4876800" y="4425950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3" name="Line 5"/>
          <p:cNvSpPr>
            <a:spLocks noChangeShapeType="1"/>
          </p:cNvSpPr>
          <p:nvPr/>
        </p:nvSpPr>
        <p:spPr bwMode="auto">
          <a:xfrm>
            <a:off x="4860925" y="5416550"/>
            <a:ext cx="41306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8686800" y="5445125"/>
            <a:ext cx="42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876800" y="4897438"/>
            <a:ext cx="3733800" cy="1066800"/>
            <a:chOff x="0" y="0"/>
            <a:chExt cx="2977" cy="1059"/>
          </a:xfrm>
        </p:grpSpPr>
        <p:sp>
          <p:nvSpPr>
            <p:cNvPr id="11356" name="Freeform 8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7" name="Freeform 9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8" name="Freeform 10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 flipH="1">
            <a:off x="4876800" y="5202238"/>
            <a:ext cx="3733800" cy="457200"/>
            <a:chOff x="0" y="0"/>
            <a:chExt cx="2977" cy="1059"/>
          </a:xfrm>
        </p:grpSpPr>
        <p:sp>
          <p:nvSpPr>
            <p:cNvPr id="11353" name="Freeform 1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4" name="Freeform 1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5" name="Freeform 14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6303" name="Line 15"/>
          <p:cNvSpPr>
            <a:spLocks noChangeShapeType="1"/>
          </p:cNvSpPr>
          <p:nvPr/>
        </p:nvSpPr>
        <p:spPr bwMode="auto">
          <a:xfrm>
            <a:off x="4876800" y="5659438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4" name="Text Box 16"/>
          <p:cNvSpPr txBox="1">
            <a:spLocks noChangeArrowheads="1"/>
          </p:cNvSpPr>
          <p:nvPr/>
        </p:nvSpPr>
        <p:spPr bwMode="auto">
          <a:xfrm>
            <a:off x="4373563" y="5461000"/>
            <a:ext cx="47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-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6305" name="Line 17"/>
          <p:cNvSpPr>
            <a:spLocks noChangeShapeType="1"/>
          </p:cNvSpPr>
          <p:nvPr/>
        </p:nvSpPr>
        <p:spPr bwMode="auto">
          <a:xfrm>
            <a:off x="4876800" y="4897438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6" name="Text Box 18"/>
          <p:cNvSpPr txBox="1">
            <a:spLocks noChangeArrowheads="1"/>
          </p:cNvSpPr>
          <p:nvPr/>
        </p:nvSpPr>
        <p:spPr bwMode="auto">
          <a:xfrm>
            <a:off x="4429125" y="4622800"/>
            <a:ext cx="3571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4876800" y="5126038"/>
            <a:ext cx="3733800" cy="609600"/>
            <a:chOff x="0" y="0"/>
            <a:chExt cx="2977" cy="1059"/>
          </a:xfrm>
        </p:grpSpPr>
        <p:sp>
          <p:nvSpPr>
            <p:cNvPr id="7253" name="Freeform 20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Freeform 21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Freeform 22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6311" name="Text Box 23"/>
          <p:cNvSpPr txBox="1">
            <a:spLocks noChangeArrowheads="1"/>
          </p:cNvSpPr>
          <p:nvPr/>
        </p:nvSpPr>
        <p:spPr bwMode="auto">
          <a:xfrm>
            <a:off x="7548563" y="4468813"/>
            <a:ext cx="15954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r>
              <a:rPr kumimoji="0" lang="en-US" altLang="zh-CN" b="1" i="1"/>
              <a:t>-x</a:t>
            </a:r>
            <a:r>
              <a:rPr kumimoji="0" lang="en-US" altLang="zh-CN" b="1" baseline="-25000"/>
              <a:t>2</a:t>
            </a:r>
            <a:endParaRPr kumimoji="0" lang="en-US" altLang="zh-CN" b="1" i="1"/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940300" y="4338638"/>
            <a:ext cx="223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13" name="Text Box 25"/>
          <p:cNvSpPr txBox="1">
            <a:spLocks noChangeArrowheads="1"/>
          </p:cNvSpPr>
          <p:nvPr/>
        </p:nvSpPr>
        <p:spPr bwMode="auto">
          <a:xfrm>
            <a:off x="4648200" y="512603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14" name="Text Box 26"/>
          <p:cNvSpPr txBox="1">
            <a:spLocks noChangeArrowheads="1"/>
          </p:cNvSpPr>
          <p:nvPr/>
        </p:nvSpPr>
        <p:spPr bwMode="auto">
          <a:xfrm>
            <a:off x="684213" y="4400550"/>
            <a:ext cx="2782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合成的振幅最小</a:t>
            </a:r>
          </a:p>
        </p:txBody>
      </p:sp>
      <p:sp>
        <p:nvSpPr>
          <p:cNvPr id="396316" name="Text Box 28"/>
          <p:cNvSpPr txBox="1">
            <a:spLocks noChangeArrowheads="1"/>
          </p:cNvSpPr>
          <p:nvPr/>
        </p:nvSpPr>
        <p:spPr bwMode="auto">
          <a:xfrm>
            <a:off x="179388" y="1087438"/>
            <a:ext cx="436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）两分振动反相</a:t>
            </a:r>
          </a:p>
        </p:txBody>
      </p:sp>
      <p:graphicFrame>
        <p:nvGraphicFramePr>
          <p:cNvPr id="3963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17476"/>
              </p:ext>
            </p:extLst>
          </p:nvPr>
        </p:nvGraphicFramePr>
        <p:xfrm>
          <a:off x="1943100" y="2168525"/>
          <a:ext cx="17557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7" name="Equation" r:id="rId3" imgW="774360" imgH="253800" progId="Equation.DSMT4">
                  <p:embed/>
                </p:oleObj>
              </mc:Choice>
              <mc:Fallback>
                <p:oleObj name="Equation" r:id="rId3" imgW="774360" imgH="253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168525"/>
                        <a:ext cx="17557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18" name="Line 30"/>
          <p:cNvSpPr>
            <a:spLocks noChangeShapeType="1"/>
          </p:cNvSpPr>
          <p:nvPr/>
        </p:nvSpPr>
        <p:spPr bwMode="auto">
          <a:xfrm flipV="1">
            <a:off x="5562600" y="2395538"/>
            <a:ext cx="990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5661025" y="1903413"/>
            <a:ext cx="357188" cy="727075"/>
            <a:chOff x="0" y="0"/>
            <a:chExt cx="225" cy="458"/>
          </a:xfrm>
        </p:grpSpPr>
        <p:sp>
          <p:nvSpPr>
            <p:cNvPr id="7251" name="Rectangle 32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7252" name="Rectangle 33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6322" name="Arc 34"/>
          <p:cNvSpPr>
            <a:spLocks/>
          </p:cNvSpPr>
          <p:nvPr/>
        </p:nvSpPr>
        <p:spPr bwMode="auto">
          <a:xfrm rot="1007065">
            <a:off x="7086600" y="216693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3" name="Text Box 35"/>
          <p:cNvSpPr txBox="1">
            <a:spLocks noChangeArrowheads="1"/>
          </p:cNvSpPr>
          <p:nvPr/>
        </p:nvSpPr>
        <p:spPr bwMode="auto">
          <a:xfrm>
            <a:off x="8510588" y="23955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24" name="Line 36"/>
          <p:cNvSpPr>
            <a:spLocks noChangeShapeType="1"/>
          </p:cNvSpPr>
          <p:nvPr/>
        </p:nvSpPr>
        <p:spPr bwMode="auto">
          <a:xfrm flipV="1">
            <a:off x="6553200" y="1557338"/>
            <a:ext cx="1852613" cy="838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5" name="Rectangle 37"/>
          <p:cNvSpPr>
            <a:spLocks noChangeArrowheads="1"/>
          </p:cNvSpPr>
          <p:nvPr/>
        </p:nvSpPr>
        <p:spPr bwMode="auto">
          <a:xfrm>
            <a:off x="7239000" y="19383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 flipV="1">
            <a:off x="6569075" y="1916113"/>
            <a:ext cx="990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7" name="Text Box 39"/>
          <p:cNvSpPr txBox="1">
            <a:spLocks noChangeArrowheads="1"/>
          </p:cNvSpPr>
          <p:nvPr/>
        </p:nvSpPr>
        <p:spPr bwMode="auto">
          <a:xfrm>
            <a:off x="6400800" y="22431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28" name="Line 40"/>
          <p:cNvSpPr>
            <a:spLocks noChangeShapeType="1"/>
          </p:cNvSpPr>
          <p:nvPr/>
        </p:nvSpPr>
        <p:spPr bwMode="auto">
          <a:xfrm>
            <a:off x="6553200" y="2395538"/>
            <a:ext cx="2209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6761163" y="1481138"/>
            <a:ext cx="238125" cy="720725"/>
            <a:chOff x="0" y="0"/>
            <a:chExt cx="110" cy="466"/>
          </a:xfrm>
        </p:grpSpPr>
        <p:sp>
          <p:nvSpPr>
            <p:cNvPr id="7249" name="Rectangle 42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7250" name="Rectangle 43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solidFill>
                    <a:schemeClr val="accent1"/>
                  </a:solidFill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solidFill>
                  <a:schemeClr val="accent1"/>
                </a:solidFill>
                <a:latin typeface="MT Extra" panose="05050102010205020202" pitchFamily="18" charset="2"/>
              </a:endParaRPr>
            </a:p>
          </p:txBody>
        </p:sp>
      </p:grpSp>
      <p:sp>
        <p:nvSpPr>
          <p:cNvPr id="396332" name="Arc 44"/>
          <p:cNvSpPr>
            <a:spLocks/>
          </p:cNvSpPr>
          <p:nvPr/>
        </p:nvSpPr>
        <p:spPr bwMode="auto">
          <a:xfrm rot="1007065">
            <a:off x="6324600" y="2166938"/>
            <a:ext cx="458788" cy="363537"/>
          </a:xfrm>
          <a:custGeom>
            <a:avLst/>
            <a:gdLst>
              <a:gd name="T0" fmla="*/ 2147483646 w 42581"/>
              <a:gd name="T1" fmla="*/ 2147483646 h 40150"/>
              <a:gd name="T2" fmla="*/ 2147483646 w 42581"/>
              <a:gd name="T3" fmla="*/ 2147483646 h 40150"/>
              <a:gd name="T4" fmla="*/ 2147483646 w 42581"/>
              <a:gd name="T5" fmla="*/ 2147483646 h 40150"/>
              <a:gd name="T6" fmla="*/ 0 60000 65536"/>
              <a:gd name="T7" fmla="*/ 0 60000 65536"/>
              <a:gd name="T8" fmla="*/ 0 60000 65536"/>
              <a:gd name="T9" fmla="*/ 0 w 42581"/>
              <a:gd name="T10" fmla="*/ 0 h 40150"/>
              <a:gd name="T11" fmla="*/ 42581 w 42581"/>
              <a:gd name="T12" fmla="*/ 40150 h 401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81" h="40150" fill="none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</a:path>
              <a:path w="42581" h="40150" stroke="0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  <a:lnTo>
                  <a:pt x="21600" y="21600"/>
                </a:lnTo>
                <a:lnTo>
                  <a:pt x="10533" y="4015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33" name="Rectangle 45"/>
          <p:cNvSpPr>
            <a:spLocks noChangeArrowheads="1"/>
          </p:cNvSpPr>
          <p:nvPr/>
        </p:nvSpPr>
        <p:spPr bwMode="auto">
          <a:xfrm>
            <a:off x="5943600" y="17859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2</a:t>
            </a:r>
            <a:endParaRPr kumimoji="0" lang="en-US" altLang="zh-CN" sz="2800" b="1"/>
          </a:p>
        </p:txBody>
      </p:sp>
      <p:sp>
        <p:nvSpPr>
          <p:cNvPr id="396334" name="Text Box 46"/>
          <p:cNvSpPr txBox="1">
            <a:spLocks noChangeArrowheads="1"/>
          </p:cNvSpPr>
          <p:nvPr/>
        </p:nvSpPr>
        <p:spPr bwMode="auto">
          <a:xfrm>
            <a:off x="900113" y="2708275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合振动初位相：</a:t>
            </a:r>
          </a:p>
        </p:txBody>
      </p:sp>
      <p:sp>
        <p:nvSpPr>
          <p:cNvPr id="396335" name="Text Box 47"/>
          <p:cNvSpPr txBox="1">
            <a:spLocks noChangeArrowheads="1"/>
          </p:cNvSpPr>
          <p:nvPr/>
        </p:nvSpPr>
        <p:spPr bwMode="auto">
          <a:xfrm>
            <a:off x="1687513" y="3233738"/>
            <a:ext cx="210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&gt;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7" name="组合 84"/>
          <p:cNvGrpSpPr>
            <a:grpSpLocks/>
          </p:cNvGrpSpPr>
          <p:nvPr/>
        </p:nvGrpSpPr>
        <p:grpSpPr bwMode="auto">
          <a:xfrm>
            <a:off x="3365500" y="3213100"/>
            <a:ext cx="1174750" cy="577850"/>
            <a:chOff x="3365590" y="3465513"/>
            <a:chExt cx="1174649" cy="577850"/>
          </a:xfrm>
        </p:grpSpPr>
        <p:sp>
          <p:nvSpPr>
            <p:cNvPr id="7247" name="Rectangle 49"/>
            <p:cNvSpPr>
              <a:spLocks noChangeArrowheads="1"/>
            </p:cNvSpPr>
            <p:nvPr/>
          </p:nvSpPr>
          <p:spPr bwMode="auto">
            <a:xfrm>
              <a:off x="3365590" y="3495675"/>
              <a:ext cx="30617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8" name="Object 49"/>
            <p:cNvGraphicFramePr>
              <a:graphicFrameLocks noChangeAspect="1"/>
            </p:cNvGraphicFramePr>
            <p:nvPr/>
          </p:nvGraphicFramePr>
          <p:xfrm>
            <a:off x="3768714" y="3465513"/>
            <a:ext cx="771525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8" name="Equation" r:id="rId5" imgW="266584" imgH="228501" progId="Equation.DSMT4">
                    <p:embed/>
                  </p:oleObj>
                </mc:Choice>
                <mc:Fallback>
                  <p:oleObj name="Equation" r:id="rId5" imgW="266584" imgH="228501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8714" y="3465513"/>
                          <a:ext cx="771525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38" name="Text Box 51"/>
          <p:cNvSpPr txBox="1">
            <a:spLocks noChangeArrowheads="1"/>
          </p:cNvSpPr>
          <p:nvPr/>
        </p:nvSpPr>
        <p:spPr bwMode="auto">
          <a:xfrm>
            <a:off x="1687513" y="3773488"/>
            <a:ext cx="230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8" name="组合 89"/>
          <p:cNvGrpSpPr>
            <a:grpSpLocks/>
          </p:cNvGrpSpPr>
          <p:nvPr/>
        </p:nvGrpSpPr>
        <p:grpSpPr bwMode="auto">
          <a:xfrm>
            <a:off x="3365500" y="3752850"/>
            <a:ext cx="1206500" cy="577850"/>
            <a:chOff x="3365589" y="4005263"/>
            <a:chExt cx="1206411" cy="577850"/>
          </a:xfrm>
        </p:grpSpPr>
        <p:sp>
          <p:nvSpPr>
            <p:cNvPr id="7245" name="Rectangle 53"/>
            <p:cNvSpPr>
              <a:spLocks noChangeArrowheads="1"/>
            </p:cNvSpPr>
            <p:nvPr/>
          </p:nvSpPr>
          <p:spPr bwMode="auto">
            <a:xfrm>
              <a:off x="3365589" y="4013200"/>
              <a:ext cx="3061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8728050"/>
                </p:ext>
              </p:extLst>
            </p:nvPr>
          </p:nvGraphicFramePr>
          <p:xfrm>
            <a:off x="3783012" y="4005263"/>
            <a:ext cx="788988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9" name="Equation" r:id="rId7" imgW="279360" imgH="228600" progId="Equation.DSMT4">
                    <p:embed/>
                  </p:oleObj>
                </mc:Choice>
                <mc:Fallback>
                  <p:oleObj name="Equation" r:id="rId7" imgW="279360" imgH="2286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012" y="4005263"/>
                          <a:ext cx="788988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7562850" y="1052513"/>
            <a:ext cx="357188" cy="727075"/>
            <a:chOff x="0" y="0"/>
            <a:chExt cx="225" cy="458"/>
          </a:xfrm>
        </p:grpSpPr>
        <p:sp>
          <p:nvSpPr>
            <p:cNvPr id="7243" name="Rectangle 60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sp>
          <p:nvSpPr>
            <p:cNvPr id="7244" name="Rectangle 61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grpSp>
        <p:nvGrpSpPr>
          <p:cNvPr id="10" name="Group 85"/>
          <p:cNvGrpSpPr>
            <a:grpSpLocks/>
          </p:cNvGrpSpPr>
          <p:nvPr/>
        </p:nvGrpSpPr>
        <p:grpSpPr bwMode="auto">
          <a:xfrm>
            <a:off x="6826250" y="3249613"/>
            <a:ext cx="2209800" cy="550862"/>
            <a:chOff x="4300" y="2194"/>
            <a:chExt cx="1392" cy="347"/>
          </a:xfrm>
        </p:grpSpPr>
        <p:sp>
          <p:nvSpPr>
            <p:cNvPr id="7240" name="Text Box 68"/>
            <p:cNvSpPr txBox="1">
              <a:spLocks noChangeArrowheads="1"/>
            </p:cNvSpPr>
            <p:nvPr/>
          </p:nvSpPr>
          <p:spPr bwMode="auto">
            <a:xfrm>
              <a:off x="5437" y="22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  <p:sp>
          <p:nvSpPr>
            <p:cNvPr id="7241" name="Text Box 72"/>
            <p:cNvSpPr txBox="1">
              <a:spLocks noChangeArrowheads="1"/>
            </p:cNvSpPr>
            <p:nvPr/>
          </p:nvSpPr>
          <p:spPr bwMode="auto">
            <a:xfrm>
              <a:off x="4300" y="2194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7242" name="Line 73"/>
            <p:cNvSpPr>
              <a:spLocks noChangeShapeType="1"/>
            </p:cNvSpPr>
            <p:nvPr/>
          </p:nvSpPr>
          <p:spPr bwMode="auto">
            <a:xfrm flipV="1">
              <a:off x="4396" y="2290"/>
              <a:ext cx="1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组合 87"/>
          <p:cNvGrpSpPr>
            <a:grpSpLocks/>
          </p:cNvGrpSpPr>
          <p:nvPr/>
        </p:nvGrpSpPr>
        <p:grpSpPr bwMode="auto">
          <a:xfrm>
            <a:off x="5154613" y="2781300"/>
            <a:ext cx="2081212" cy="1414463"/>
            <a:chOff x="5126038" y="3101975"/>
            <a:chExt cx="2081212" cy="1414264"/>
          </a:xfrm>
        </p:grpSpPr>
        <p:sp>
          <p:nvSpPr>
            <p:cNvPr id="7234" name="Line 69"/>
            <p:cNvSpPr>
              <a:spLocks noChangeShapeType="1"/>
            </p:cNvSpPr>
            <p:nvPr/>
          </p:nvSpPr>
          <p:spPr bwMode="auto">
            <a:xfrm flipH="1">
              <a:off x="5126038" y="3678039"/>
              <a:ext cx="1852612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35" name="Group 57"/>
            <p:cNvGrpSpPr>
              <a:grpSpLocks/>
            </p:cNvGrpSpPr>
            <p:nvPr/>
          </p:nvGrpSpPr>
          <p:grpSpPr bwMode="auto">
            <a:xfrm>
              <a:off x="5311775" y="3517900"/>
              <a:ext cx="357188" cy="727075"/>
              <a:chOff x="0" y="0"/>
              <a:chExt cx="225" cy="458"/>
            </a:xfrm>
          </p:grpSpPr>
          <p:sp>
            <p:nvSpPr>
              <p:cNvPr id="7238" name="Rectangle 65"/>
              <p:cNvSpPr>
                <a:spLocks noChangeArrowheads="1"/>
              </p:cNvSpPr>
              <p:nvPr/>
            </p:nvSpPr>
            <p:spPr bwMode="auto">
              <a:xfrm>
                <a:off x="0" y="189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A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/>
              </a:p>
            </p:txBody>
          </p:sp>
          <p:sp>
            <p:nvSpPr>
              <p:cNvPr id="7239" name="Rectangle 66"/>
              <p:cNvSpPr>
                <a:spLocks noChangeArrowheads="1"/>
              </p:cNvSpPr>
              <p:nvPr/>
            </p:nvSpPr>
            <p:spPr bwMode="auto">
              <a:xfrm>
                <a:off x="52" y="0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latin typeface="MT Extra" panose="05050102010205020202" pitchFamily="18" charset="2"/>
                  </a:rPr>
                  <a:t>r</a:t>
                </a:r>
                <a:endParaRPr kumimoji="0" lang="en-US" altLang="zh-CN" b="1">
                  <a:latin typeface="MT Extra" panose="05050102010205020202" pitchFamily="18" charset="2"/>
                </a:endParaRPr>
              </a:p>
            </p:txBody>
          </p:sp>
        </p:grpSp>
        <p:sp>
          <p:nvSpPr>
            <p:cNvPr id="7236" name="Arc 77"/>
            <p:cNvSpPr>
              <a:spLocks/>
            </p:cNvSpPr>
            <p:nvPr/>
          </p:nvSpPr>
          <p:spPr bwMode="auto">
            <a:xfrm rot="960000">
              <a:off x="6746875" y="3406775"/>
              <a:ext cx="460375" cy="363538"/>
            </a:xfrm>
            <a:custGeom>
              <a:avLst/>
              <a:gdLst>
                <a:gd name="T0" fmla="*/ 0 w 42581"/>
                <a:gd name="T1" fmla="*/ 0 h 40150"/>
                <a:gd name="T2" fmla="*/ 0 w 42581"/>
                <a:gd name="T3" fmla="*/ 0 h 40150"/>
                <a:gd name="T4" fmla="*/ 0 w 42581"/>
                <a:gd name="T5" fmla="*/ 0 h 40150"/>
                <a:gd name="T6" fmla="*/ 0 60000 65536"/>
                <a:gd name="T7" fmla="*/ 0 60000 65536"/>
                <a:gd name="T8" fmla="*/ 0 60000 65536"/>
                <a:gd name="T9" fmla="*/ 0 w 42581"/>
                <a:gd name="T10" fmla="*/ 0 h 40150"/>
                <a:gd name="T11" fmla="*/ 42581 w 42581"/>
                <a:gd name="T12" fmla="*/ 40150 h 40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81" h="40150" fill="none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</a:path>
                <a:path w="42581" h="40150" stroke="0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  <a:lnTo>
                    <a:pt x="21600" y="21600"/>
                  </a:lnTo>
                  <a:lnTo>
                    <a:pt x="10533" y="4015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Rectangle 78"/>
            <p:cNvSpPr>
              <a:spLocks noChangeArrowheads="1"/>
            </p:cNvSpPr>
            <p:nvPr/>
          </p:nvSpPr>
          <p:spPr bwMode="auto">
            <a:xfrm>
              <a:off x="6292850" y="3101975"/>
              <a:ext cx="423863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</p:grpSp>
      <p:grpSp>
        <p:nvGrpSpPr>
          <p:cNvPr id="15" name="组合 86"/>
          <p:cNvGrpSpPr>
            <a:grpSpLocks/>
          </p:cNvGrpSpPr>
          <p:nvPr/>
        </p:nvGrpSpPr>
        <p:grpSpPr bwMode="auto">
          <a:xfrm>
            <a:off x="6978650" y="2316163"/>
            <a:ext cx="1066800" cy="1143000"/>
            <a:chOff x="6978650" y="2568575"/>
            <a:chExt cx="1066800" cy="1143000"/>
          </a:xfrm>
        </p:grpSpPr>
        <p:sp>
          <p:nvSpPr>
            <p:cNvPr id="7227" name="Arc 67"/>
            <p:cNvSpPr>
              <a:spLocks/>
            </p:cNvSpPr>
            <p:nvPr/>
          </p:nvSpPr>
          <p:spPr bwMode="auto">
            <a:xfrm rot="960000">
              <a:off x="7442200" y="3406775"/>
              <a:ext cx="222250" cy="304800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Rectangle 70"/>
            <p:cNvSpPr>
              <a:spLocks noChangeArrowheads="1"/>
            </p:cNvSpPr>
            <p:nvPr/>
          </p:nvSpPr>
          <p:spPr bwMode="auto">
            <a:xfrm>
              <a:off x="7621588" y="3178175"/>
              <a:ext cx="423862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1</a:t>
              </a:r>
              <a:endParaRPr kumimoji="0" lang="en-US" altLang="zh-CN" sz="2800" b="1"/>
            </a:p>
          </p:txBody>
        </p:sp>
        <p:grpSp>
          <p:nvGrpSpPr>
            <p:cNvPr id="7229" name="组合 85"/>
            <p:cNvGrpSpPr>
              <a:grpSpLocks/>
            </p:cNvGrpSpPr>
            <p:nvPr/>
          </p:nvGrpSpPr>
          <p:grpSpPr bwMode="auto">
            <a:xfrm>
              <a:off x="6978650" y="2568575"/>
              <a:ext cx="990600" cy="1066800"/>
              <a:chOff x="6978650" y="2568575"/>
              <a:chExt cx="990600" cy="1066800"/>
            </a:xfrm>
          </p:grpSpPr>
          <p:sp>
            <p:nvSpPr>
              <p:cNvPr id="7230" name="Line 63"/>
              <p:cNvSpPr>
                <a:spLocks noChangeShapeType="1"/>
              </p:cNvSpPr>
              <p:nvPr/>
            </p:nvSpPr>
            <p:spPr bwMode="auto">
              <a:xfrm flipH="1">
                <a:off x="6978650" y="3178175"/>
                <a:ext cx="990600" cy="45720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31" name="Group 72"/>
              <p:cNvGrpSpPr>
                <a:grpSpLocks/>
              </p:cNvGrpSpPr>
              <p:nvPr/>
            </p:nvGrpSpPr>
            <p:grpSpPr bwMode="auto">
              <a:xfrm>
                <a:off x="7445375" y="2568575"/>
                <a:ext cx="357188" cy="727075"/>
                <a:chOff x="0" y="0"/>
                <a:chExt cx="225" cy="458"/>
              </a:xfrm>
            </p:grpSpPr>
            <p:sp>
              <p:nvSpPr>
                <p:cNvPr id="7232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189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7233" name="Rectangle 81"/>
                <p:cNvSpPr>
                  <a:spLocks noChangeArrowheads="1"/>
                </p:cNvSpPr>
                <p:nvPr/>
              </p:nvSpPr>
              <p:spPr bwMode="auto">
                <a:xfrm>
                  <a:off x="52" y="0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</p:grpSp>
      <p:sp>
        <p:nvSpPr>
          <p:cNvPr id="396363" name="Text Box 82"/>
          <p:cNvSpPr txBox="1">
            <a:spLocks noChangeArrowheads="1"/>
          </p:cNvSpPr>
          <p:nvPr/>
        </p:nvSpPr>
        <p:spPr bwMode="auto">
          <a:xfrm>
            <a:off x="3622675" y="1058863"/>
            <a:ext cx="270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= (2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+1)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chemeClr val="accent2"/>
              </a:solidFill>
            </a:endParaRPr>
          </a:p>
        </p:txBody>
      </p:sp>
      <p:grpSp>
        <p:nvGrpSpPr>
          <p:cNvPr id="18" name="组合 83"/>
          <p:cNvGrpSpPr>
            <a:grpSpLocks/>
          </p:cNvGrpSpPr>
          <p:nvPr/>
        </p:nvGrpSpPr>
        <p:grpSpPr bwMode="auto">
          <a:xfrm>
            <a:off x="1008063" y="1657350"/>
            <a:ext cx="4932362" cy="549275"/>
            <a:chOff x="1008063" y="1909763"/>
            <a:chExt cx="4932362" cy="549275"/>
          </a:xfrm>
        </p:grpSpPr>
        <p:sp>
          <p:nvSpPr>
            <p:cNvPr id="7224" name="Text Box 84"/>
            <p:cNvSpPr txBox="1">
              <a:spLocks noChangeArrowheads="1"/>
            </p:cNvSpPr>
            <p:nvPr/>
          </p:nvSpPr>
          <p:spPr bwMode="auto">
            <a:xfrm>
              <a:off x="1116013" y="1916113"/>
              <a:ext cx="482441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/>
                <a:t>   </a:t>
              </a:r>
              <a:r>
                <a:rPr kumimoji="0" lang="zh-CN" altLang="en-US" sz="2800" b="1" dirty="0"/>
                <a:t>与     方向相反</a:t>
              </a:r>
              <a:r>
                <a:rPr kumimoji="0" lang="en-US" altLang="zh-CN" sz="2800" b="1" dirty="0"/>
                <a:t>, </a:t>
              </a:r>
              <a:r>
                <a:rPr kumimoji="0" lang="zh-CN" altLang="en-US" sz="2800" b="1" dirty="0"/>
                <a:t>合振幅为：</a:t>
              </a:r>
            </a:p>
          </p:txBody>
        </p:sp>
        <p:graphicFrame>
          <p:nvGraphicFramePr>
            <p:cNvPr id="7225" name="Object 77"/>
            <p:cNvGraphicFramePr>
              <a:graphicFrameLocks noChangeAspect="1"/>
            </p:cNvGraphicFramePr>
            <p:nvPr/>
          </p:nvGraphicFramePr>
          <p:xfrm>
            <a:off x="1871663" y="1916113"/>
            <a:ext cx="4699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0" name="Equation" r:id="rId9" imgW="190417" imgH="253890" progId="Equation.DSMT4">
                    <p:embed/>
                  </p:oleObj>
                </mc:Choice>
                <mc:Fallback>
                  <p:oleObj name="Equation" r:id="rId9" imgW="190417" imgH="25389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1663" y="1916113"/>
                          <a:ext cx="469900" cy="542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6" name="Object 78"/>
            <p:cNvGraphicFramePr>
              <a:graphicFrameLocks noChangeAspect="1"/>
            </p:cNvGraphicFramePr>
            <p:nvPr/>
          </p:nvGraphicFramePr>
          <p:xfrm>
            <a:off x="1008063" y="1909763"/>
            <a:ext cx="454025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1" name="Equation" r:id="rId11" imgW="164957" imgH="253780" progId="Equation.DSMT4">
                    <p:embed/>
                  </p:oleObj>
                </mc:Choice>
                <mc:Fallback>
                  <p:oleObj name="Equation" r:id="rId11" imgW="164957" imgH="25378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063" y="1909763"/>
                          <a:ext cx="454025" cy="544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11" name="Text Box 61"/>
          <p:cNvSpPr txBox="1">
            <a:spLocks noChangeArrowheads="1"/>
          </p:cNvSpPr>
          <p:nvPr/>
        </p:nvSpPr>
        <p:spPr bwMode="auto">
          <a:xfrm>
            <a:off x="8783638" y="63960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6</a:t>
            </a:r>
          </a:p>
        </p:txBody>
      </p:sp>
      <p:sp>
        <p:nvSpPr>
          <p:cNvPr id="7220" name="文本框 13"/>
          <p:cNvSpPr txBox="1">
            <a:spLocks noChangeArrowheads="1"/>
          </p:cNvSpPr>
          <p:nvPr/>
        </p:nvSpPr>
        <p:spPr bwMode="auto">
          <a:xfrm>
            <a:off x="4241627" y="6237312"/>
            <a:ext cx="1621183" cy="52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一般情况</a:t>
            </a:r>
          </a:p>
        </p:txBody>
      </p:sp>
      <p:grpSp>
        <p:nvGrpSpPr>
          <p:cNvPr id="11" name="组合 88"/>
          <p:cNvGrpSpPr>
            <a:grpSpLocks/>
          </p:cNvGrpSpPr>
          <p:nvPr/>
        </p:nvGrpSpPr>
        <p:grpSpPr bwMode="auto">
          <a:xfrm>
            <a:off x="5967413" y="3027363"/>
            <a:ext cx="1011237" cy="796925"/>
            <a:chOff x="5967413" y="3295650"/>
            <a:chExt cx="1011237" cy="796925"/>
          </a:xfrm>
        </p:grpSpPr>
        <p:sp>
          <p:nvSpPr>
            <p:cNvPr id="7214" name="Line 71"/>
            <p:cNvSpPr>
              <a:spLocks noChangeShapeType="1"/>
            </p:cNvSpPr>
            <p:nvPr/>
          </p:nvSpPr>
          <p:spPr bwMode="auto">
            <a:xfrm flipH="1">
              <a:off x="5988050" y="3635375"/>
              <a:ext cx="990600" cy="457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15" name="Group 67"/>
            <p:cNvGrpSpPr>
              <a:grpSpLocks/>
            </p:cNvGrpSpPr>
            <p:nvPr/>
          </p:nvGrpSpPr>
          <p:grpSpPr bwMode="auto">
            <a:xfrm>
              <a:off x="5967413" y="3295650"/>
              <a:ext cx="238125" cy="720725"/>
              <a:chOff x="0" y="0"/>
              <a:chExt cx="110" cy="466"/>
            </a:xfrm>
          </p:grpSpPr>
          <p:sp>
            <p:nvSpPr>
              <p:cNvPr id="7216" name="Rectangle 75"/>
              <p:cNvSpPr>
                <a:spLocks noChangeArrowheads="1"/>
              </p:cNvSpPr>
              <p:nvPr/>
            </p:nvSpPr>
            <p:spPr bwMode="auto">
              <a:xfrm>
                <a:off x="0" y="190"/>
                <a:ext cx="110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solidFill>
                      <a:schemeClr val="accent1"/>
                    </a:solidFill>
                  </a:rPr>
                  <a:t>A</a:t>
                </a:r>
              </a:p>
            </p:txBody>
          </p:sp>
          <p:sp>
            <p:nvSpPr>
              <p:cNvPr id="7217" name="Rectangle 76"/>
              <p:cNvSpPr>
                <a:spLocks noChangeArrowheads="1"/>
              </p:cNvSpPr>
              <p:nvPr/>
            </p:nvSpPr>
            <p:spPr bwMode="auto">
              <a:xfrm>
                <a:off x="8" y="0"/>
                <a:ext cx="7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solidFill>
                      <a:schemeClr val="accent1"/>
                    </a:solidFill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solidFill>
                    <a:schemeClr val="accent1"/>
                  </a:solidFill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95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96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3277214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2" name="Equation" r:id="rId13" imgW="4838400" imgH="533160" progId="Equation.DSMT4">
                    <p:embed/>
                  </p:oleObj>
                </mc:Choice>
                <mc:Fallback>
                  <p:oleObj name="Equation" r:id="rId13" imgW="483840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240717"/>
                </p:ext>
              </p:extLst>
            </p:nvPr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3" name="Equation" r:id="rId15" imgW="3352680" imgH="850680" progId="Equation.DSMT4">
                    <p:embed/>
                  </p:oleObj>
                </mc:Choice>
                <mc:Fallback>
                  <p:oleObj name="Equation" r:id="rId15" imgW="3352680" imgH="850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4" r:id="rId17" imgW="3286125" imgH="3038475" progId="">
                    <p:embed/>
                  </p:oleObj>
                </mc:Choice>
                <mc:Fallback>
                  <p:oleObj r:id="rId17" imgW="3286125" imgH="303847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A7E3B44A-C31F-46D5-9A64-00FE28E98F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213" y="6177853"/>
            <a:ext cx="3605149" cy="63552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9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4" dur="300"/>
                                        <p:tgtEl>
                                          <p:spTgt spid="3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39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39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39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3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4" dur="500"/>
                                        <p:tgtEl>
                                          <p:spTgt spid="39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9" dur="500"/>
                                        <p:tgtEl>
                                          <p:spTgt spid="3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0" grpId="0" autoUpdateAnimBg="0"/>
      <p:bldP spid="396292" grpId="0" animBg="1"/>
      <p:bldP spid="396293" grpId="0" animBg="1"/>
      <p:bldP spid="396294" grpId="0" autoUpdateAnimBg="0"/>
      <p:bldP spid="396304" grpId="0" autoUpdateAnimBg="0"/>
      <p:bldP spid="396306" grpId="0" autoUpdateAnimBg="0"/>
      <p:bldP spid="396311" grpId="0" autoUpdateAnimBg="0"/>
      <p:bldP spid="396312" grpId="0" autoUpdateAnimBg="0"/>
      <p:bldP spid="396313" grpId="0" autoUpdateAnimBg="0"/>
      <p:bldP spid="396314" grpId="0" autoUpdateAnimBg="0"/>
      <p:bldP spid="396316" grpId="0" autoUpdateAnimBg="0"/>
      <p:bldP spid="396318" grpId="0" animBg="1"/>
      <p:bldP spid="396322" grpId="0" animBg="1"/>
      <p:bldP spid="396323" grpId="0" autoUpdateAnimBg="0"/>
      <p:bldP spid="396324" grpId="0" animBg="1"/>
      <p:bldP spid="396325" grpId="0" autoUpdateAnimBg="0"/>
      <p:bldP spid="396326" grpId="0" animBg="1"/>
      <p:bldP spid="396327" grpId="0" autoUpdateAnimBg="0"/>
      <p:bldP spid="396328" grpId="0" animBg="1"/>
      <p:bldP spid="396332" grpId="0" animBg="1"/>
      <p:bldP spid="396333" grpId="0" autoUpdateAnimBg="0"/>
      <p:bldP spid="396334" grpId="0" autoUpdateAnimBg="0"/>
      <p:bldP spid="396335" grpId="0" autoUpdateAnimBg="0"/>
      <p:bldP spid="396338" grpId="0" autoUpdateAnimBg="0"/>
      <p:bldP spid="396363" grpId="0" autoUpdateAnimBg="0"/>
      <p:bldP spid="72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203825" y="1233488"/>
            <a:ext cx="3652838" cy="25622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468313" y="152400"/>
            <a:ext cx="787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例：</a:t>
            </a:r>
            <a:r>
              <a:rPr kumimoji="0" lang="zh-CN" altLang="en-US" sz="2800" b="1">
                <a:ea typeface="楷体_GB2312" pitchFamily="49" charset="-122"/>
              </a:rPr>
              <a:t>同方向、同频率的 </a:t>
            </a:r>
            <a:r>
              <a:rPr kumimoji="0" lang="en-US" altLang="zh-CN" sz="2800" b="1" i="1">
                <a:solidFill>
                  <a:schemeClr val="accent2"/>
                </a:solidFill>
                <a:ea typeface="楷体_GB2312" pitchFamily="49" charset="-122"/>
              </a:rPr>
              <a:t>N </a:t>
            </a: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个</a:t>
            </a:r>
            <a:r>
              <a:rPr kumimoji="0" lang="zh-CN" altLang="en-US" sz="2800" b="1">
                <a:ea typeface="楷体_GB2312" pitchFamily="49" charset="-122"/>
              </a:rPr>
              <a:t>谐振动的合成</a:t>
            </a:r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503238" y="692150"/>
            <a:ext cx="7813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若它们的</a:t>
            </a:r>
            <a:r>
              <a:rPr kumimoji="0" lang="zh-CN" altLang="en-US" sz="2800" b="1">
                <a:solidFill>
                  <a:schemeClr val="accent2"/>
                </a:solidFill>
              </a:rPr>
              <a:t>振幅相等</a:t>
            </a:r>
            <a:r>
              <a:rPr kumimoji="0" lang="zh-CN" altLang="en-US" sz="2800" b="1"/>
              <a:t>，初相位</a:t>
            </a:r>
            <a:r>
              <a:rPr kumimoji="0" lang="zh-CN" altLang="en-US" sz="2800" b="1">
                <a:solidFill>
                  <a:schemeClr val="accent2"/>
                </a:solidFill>
              </a:rPr>
              <a:t>依次相差</a:t>
            </a:r>
            <a:r>
              <a:rPr kumimoji="0" lang="zh-CN" altLang="en-US" sz="2800" b="1"/>
              <a:t>一个恒量。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其表达式为</a:t>
            </a:r>
            <a:r>
              <a:rPr kumimoji="0" lang="zh-CN" altLang="en-US" sz="2400"/>
              <a:t>：</a:t>
            </a:r>
          </a:p>
        </p:txBody>
      </p:sp>
      <p:graphicFrame>
        <p:nvGraphicFramePr>
          <p:cNvPr id="397316" name="Object 4"/>
          <p:cNvGraphicFramePr>
            <a:graphicFrameLocks noChangeAspect="1"/>
          </p:cNvGraphicFramePr>
          <p:nvPr/>
        </p:nvGraphicFramePr>
        <p:xfrm>
          <a:off x="846138" y="1525588"/>
          <a:ext cx="22844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1" name="Equation" r:id="rId3" imgW="1879600" imgH="431800" progId="Equation.DSMT4">
                  <p:embed/>
                </p:oleObj>
              </mc:Choice>
              <mc:Fallback>
                <p:oleObj name="Equation" r:id="rId3" imgW="1879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1525588"/>
                        <a:ext cx="22844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871538" y="2024063"/>
          <a:ext cx="2844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2" name="Equation" r:id="rId5" imgW="2463800" imgH="431800" progId="Equation.DSMT4">
                  <p:embed/>
                </p:oleObj>
              </mc:Choice>
              <mc:Fallback>
                <p:oleObj name="Equation" r:id="rId5" imgW="24638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024063"/>
                        <a:ext cx="2844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8" name="Object 6"/>
          <p:cNvGraphicFramePr>
            <a:graphicFrameLocks noChangeAspect="1"/>
          </p:cNvGraphicFramePr>
          <p:nvPr/>
        </p:nvGraphicFramePr>
        <p:xfrm>
          <a:off x="871538" y="2528888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3" name="Equation" r:id="rId7" imgW="2628900" imgH="431800" progId="Equation.DSMT4">
                  <p:embed/>
                </p:oleObj>
              </mc:Choice>
              <mc:Fallback>
                <p:oleObj name="Equation" r:id="rId7" imgW="26289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528888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0" name="Object 8"/>
          <p:cNvGraphicFramePr>
            <a:graphicFrameLocks noChangeAspect="1"/>
          </p:cNvGraphicFramePr>
          <p:nvPr/>
        </p:nvGraphicFramePr>
        <p:xfrm>
          <a:off x="819150" y="3252788"/>
          <a:ext cx="4283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4" name="Equation" r:id="rId9" imgW="3517900" imgH="431800" progId="Equation.DSMT4">
                  <p:embed/>
                </p:oleObj>
              </mc:Choice>
              <mc:Fallback>
                <p:oleObj name="Equation" r:id="rId9" imgW="3517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3252788"/>
                        <a:ext cx="4283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9" name="Object 9"/>
          <p:cNvGraphicFramePr>
            <a:graphicFrameLocks noChangeAspect="1"/>
          </p:cNvGraphicFramePr>
          <p:nvPr/>
        </p:nvGraphicFramePr>
        <p:xfrm>
          <a:off x="6000194" y="2932112"/>
          <a:ext cx="35408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5" r:id="rId11" imgW="140126" imgH="165603" progId="Equation.DSMT4">
                  <p:embed/>
                </p:oleObj>
              </mc:Choice>
              <mc:Fallback>
                <p:oleObj r:id="rId11" imgW="140126" imgH="16560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194" y="2932112"/>
                        <a:ext cx="35408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0" name="Line 13"/>
          <p:cNvSpPr>
            <a:spLocks noChangeShapeType="1"/>
          </p:cNvSpPr>
          <p:nvPr/>
        </p:nvSpPr>
        <p:spPr bwMode="auto">
          <a:xfrm>
            <a:off x="5754081" y="3268662"/>
            <a:ext cx="294065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1" name="Line 14"/>
          <p:cNvSpPr>
            <a:spLocks noChangeShapeType="1"/>
          </p:cNvSpPr>
          <p:nvPr/>
        </p:nvSpPr>
        <p:spPr bwMode="auto">
          <a:xfrm>
            <a:off x="5673103" y="3268662"/>
            <a:ext cx="735164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2" name="Line 15"/>
          <p:cNvSpPr>
            <a:spLocks noChangeShapeType="1"/>
          </p:cNvSpPr>
          <p:nvPr/>
        </p:nvSpPr>
        <p:spPr bwMode="auto">
          <a:xfrm rot="17460000">
            <a:off x="7255451" y="2132806"/>
            <a:ext cx="754063" cy="3176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3" name="Line 16"/>
          <p:cNvSpPr>
            <a:spLocks noChangeShapeType="1"/>
          </p:cNvSpPr>
          <p:nvPr/>
        </p:nvSpPr>
        <p:spPr bwMode="auto">
          <a:xfrm rot="18780000">
            <a:off x="6929152" y="2720975"/>
            <a:ext cx="754063" cy="1587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4" name="Line 17"/>
          <p:cNvSpPr>
            <a:spLocks noChangeShapeType="1"/>
          </p:cNvSpPr>
          <p:nvPr/>
        </p:nvSpPr>
        <p:spPr bwMode="auto">
          <a:xfrm rot="20160000">
            <a:off x="6408267" y="3100387"/>
            <a:ext cx="733577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5" name="Line 18"/>
          <p:cNvSpPr>
            <a:spLocks noChangeShapeType="1"/>
          </p:cNvSpPr>
          <p:nvPr/>
        </p:nvSpPr>
        <p:spPr bwMode="auto">
          <a:xfrm flipV="1">
            <a:off x="6408267" y="2558195"/>
            <a:ext cx="1633876" cy="70888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6" name="Line 19"/>
          <p:cNvSpPr>
            <a:spLocks noChangeShapeType="1"/>
          </p:cNvSpPr>
          <p:nvPr/>
        </p:nvSpPr>
        <p:spPr bwMode="auto">
          <a:xfrm flipV="1">
            <a:off x="5673103" y="1841501"/>
            <a:ext cx="2041947" cy="1425574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7" name="Line 20"/>
          <p:cNvSpPr>
            <a:spLocks noChangeShapeType="1"/>
          </p:cNvSpPr>
          <p:nvPr/>
        </p:nvSpPr>
        <p:spPr bwMode="auto">
          <a:xfrm flipH="1">
            <a:off x="5673103" y="1674813"/>
            <a:ext cx="490638" cy="159384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8" name="Line 21"/>
          <p:cNvSpPr>
            <a:spLocks noChangeShapeType="1"/>
          </p:cNvSpPr>
          <p:nvPr/>
        </p:nvSpPr>
        <p:spPr bwMode="auto">
          <a:xfrm>
            <a:off x="6163741" y="1674813"/>
            <a:ext cx="244526" cy="159384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9" name="Line 22"/>
          <p:cNvSpPr>
            <a:spLocks noChangeShapeType="1"/>
          </p:cNvSpPr>
          <p:nvPr/>
        </p:nvSpPr>
        <p:spPr bwMode="auto">
          <a:xfrm>
            <a:off x="6163741" y="1674813"/>
            <a:ext cx="897123" cy="125729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0" name="Line 23"/>
          <p:cNvSpPr>
            <a:spLocks noChangeShapeType="1"/>
          </p:cNvSpPr>
          <p:nvPr/>
        </p:nvSpPr>
        <p:spPr bwMode="auto">
          <a:xfrm>
            <a:off x="6163741" y="1674813"/>
            <a:ext cx="1305195" cy="75406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1" name="Line 24"/>
          <p:cNvSpPr>
            <a:spLocks noChangeShapeType="1"/>
          </p:cNvSpPr>
          <p:nvPr/>
        </p:nvSpPr>
        <p:spPr bwMode="auto">
          <a:xfrm>
            <a:off x="6163741" y="1674813"/>
            <a:ext cx="1551309" cy="16827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52" name="Object 22"/>
          <p:cNvGraphicFramePr>
            <a:graphicFrameLocks noChangeAspect="1"/>
          </p:cNvGraphicFramePr>
          <p:nvPr/>
        </p:nvGraphicFramePr>
        <p:xfrm>
          <a:off x="5754081" y="3268662"/>
          <a:ext cx="3620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6" r:id="rId13" imgW="127443" imgH="140187" progId="Equation.3">
                  <p:embed/>
                </p:oleObj>
              </mc:Choice>
              <mc:Fallback>
                <p:oleObj r:id="rId13" imgW="127443" imgH="14018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081" y="3268662"/>
                        <a:ext cx="3620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" name="Object 23"/>
          <p:cNvGraphicFramePr>
            <a:graphicFrameLocks noChangeAspect="1"/>
          </p:cNvGraphicFramePr>
          <p:nvPr/>
        </p:nvGraphicFramePr>
        <p:xfrm>
          <a:off x="7387957" y="2847975"/>
          <a:ext cx="335031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7" r:id="rId15" imgW="140126" imgH="178342" progId="Equation.3">
                  <p:embed/>
                </p:oleObj>
              </mc:Choice>
              <mc:Fallback>
                <p:oleObj r:id="rId15" imgW="140126" imgH="178342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957" y="2847975"/>
                        <a:ext cx="335031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4" name="Arc 27"/>
          <p:cNvSpPr>
            <a:spLocks/>
          </p:cNvSpPr>
          <p:nvPr/>
        </p:nvSpPr>
        <p:spPr bwMode="auto">
          <a:xfrm>
            <a:off x="6299698" y="2947863"/>
            <a:ext cx="978103" cy="338137"/>
          </a:xfrm>
          <a:custGeom>
            <a:avLst/>
            <a:gdLst>
              <a:gd name="T0" fmla="*/ 0 w 21574"/>
              <a:gd name="T1" fmla="*/ 0 h 7223"/>
              <a:gd name="T2" fmla="*/ 0 w 21574"/>
              <a:gd name="T3" fmla="*/ 0 h 7223"/>
              <a:gd name="T4" fmla="*/ 0 w 21574"/>
              <a:gd name="T5" fmla="*/ 0 h 7223"/>
              <a:gd name="T6" fmla="*/ 0 60000 65536"/>
              <a:gd name="T7" fmla="*/ 0 60000 65536"/>
              <a:gd name="T8" fmla="*/ 0 60000 65536"/>
              <a:gd name="T9" fmla="*/ 0 w 21574"/>
              <a:gd name="T10" fmla="*/ 0 h 7223"/>
              <a:gd name="T11" fmla="*/ 21574 w 21574"/>
              <a:gd name="T12" fmla="*/ 7223 h 72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4" h="7223" fill="none" extrusionOk="0">
                <a:moveTo>
                  <a:pt x="20356" y="0"/>
                </a:moveTo>
                <a:cubicBezTo>
                  <a:pt x="21060" y="1983"/>
                  <a:pt x="21470" y="4059"/>
                  <a:pt x="21573" y="6162"/>
                </a:cubicBezTo>
              </a:path>
              <a:path w="21574" h="7223" stroke="0" extrusionOk="0">
                <a:moveTo>
                  <a:pt x="20356" y="0"/>
                </a:moveTo>
                <a:cubicBezTo>
                  <a:pt x="21060" y="1983"/>
                  <a:pt x="21470" y="4059"/>
                  <a:pt x="21573" y="6162"/>
                </a:cubicBezTo>
                <a:lnTo>
                  <a:pt x="0" y="7223"/>
                </a:lnTo>
                <a:lnTo>
                  <a:pt x="20356" y="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55" name="Object 25"/>
          <p:cNvGraphicFramePr>
            <a:graphicFrameLocks noChangeAspect="1"/>
          </p:cNvGraphicFramePr>
          <p:nvPr/>
        </p:nvGraphicFramePr>
        <p:xfrm>
          <a:off x="5399090" y="2925675"/>
          <a:ext cx="3604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8" r:id="rId17" imgW="127443" imgH="140187" progId="Equation.3">
                  <p:embed/>
                </p:oleObj>
              </mc:Choice>
              <mc:Fallback>
                <p:oleObj r:id="rId17" imgW="127443" imgH="140187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90" y="2925675"/>
                        <a:ext cx="3604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6" name="Object 26"/>
          <p:cNvGraphicFramePr>
            <a:graphicFrameLocks noChangeAspect="1"/>
          </p:cNvGraphicFramePr>
          <p:nvPr/>
        </p:nvGraphicFramePr>
        <p:xfrm>
          <a:off x="5917628" y="1255713"/>
          <a:ext cx="32391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9" r:id="rId19" imgW="114748" imgH="140248" progId="Equation.3">
                  <p:embed/>
                </p:oleObj>
              </mc:Choice>
              <mc:Fallback>
                <p:oleObj r:id="rId19" imgW="114748" imgH="140248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628" y="1255713"/>
                        <a:ext cx="32391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7" name="Object 27"/>
          <p:cNvGraphicFramePr>
            <a:graphicFrameLocks noChangeAspect="1"/>
          </p:cNvGraphicFramePr>
          <p:nvPr/>
        </p:nvGraphicFramePr>
        <p:xfrm>
          <a:off x="6489247" y="1925638"/>
          <a:ext cx="44776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0" name="Equation" r:id="rId21" imgW="152268" imgH="203024" progId="Equation.DSMT4">
                  <p:embed/>
                </p:oleObj>
              </mc:Choice>
              <mc:Fallback>
                <p:oleObj name="Equation" r:id="rId21" imgW="152268" imgH="203024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247" y="1925638"/>
                        <a:ext cx="44776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8" name="Object 28"/>
          <p:cNvGraphicFramePr>
            <a:graphicFrameLocks noChangeAspect="1"/>
          </p:cNvGraphicFramePr>
          <p:nvPr/>
        </p:nvGraphicFramePr>
        <p:xfrm>
          <a:off x="8226332" y="3290887"/>
          <a:ext cx="44618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1" r:id="rId23" imgW="127332" imgH="127332" progId="Equation.DSMT4">
                  <p:embed/>
                </p:oleObj>
              </mc:Choice>
              <mc:Fallback>
                <p:oleObj r:id="rId23" imgW="127332" imgH="12733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6332" y="3290887"/>
                        <a:ext cx="44618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9" name="Object 29"/>
          <p:cNvGraphicFramePr>
            <a:graphicFrameLocks noChangeAspect="1"/>
          </p:cNvGraphicFramePr>
          <p:nvPr/>
        </p:nvGraphicFramePr>
        <p:xfrm>
          <a:off x="5509555" y="2262188"/>
          <a:ext cx="32709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2" r:id="rId25" imgW="152864" imgH="165603" progId="Equation.3">
                  <p:embed/>
                </p:oleObj>
              </mc:Choice>
              <mc:Fallback>
                <p:oleObj r:id="rId25" imgW="152864" imgH="16560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555" y="2262188"/>
                        <a:ext cx="32709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0" name="Line 33"/>
          <p:cNvSpPr>
            <a:spLocks noChangeShapeType="1"/>
          </p:cNvSpPr>
          <p:nvPr/>
        </p:nvSpPr>
        <p:spPr bwMode="auto">
          <a:xfrm>
            <a:off x="6163739" y="167481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1" name="Freeform 34"/>
          <p:cNvSpPr>
            <a:spLocks/>
          </p:cNvSpPr>
          <p:nvPr/>
        </p:nvSpPr>
        <p:spPr bwMode="auto">
          <a:xfrm>
            <a:off x="5885862" y="3108327"/>
            <a:ext cx="73040" cy="134937"/>
          </a:xfrm>
          <a:custGeom>
            <a:avLst/>
            <a:gdLst>
              <a:gd name="T0" fmla="*/ 0 w 43"/>
              <a:gd name="T1" fmla="*/ 0 h 77"/>
              <a:gd name="T2" fmla="*/ 2147483646 w 43"/>
              <a:gd name="T3" fmla="*/ 2147483646 h 77"/>
              <a:gd name="T4" fmla="*/ 2147483646 w 43"/>
              <a:gd name="T5" fmla="*/ 2147483646 h 77"/>
              <a:gd name="T6" fmla="*/ 0 60000 65536"/>
              <a:gd name="T7" fmla="*/ 0 60000 65536"/>
              <a:gd name="T8" fmla="*/ 0 60000 65536"/>
              <a:gd name="T9" fmla="*/ 0 w 43"/>
              <a:gd name="T10" fmla="*/ 0 h 77"/>
              <a:gd name="T11" fmla="*/ 43 w 43"/>
              <a:gd name="T12" fmla="*/ 77 h 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" h="77">
                <a:moveTo>
                  <a:pt x="0" y="0"/>
                </a:moveTo>
                <a:cubicBezTo>
                  <a:pt x="11" y="17"/>
                  <a:pt x="23" y="35"/>
                  <a:pt x="34" y="52"/>
                </a:cubicBezTo>
                <a:cubicBezTo>
                  <a:pt x="39" y="59"/>
                  <a:pt x="43" y="77"/>
                  <a:pt x="43" y="77"/>
                </a:cubicBezTo>
              </a:path>
            </a:pathLst>
          </a:cu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44" name="Rectangle 35"/>
          <p:cNvSpPr>
            <a:spLocks noChangeArrowheads="1"/>
          </p:cNvSpPr>
          <p:nvPr/>
        </p:nvSpPr>
        <p:spPr bwMode="auto">
          <a:xfrm>
            <a:off x="220028" y="3796130"/>
            <a:ext cx="67691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用矢量合成法或解析法均可得合成振动：</a:t>
            </a:r>
          </a:p>
        </p:txBody>
      </p:sp>
      <p:graphicFrame>
        <p:nvGraphicFramePr>
          <p:cNvPr id="397345" name="Object 33"/>
          <p:cNvGraphicFramePr>
            <a:graphicFrameLocks noChangeAspect="1"/>
          </p:cNvGraphicFramePr>
          <p:nvPr/>
        </p:nvGraphicFramePr>
        <p:xfrm>
          <a:off x="755650" y="4348163"/>
          <a:ext cx="52705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3" name="Equation" r:id="rId27" imgW="2171700" imgH="393700" progId="Equation.DSMT4">
                  <p:embed/>
                </p:oleObj>
              </mc:Choice>
              <mc:Fallback>
                <p:oleObj name="Equation" r:id="rId27" imgW="2171700" imgH="3937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48163"/>
                        <a:ext cx="52705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7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652463" y="5394325"/>
            <a:ext cx="1152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讨论：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6675438" y="4873625"/>
            <a:ext cx="23923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6594475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92838" y="4587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O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3413" y="474503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a</a:t>
            </a:r>
          </a:p>
        </p:txBody>
      </p:sp>
      <p:sp>
        <p:nvSpPr>
          <p:cNvPr id="44" name="Line 14"/>
          <p:cNvSpPr>
            <a:spLocks noChangeShapeType="1"/>
          </p:cNvSpPr>
          <p:nvPr/>
        </p:nvSpPr>
        <p:spPr bwMode="auto">
          <a:xfrm>
            <a:off x="7327900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14"/>
          <p:cNvSpPr>
            <a:spLocks noChangeShapeType="1"/>
          </p:cNvSpPr>
          <p:nvPr/>
        </p:nvSpPr>
        <p:spPr bwMode="auto">
          <a:xfrm>
            <a:off x="8062913" y="4872038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652588" y="5416550"/>
            <a:ext cx="1577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1.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101975" y="54213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4668838" y="5429250"/>
            <a:ext cx="623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Na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36700" y="284480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>
                <a:solidFill>
                  <a:srgbClr val="FF0000"/>
                </a:solidFill>
              </a:rPr>
              <a:t>……</a:t>
            </a: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8843963" y="42576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1652588" y="6008688"/>
            <a:ext cx="3073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2.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≠2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 N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k’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 flipV="1">
            <a:off x="7100888" y="6686550"/>
            <a:ext cx="14112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6681788" y="6484938"/>
            <a:ext cx="361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8494713" y="6365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5" name="Line 14"/>
          <p:cNvSpPr>
            <a:spLocks noChangeShapeType="1"/>
          </p:cNvSpPr>
          <p:nvPr/>
        </p:nvSpPr>
        <p:spPr bwMode="auto">
          <a:xfrm>
            <a:off x="7123113" y="66865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 rot="-3600000">
            <a:off x="7652544" y="6334919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4"/>
          <p:cNvSpPr>
            <a:spLocks noChangeShapeType="1"/>
          </p:cNvSpPr>
          <p:nvPr/>
        </p:nvSpPr>
        <p:spPr bwMode="auto">
          <a:xfrm rot="-7200000">
            <a:off x="7631906" y="56824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14"/>
          <p:cNvSpPr>
            <a:spLocks noChangeShapeType="1"/>
          </p:cNvSpPr>
          <p:nvPr/>
        </p:nvSpPr>
        <p:spPr bwMode="auto">
          <a:xfrm rot="10800000">
            <a:off x="7065963" y="53784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rot="7200000">
            <a:off x="6514307" y="5728494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 rot="3600000">
            <a:off x="6549231" y="63809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" name="直接连接符 13"/>
          <p:cNvCxnSpPr>
            <a:cxnSpLocks noChangeShapeType="1"/>
            <a:endCxn id="62" idx="1"/>
          </p:cNvCxnSpPr>
          <p:nvPr/>
        </p:nvCxnSpPr>
        <p:spPr bwMode="auto">
          <a:xfrm flipH="1">
            <a:off x="7100888" y="6016625"/>
            <a:ext cx="347662" cy="6826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9"/>
          <p:cNvCxnSpPr>
            <a:cxnSpLocks noChangeShapeType="1"/>
            <a:endCxn id="55" idx="1"/>
          </p:cNvCxnSpPr>
          <p:nvPr/>
        </p:nvCxnSpPr>
        <p:spPr bwMode="auto">
          <a:xfrm>
            <a:off x="7442200" y="6053138"/>
            <a:ext cx="415925" cy="633412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连接符 71"/>
          <p:cNvCxnSpPr>
            <a:cxnSpLocks noChangeShapeType="1"/>
            <a:endCxn id="58" idx="1"/>
          </p:cNvCxnSpPr>
          <p:nvPr/>
        </p:nvCxnSpPr>
        <p:spPr bwMode="auto">
          <a:xfrm flipV="1">
            <a:off x="7437438" y="6016625"/>
            <a:ext cx="765175" cy="222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73"/>
          <p:cNvCxnSpPr>
            <a:cxnSpLocks noChangeShapeType="1"/>
            <a:endCxn id="59" idx="1"/>
          </p:cNvCxnSpPr>
          <p:nvPr/>
        </p:nvCxnSpPr>
        <p:spPr bwMode="auto">
          <a:xfrm flipV="1">
            <a:off x="7450138" y="5364163"/>
            <a:ext cx="365125" cy="67627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75"/>
          <p:cNvCxnSpPr>
            <a:cxnSpLocks noChangeShapeType="1"/>
            <a:endCxn id="60" idx="1"/>
          </p:cNvCxnSpPr>
          <p:nvPr/>
        </p:nvCxnSpPr>
        <p:spPr bwMode="auto">
          <a:xfrm flipH="1" flipV="1">
            <a:off x="7065963" y="5378450"/>
            <a:ext cx="369887" cy="690563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flipH="1" flipV="1">
            <a:off x="6819900" y="6027738"/>
            <a:ext cx="609600" cy="12700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椭圆 7"/>
          <p:cNvSpPr>
            <a:spLocks noChangeArrowheads="1"/>
          </p:cNvSpPr>
          <p:nvPr/>
        </p:nvSpPr>
        <p:spPr bwMode="auto">
          <a:xfrm>
            <a:off x="7054850" y="6638925"/>
            <a:ext cx="93663" cy="95250"/>
          </a:xfrm>
          <a:prstGeom prst="ellipse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1" name="矩形 80"/>
          <p:cNvSpPr>
            <a:spLocks noChangeArrowheads="1"/>
          </p:cNvSpPr>
          <p:nvPr/>
        </p:nvSpPr>
        <p:spPr bwMode="auto">
          <a:xfrm>
            <a:off x="4527550" y="60309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82" name="矩形 81"/>
          <p:cNvSpPr>
            <a:spLocks noChangeArrowheads="1"/>
          </p:cNvSpPr>
          <p:nvPr/>
        </p:nvSpPr>
        <p:spPr bwMode="auto">
          <a:xfrm>
            <a:off x="6094413" y="6038850"/>
            <a:ext cx="363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0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4356100" y="-100013"/>
            <a:ext cx="3438525" cy="3438526"/>
          </a:xfrm>
          <a:prstGeom prst="arc">
            <a:avLst>
              <a:gd name="adj1" fmla="val 21396246"/>
              <a:gd name="adj2" fmla="val 7163892"/>
            </a:avLst>
          </a:prstGeom>
          <a:noFill/>
          <a:ln w="15875" cap="flat" cmpd="sng" algn="ctr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椭圆 22"/>
          <p:cNvSpPr>
            <a:spLocks noChangeArrowheads="1"/>
          </p:cNvSpPr>
          <p:nvPr/>
        </p:nvSpPr>
        <p:spPr bwMode="auto">
          <a:xfrm>
            <a:off x="6689725" y="5256213"/>
            <a:ext cx="1522413" cy="1520825"/>
          </a:xfrm>
          <a:prstGeom prst="ellipse">
            <a:avLst/>
          </a:prstGeom>
          <a:noFill/>
          <a:ln w="19050" algn="ctr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6" name="文本框 85"/>
          <p:cNvSpPr txBox="1">
            <a:spLocks noChangeArrowheads="1"/>
          </p:cNvSpPr>
          <p:nvPr/>
        </p:nvSpPr>
        <p:spPr bwMode="auto">
          <a:xfrm>
            <a:off x="7091363" y="5775325"/>
            <a:ext cx="36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C</a:t>
            </a:r>
          </a:p>
        </p:txBody>
      </p:sp>
      <p:graphicFrame>
        <p:nvGraphicFramePr>
          <p:cNvPr id="69" name="Object 33">
            <a:extLst>
              <a:ext uri="{FF2B5EF4-FFF2-40B4-BE49-F238E27FC236}">
                <a16:creationId xmlns:a16="http://schemas.microsoft.com/office/drawing/2014/main" id="{F821D95F-2D92-450D-A468-FF56495F7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984418"/>
              </p:ext>
            </p:extLst>
          </p:nvPr>
        </p:nvGraphicFramePr>
        <p:xfrm>
          <a:off x="6474619" y="3819148"/>
          <a:ext cx="26812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4" name="Equation" r:id="rId29" imgW="1104840" imgH="203040" progId="Equation.DSMT4">
                  <p:embed/>
                </p:oleObj>
              </mc:Choice>
              <mc:Fallback>
                <p:oleObj name="Equation" r:id="rId29" imgW="1104840" imgH="203040" progId="Equation.DSMT4">
                  <p:embed/>
                  <p:pic>
                    <p:nvPicPr>
                      <p:cNvPr id="39734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4619" y="3819148"/>
                        <a:ext cx="26812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75"/>
                                        <p:tgtEl>
                                          <p:spTgt spid="39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8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8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2" dur="500"/>
                                        <p:tgtEl>
                                          <p:spTgt spid="39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7314" grpId="0" autoUpdateAnimBg="0"/>
      <p:bldP spid="397315" grpId="0" autoUpdateAnimBg="0"/>
      <p:bldP spid="8240" grpId="0" animBg="1"/>
      <p:bldP spid="8241" grpId="0" animBg="1"/>
      <p:bldP spid="8242" grpId="0" animBg="1"/>
      <p:bldP spid="8243" grpId="0" animBg="1"/>
      <p:bldP spid="8244" grpId="0" animBg="1"/>
      <p:bldP spid="8245" grpId="0" animBg="1"/>
      <p:bldP spid="8246" grpId="0" animBg="1"/>
      <p:bldP spid="8247" grpId="0" animBg="1"/>
      <p:bldP spid="8248" grpId="0" animBg="1"/>
      <p:bldP spid="8249" grpId="0" animBg="1"/>
      <p:bldP spid="8250" grpId="0" animBg="1"/>
      <p:bldP spid="8251" grpId="0" animBg="1"/>
      <p:bldP spid="8254" grpId="0" animBg="1"/>
      <p:bldP spid="8261" grpId="0" animBg="1"/>
      <p:bldP spid="397344" grpId="0" autoUpdateAnimBg="0"/>
      <p:bldP spid="37" grpId="0" autoUpdateAnimBg="0"/>
      <p:bldP spid="38" grpId="0" animBg="1"/>
      <p:bldP spid="39" grpId="0" animBg="1"/>
      <p:bldP spid="4" grpId="0"/>
      <p:bldP spid="5" grpId="0"/>
      <p:bldP spid="44" grpId="0" animBg="1"/>
      <p:bldP spid="45" grpId="0" animBg="1"/>
      <p:bldP spid="6" grpId="0"/>
      <p:bldP spid="47" grpId="0"/>
      <p:bldP spid="48" grpId="0"/>
      <p:bldP spid="7" grpId="0"/>
      <p:bldP spid="50" grpId="0"/>
      <p:bldP spid="51" grpId="0"/>
      <p:bldP spid="52" grpId="0" animBg="1"/>
      <p:bldP spid="53" grpId="0"/>
      <p:bldP spid="54" grpId="0"/>
      <p:bldP spid="55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8" grpId="0" animBg="1"/>
      <p:bldP spid="81" grpId="0"/>
      <p:bldP spid="82" grpId="0"/>
      <p:bldP spid="22" grpId="0" animBg="1"/>
      <p:bldP spid="23" grpId="0" animBg="1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ChangeArrowheads="1"/>
          </p:cNvSpPr>
          <p:nvPr/>
        </p:nvSpPr>
        <p:spPr bwMode="auto">
          <a:xfrm>
            <a:off x="179388" y="225425"/>
            <a:ext cx="86410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4.2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同方向、不同频率</a:t>
            </a:r>
            <a:r>
              <a:rPr kumimoji="0" lang="zh-CN" altLang="en-US" sz="2800" b="1" dirty="0"/>
              <a:t>的两个谐振动的合成以及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拍</a:t>
            </a:r>
          </a:p>
        </p:txBody>
      </p:sp>
      <p:sp>
        <p:nvSpPr>
          <p:cNvPr id="398339" name="AutoShape 5"/>
          <p:cNvSpPr>
            <a:spLocks/>
          </p:cNvSpPr>
          <p:nvPr/>
        </p:nvSpPr>
        <p:spPr bwMode="auto">
          <a:xfrm>
            <a:off x="4067175" y="1052513"/>
            <a:ext cx="144463" cy="720725"/>
          </a:xfrm>
          <a:prstGeom prst="leftBrace">
            <a:avLst>
              <a:gd name="adj1" fmla="val 41575"/>
              <a:gd name="adj2" fmla="val 43231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8341" name="Text Box 7"/>
          <p:cNvSpPr txBox="1">
            <a:spLocks noChangeArrowheads="1"/>
          </p:cNvSpPr>
          <p:nvPr/>
        </p:nvSpPr>
        <p:spPr bwMode="auto">
          <a:xfrm>
            <a:off x="971550" y="24209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合振动：</a:t>
            </a:r>
          </a:p>
        </p:txBody>
      </p:sp>
      <p:graphicFrame>
        <p:nvGraphicFramePr>
          <p:cNvPr id="398342" name="Object 6"/>
          <p:cNvGraphicFramePr>
            <a:graphicFrameLocks noChangeAspect="1"/>
          </p:cNvGraphicFramePr>
          <p:nvPr/>
        </p:nvGraphicFramePr>
        <p:xfrm>
          <a:off x="2339975" y="2398713"/>
          <a:ext cx="20050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" name="Equation" r:id="rId3" imgW="723586" imgH="228501" progId="Equation.DSMT4">
                  <p:embed/>
                </p:oleObj>
              </mc:Choice>
              <mc:Fallback>
                <p:oleObj name="Equation" r:id="rId3" imgW="723586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98713"/>
                        <a:ext cx="200501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724736"/>
              </p:ext>
            </p:extLst>
          </p:nvPr>
        </p:nvGraphicFramePr>
        <p:xfrm>
          <a:off x="2700339" y="3700487"/>
          <a:ext cx="1511300" cy="489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1" name="Equation" r:id="rId5" imgW="1320227" imgH="431613" progId="Equation.DSMT4">
                  <p:embed/>
                </p:oleObj>
              </mc:Choice>
              <mc:Fallback>
                <p:oleObj name="Equation" r:id="rId5" imgW="1320227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9" y="3700487"/>
                        <a:ext cx="1511300" cy="489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5" name="Text Box 12"/>
          <p:cNvSpPr txBox="1">
            <a:spLocks noChangeArrowheads="1"/>
          </p:cNvSpPr>
          <p:nvPr/>
        </p:nvSpPr>
        <p:spPr bwMode="auto">
          <a:xfrm>
            <a:off x="5271574" y="5338466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合振动不是谐振动！</a:t>
            </a:r>
          </a:p>
        </p:txBody>
      </p:sp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1243013" y="4292600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2" name="Equation" r:id="rId7" imgW="5524500" imgH="762000" progId="Equation.DSMT4">
                  <p:embed/>
                </p:oleObj>
              </mc:Choice>
              <mc:Fallback>
                <p:oleObj name="Equation" r:id="rId7" imgW="5524500" imgH="7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292600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56649"/>
              </p:ext>
            </p:extLst>
          </p:nvPr>
        </p:nvGraphicFramePr>
        <p:xfrm>
          <a:off x="4319589" y="3511575"/>
          <a:ext cx="1404540" cy="79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3" name="Equation" r:id="rId9" imgW="1333500" imgH="762000" progId="Equation.DSMT4">
                  <p:embed/>
                </p:oleObj>
              </mc:Choice>
              <mc:Fallback>
                <p:oleObj name="Equation" r:id="rId9" imgW="1333500" imgH="762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9" y="3511575"/>
                        <a:ext cx="1404540" cy="79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11848"/>
              </p:ext>
            </p:extLst>
          </p:nvPr>
        </p:nvGraphicFramePr>
        <p:xfrm>
          <a:off x="5832475" y="3511576"/>
          <a:ext cx="2447937" cy="81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4" name="Equation" r:id="rId11" imgW="2260600" imgH="762000" progId="Equation.DSMT4">
                  <p:embed/>
                </p:oleObj>
              </mc:Choice>
              <mc:Fallback>
                <p:oleObj name="Equation" r:id="rId11" imgW="2260600" imgH="762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11576"/>
                        <a:ext cx="2447937" cy="817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7" name="Text Box 30"/>
          <p:cNvSpPr txBox="1">
            <a:spLocks noChangeArrowheads="1"/>
          </p:cNvSpPr>
          <p:nvPr/>
        </p:nvSpPr>
        <p:spPr bwMode="auto">
          <a:xfrm>
            <a:off x="755650" y="10160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设两谐振动分别为</a:t>
            </a:r>
          </a:p>
        </p:txBody>
      </p:sp>
      <p:graphicFrame>
        <p:nvGraphicFramePr>
          <p:cNvPr id="398358" name="Object 22"/>
          <p:cNvGraphicFramePr>
            <a:graphicFrameLocks noChangeAspect="1"/>
          </p:cNvGraphicFramePr>
          <p:nvPr/>
        </p:nvGraphicFramePr>
        <p:xfrm>
          <a:off x="4341813" y="873125"/>
          <a:ext cx="31099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5" name="Equation" r:id="rId13" imgW="2768600" imgH="431800" progId="Equation.DSMT4">
                  <p:embed/>
                </p:oleObj>
              </mc:Choice>
              <mc:Fallback>
                <p:oleObj name="Equation" r:id="rId13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3" y="873125"/>
                        <a:ext cx="31099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4356100" y="1412875"/>
          <a:ext cx="30813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6" name="Equation" r:id="rId15" imgW="2819400" imgH="431800" progId="Equation.DSMT4">
                  <p:embed/>
                </p:oleObj>
              </mc:Choice>
              <mc:Fallback>
                <p:oleObj name="Equation" r:id="rId15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412875"/>
                        <a:ext cx="3081338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14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969168" y="1889514"/>
            <a:ext cx="258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假定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, 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φ</a:t>
            </a:r>
            <a:r>
              <a:rPr kumimoji="0" lang="zh-CN" altLang="en-US" sz="2800" b="1" dirty="0"/>
              <a:t>相同，</a:t>
            </a: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3322638" y="1889514"/>
            <a:ext cx="2038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突出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ω</a:t>
            </a:r>
            <a:r>
              <a:rPr kumimoji="0" lang="zh-CN" altLang="en-US" sz="2800" b="1" dirty="0"/>
              <a:t>不同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1403715" y="6087130"/>
            <a:ext cx="64810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课后思考：使用旋转矢量法进行分析？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6469" y="1945621"/>
            <a:ext cx="3050511" cy="1366558"/>
          </a:xfrm>
          <a:prstGeom prst="rect">
            <a:avLst/>
          </a:prstGeom>
        </p:spPr>
      </p:pic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68778"/>
              </p:ext>
            </p:extLst>
          </p:nvPr>
        </p:nvGraphicFramePr>
        <p:xfrm>
          <a:off x="2708132" y="2922360"/>
          <a:ext cx="486107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7" name="Equation" r:id="rId18" imgW="1993900" imgH="228600" progId="Equation.DSMT4">
                  <p:embed/>
                </p:oleObj>
              </mc:Choice>
              <mc:Fallback>
                <p:oleObj name="Equation" r:id="rId18" imgW="19939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132" y="2922360"/>
                        <a:ext cx="486107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autoUpdateAnimBg="0"/>
      <p:bldP spid="398339" grpId="0" animBg="1" autoUpdateAnimBg="0"/>
      <p:bldP spid="398341" grpId="0" autoUpdateAnimBg="0"/>
      <p:bldP spid="398345" grpId="0" autoUpdateAnimBg="0"/>
      <p:bldP spid="398357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737156" y="1780955"/>
            <a:ext cx="8213939" cy="4820852"/>
            <a:chOff x="655229" y="-304353"/>
            <a:chExt cx="8056971" cy="4820852"/>
          </a:xfrm>
        </p:grpSpPr>
        <p:grpSp>
          <p:nvGrpSpPr>
            <p:cNvPr id="3" name="组合 147"/>
            <p:cNvGrpSpPr>
              <a:grpSpLocks/>
            </p:cNvGrpSpPr>
            <p:nvPr/>
          </p:nvGrpSpPr>
          <p:grpSpPr bwMode="auto">
            <a:xfrm>
              <a:off x="655229" y="3036887"/>
              <a:ext cx="8056971" cy="1411288"/>
              <a:chOff x="655229" y="3036887"/>
              <a:chExt cx="8056971" cy="1411288"/>
            </a:xfrm>
          </p:grpSpPr>
          <p:sp>
            <p:nvSpPr>
              <p:cNvPr id="45" name="Text Box 40"/>
              <p:cNvSpPr txBox="1">
                <a:spLocks noChangeArrowheads="1"/>
              </p:cNvSpPr>
              <p:nvPr/>
            </p:nvSpPr>
            <p:spPr bwMode="auto">
              <a:xfrm>
                <a:off x="655229" y="3036887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46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4" name="组合 146"/>
            <p:cNvGrpSpPr>
              <a:grpSpLocks/>
            </p:cNvGrpSpPr>
            <p:nvPr/>
          </p:nvGrpSpPr>
          <p:grpSpPr bwMode="auto">
            <a:xfrm>
              <a:off x="1069975" y="-304353"/>
              <a:ext cx="7067550" cy="4820852"/>
              <a:chOff x="1069975" y="-280540"/>
              <a:chExt cx="7067550" cy="4820852"/>
            </a:xfrm>
          </p:grpSpPr>
          <p:sp>
            <p:nvSpPr>
              <p:cNvPr id="5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2297832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509727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730503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944130" y="3979863"/>
                <a:ext cx="264854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42590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3657598" y="3660775"/>
                <a:ext cx="236539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3890338" y="3963988"/>
                <a:ext cx="271029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2136775" y="3959793"/>
                <a:ext cx="159553" cy="179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5"/>
              <p:cNvSpPr>
                <a:spLocks/>
              </p:cNvSpPr>
              <p:nvPr/>
            </p:nvSpPr>
            <p:spPr bwMode="auto">
              <a:xfrm>
                <a:off x="4138195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6"/>
              <p:cNvSpPr>
                <a:spLocks/>
              </p:cNvSpPr>
              <p:nvPr/>
            </p:nvSpPr>
            <p:spPr bwMode="auto">
              <a:xfrm>
                <a:off x="4331040" y="3940175"/>
                <a:ext cx="227013" cy="7342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5098759" y="3617913"/>
                <a:ext cx="209583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auto">
              <a:xfrm>
                <a:off x="5311007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5546900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5758796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5988452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6200348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6430418" y="3649663"/>
                <a:ext cx="240318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6671370" y="3941763"/>
                <a:ext cx="269549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127775" cy="1619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4867017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695553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4606046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7"/>
              <p:cNvSpPr>
                <a:spLocks/>
              </p:cNvSpPr>
              <p:nvPr/>
            </p:nvSpPr>
            <p:spPr bwMode="auto">
              <a:xfrm>
                <a:off x="1093619" y="3967164"/>
                <a:ext cx="212894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42"/>
              <p:cNvSpPr>
                <a:spLocks noChangeShapeType="1"/>
              </p:cNvSpPr>
              <p:nvPr/>
            </p:nvSpPr>
            <p:spPr bwMode="auto">
              <a:xfrm>
                <a:off x="1732776" y="-280540"/>
                <a:ext cx="0" cy="48208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3" name="Line 43"/>
              <p:cNvSpPr>
                <a:spLocks noChangeShapeType="1"/>
              </p:cNvSpPr>
              <p:nvPr/>
            </p:nvSpPr>
            <p:spPr bwMode="auto">
              <a:xfrm>
                <a:off x="4373178" y="-262716"/>
                <a:ext cx="0" cy="47446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4"/>
              <p:cNvSpPr>
                <a:spLocks noChangeShapeType="1"/>
              </p:cNvSpPr>
              <p:nvPr/>
            </p:nvSpPr>
            <p:spPr bwMode="auto">
              <a:xfrm>
                <a:off x="7193492" y="-246810"/>
                <a:ext cx="0" cy="47128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1" name="组合 180"/>
          <p:cNvGrpSpPr/>
          <p:nvPr/>
        </p:nvGrpSpPr>
        <p:grpSpPr>
          <a:xfrm>
            <a:off x="1146841" y="3241311"/>
            <a:ext cx="7453018" cy="2314456"/>
            <a:chOff x="1146842" y="3241311"/>
            <a:chExt cx="6644935" cy="2314456"/>
          </a:xfrm>
        </p:grpSpPr>
        <p:sp>
          <p:nvSpPr>
            <p:cNvPr id="47" name="Line 80"/>
            <p:cNvSpPr>
              <a:spLocks noChangeShapeType="1"/>
            </p:cNvSpPr>
            <p:nvPr/>
          </p:nvSpPr>
          <p:spPr bwMode="auto">
            <a:xfrm>
              <a:off x="1761009" y="3603375"/>
              <a:ext cx="0" cy="114300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1" name="组合 150"/>
            <p:cNvGrpSpPr>
              <a:grpSpLocks/>
            </p:cNvGrpSpPr>
            <p:nvPr/>
          </p:nvGrpSpPr>
          <p:grpSpPr bwMode="auto">
            <a:xfrm>
              <a:off x="1146842" y="3241311"/>
              <a:ext cx="6644935" cy="2314456"/>
              <a:chOff x="1076324" y="2252663"/>
              <a:chExt cx="7310333" cy="1240925"/>
            </a:xfrm>
          </p:grpSpPr>
          <p:sp>
            <p:nvSpPr>
              <p:cNvPr id="132" name="Line 77"/>
              <p:cNvSpPr>
                <a:spLocks noChangeShapeType="1"/>
              </p:cNvSpPr>
              <p:nvPr/>
            </p:nvSpPr>
            <p:spPr bwMode="auto">
              <a:xfrm>
                <a:off x="1076325" y="2252663"/>
                <a:ext cx="1588" cy="10287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33" name="组合 145"/>
              <p:cNvGrpSpPr>
                <a:grpSpLocks/>
              </p:cNvGrpSpPr>
              <p:nvPr/>
            </p:nvGrpSpPr>
            <p:grpSpPr bwMode="auto">
              <a:xfrm>
                <a:off x="1076324" y="2595563"/>
                <a:ext cx="7310333" cy="696925"/>
                <a:chOff x="1076324" y="2595563"/>
                <a:chExt cx="7310333" cy="696925"/>
              </a:xfrm>
            </p:grpSpPr>
            <p:grpSp>
              <p:nvGrpSpPr>
                <p:cNvPr id="136" name="Group 44"/>
                <p:cNvGrpSpPr>
                  <a:grpSpLocks/>
                </p:cNvGrpSpPr>
                <p:nvPr/>
              </p:nvGrpSpPr>
              <p:grpSpPr bwMode="auto">
                <a:xfrm>
                  <a:off x="1096963" y="2595563"/>
                  <a:ext cx="6490640" cy="482600"/>
                  <a:chOff x="0" y="0"/>
                  <a:chExt cx="10221" cy="759"/>
                </a:xfrm>
              </p:grpSpPr>
              <p:sp>
                <p:nvSpPr>
                  <p:cNvPr id="140" name="Freeform 47"/>
                  <p:cNvSpPr>
                    <a:spLocks/>
                  </p:cNvSpPr>
                  <p:nvPr/>
                </p:nvSpPr>
                <p:spPr bwMode="auto">
                  <a:xfrm>
                    <a:off x="0" y="35"/>
                    <a:ext cx="315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1" name="Freeform 48"/>
                  <p:cNvSpPr>
                    <a:spLocks/>
                  </p:cNvSpPr>
                  <p:nvPr/>
                </p:nvSpPr>
                <p:spPr bwMode="auto">
                  <a:xfrm>
                    <a:off x="310" y="39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2" name="Freeform 49"/>
                  <p:cNvSpPr>
                    <a:spLocks/>
                  </p:cNvSpPr>
                  <p:nvPr/>
                </p:nvSpPr>
                <p:spPr bwMode="auto">
                  <a:xfrm>
                    <a:off x="650" y="42"/>
                    <a:ext cx="31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3" name="Freeform 50"/>
                  <p:cNvSpPr>
                    <a:spLocks/>
                  </p:cNvSpPr>
                  <p:nvPr/>
                </p:nvSpPr>
                <p:spPr bwMode="auto">
                  <a:xfrm>
                    <a:off x="957" y="394"/>
                    <a:ext cx="33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4" name="Freeform 51"/>
                  <p:cNvSpPr>
                    <a:spLocks/>
                  </p:cNvSpPr>
                  <p:nvPr/>
                </p:nvSpPr>
                <p:spPr bwMode="auto">
                  <a:xfrm>
                    <a:off x="1292" y="25"/>
                    <a:ext cx="31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5" name="Freeform 52"/>
                  <p:cNvSpPr>
                    <a:spLocks/>
                  </p:cNvSpPr>
                  <p:nvPr/>
                </p:nvSpPr>
                <p:spPr bwMode="auto">
                  <a:xfrm>
                    <a:off x="1600" y="38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6" name="Freeform 53"/>
                  <p:cNvSpPr>
                    <a:spLocks/>
                  </p:cNvSpPr>
                  <p:nvPr/>
                </p:nvSpPr>
                <p:spPr bwMode="auto">
                  <a:xfrm>
                    <a:off x="1945" y="32"/>
                    <a:ext cx="310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7" name="Freeform 54"/>
                  <p:cNvSpPr>
                    <a:spLocks/>
                  </p:cNvSpPr>
                  <p:nvPr/>
                </p:nvSpPr>
                <p:spPr bwMode="auto">
                  <a:xfrm>
                    <a:off x="2255" y="384"/>
                    <a:ext cx="3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8" name="Freeform 55"/>
                  <p:cNvSpPr>
                    <a:spLocks/>
                  </p:cNvSpPr>
                  <p:nvPr/>
                </p:nvSpPr>
                <p:spPr bwMode="auto">
                  <a:xfrm>
                    <a:off x="2582" y="3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9" name="Freeform 56"/>
                  <p:cNvSpPr>
                    <a:spLocks/>
                  </p:cNvSpPr>
                  <p:nvPr/>
                </p:nvSpPr>
                <p:spPr bwMode="auto">
                  <a:xfrm>
                    <a:off x="2950" y="397"/>
                    <a:ext cx="382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0" name="Freeform 57"/>
                  <p:cNvSpPr>
                    <a:spLocks/>
                  </p:cNvSpPr>
                  <p:nvPr/>
                </p:nvSpPr>
                <p:spPr bwMode="auto">
                  <a:xfrm>
                    <a:off x="3342" y="42"/>
                    <a:ext cx="36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1" name="Freeform 58"/>
                  <p:cNvSpPr>
                    <a:spLocks/>
                  </p:cNvSpPr>
                  <p:nvPr/>
                </p:nvSpPr>
                <p:spPr bwMode="auto">
                  <a:xfrm>
                    <a:off x="3705" y="394"/>
                    <a:ext cx="38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2" name="Freeform 59"/>
                  <p:cNvSpPr>
                    <a:spLocks/>
                  </p:cNvSpPr>
                  <p:nvPr/>
                </p:nvSpPr>
                <p:spPr bwMode="auto">
                  <a:xfrm>
                    <a:off x="4082" y="2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3" name="Freeform 60"/>
                  <p:cNvSpPr>
                    <a:spLocks/>
                  </p:cNvSpPr>
                  <p:nvPr/>
                </p:nvSpPr>
                <p:spPr bwMode="auto">
                  <a:xfrm>
                    <a:off x="4440" y="387"/>
                    <a:ext cx="385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4" name="Freeform 61"/>
                  <p:cNvSpPr>
                    <a:spLocks/>
                  </p:cNvSpPr>
                  <p:nvPr/>
                </p:nvSpPr>
                <p:spPr bwMode="auto">
                  <a:xfrm>
                    <a:off x="4840" y="32"/>
                    <a:ext cx="365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5" name="Freeform 62"/>
                  <p:cNvSpPr>
                    <a:spLocks/>
                  </p:cNvSpPr>
                  <p:nvPr/>
                </p:nvSpPr>
                <p:spPr bwMode="auto">
                  <a:xfrm>
                    <a:off x="5202" y="384"/>
                    <a:ext cx="38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6" name="Freeform 63"/>
                  <p:cNvSpPr>
                    <a:spLocks/>
                  </p:cNvSpPr>
                  <p:nvPr/>
                </p:nvSpPr>
                <p:spPr bwMode="auto">
                  <a:xfrm>
                    <a:off x="5602" y="10"/>
                    <a:ext cx="355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7" name="Freeform 64"/>
                  <p:cNvSpPr>
                    <a:spLocks/>
                  </p:cNvSpPr>
                  <p:nvPr/>
                </p:nvSpPr>
                <p:spPr bwMode="auto">
                  <a:xfrm>
                    <a:off x="5952" y="37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8" name="Freeform 65"/>
                  <p:cNvSpPr>
                    <a:spLocks/>
                  </p:cNvSpPr>
                  <p:nvPr/>
                </p:nvSpPr>
                <p:spPr bwMode="auto">
                  <a:xfrm>
                    <a:off x="6322" y="1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9" name="Freeform 66"/>
                  <p:cNvSpPr>
                    <a:spLocks/>
                  </p:cNvSpPr>
                  <p:nvPr/>
                </p:nvSpPr>
                <p:spPr bwMode="auto">
                  <a:xfrm>
                    <a:off x="6657" y="370"/>
                    <a:ext cx="360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0" name="Freeform 67"/>
                  <p:cNvSpPr>
                    <a:spLocks/>
                  </p:cNvSpPr>
                  <p:nvPr/>
                </p:nvSpPr>
                <p:spPr bwMode="auto">
                  <a:xfrm>
                    <a:off x="7017" y="0"/>
                    <a:ext cx="33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1" name="Freeform 68"/>
                  <p:cNvSpPr>
                    <a:spLocks/>
                  </p:cNvSpPr>
                  <p:nvPr/>
                </p:nvSpPr>
                <p:spPr bwMode="auto">
                  <a:xfrm>
                    <a:off x="7345" y="36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2" name="Freeform 69"/>
                  <p:cNvSpPr>
                    <a:spLocks/>
                  </p:cNvSpPr>
                  <p:nvPr/>
                </p:nvSpPr>
                <p:spPr bwMode="auto">
                  <a:xfrm>
                    <a:off x="7720" y="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3" name="Freeform 70"/>
                  <p:cNvSpPr>
                    <a:spLocks/>
                  </p:cNvSpPr>
                  <p:nvPr/>
                </p:nvSpPr>
                <p:spPr bwMode="auto">
                  <a:xfrm>
                    <a:off x="8055" y="360"/>
                    <a:ext cx="35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4" name="Freeform 71"/>
                  <p:cNvSpPr>
                    <a:spLocks/>
                  </p:cNvSpPr>
                  <p:nvPr/>
                </p:nvSpPr>
                <p:spPr bwMode="auto">
                  <a:xfrm>
                    <a:off x="8446" y="10"/>
                    <a:ext cx="42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56" y="18457"/>
                        </a:lnTo>
                        <a:lnTo>
                          <a:pt x="391" y="17872"/>
                        </a:lnTo>
                        <a:lnTo>
                          <a:pt x="547" y="17287"/>
                        </a:lnTo>
                        <a:lnTo>
                          <a:pt x="547" y="16649"/>
                        </a:lnTo>
                        <a:lnTo>
                          <a:pt x="859" y="16064"/>
                        </a:lnTo>
                        <a:lnTo>
                          <a:pt x="1250" y="15479"/>
                        </a:lnTo>
                        <a:lnTo>
                          <a:pt x="1484" y="14894"/>
                        </a:lnTo>
                        <a:lnTo>
                          <a:pt x="1719" y="14255"/>
                        </a:lnTo>
                        <a:lnTo>
                          <a:pt x="1875" y="13670"/>
                        </a:lnTo>
                        <a:lnTo>
                          <a:pt x="2422" y="13138"/>
                        </a:lnTo>
                        <a:lnTo>
                          <a:pt x="2500" y="12553"/>
                        </a:lnTo>
                        <a:lnTo>
                          <a:pt x="2578" y="12021"/>
                        </a:lnTo>
                        <a:lnTo>
                          <a:pt x="2813" y="11489"/>
                        </a:lnTo>
                        <a:lnTo>
                          <a:pt x="2969" y="10904"/>
                        </a:lnTo>
                        <a:lnTo>
                          <a:pt x="3281" y="10372"/>
                        </a:lnTo>
                        <a:lnTo>
                          <a:pt x="3438" y="9840"/>
                        </a:lnTo>
                        <a:lnTo>
                          <a:pt x="3672" y="9255"/>
                        </a:lnTo>
                        <a:lnTo>
                          <a:pt x="3984" y="8723"/>
                        </a:lnTo>
                        <a:lnTo>
                          <a:pt x="4063" y="8191"/>
                        </a:lnTo>
                        <a:lnTo>
                          <a:pt x="4219" y="7766"/>
                        </a:lnTo>
                        <a:lnTo>
                          <a:pt x="4609" y="7234"/>
                        </a:lnTo>
                        <a:lnTo>
                          <a:pt x="4688" y="6755"/>
                        </a:lnTo>
                        <a:lnTo>
                          <a:pt x="5313" y="6330"/>
                        </a:lnTo>
                        <a:lnTo>
                          <a:pt x="5469" y="5904"/>
                        </a:lnTo>
                        <a:lnTo>
                          <a:pt x="5547" y="5426"/>
                        </a:lnTo>
                        <a:lnTo>
                          <a:pt x="6094" y="5000"/>
                        </a:lnTo>
                        <a:lnTo>
                          <a:pt x="6094" y="4521"/>
                        </a:lnTo>
                        <a:lnTo>
                          <a:pt x="6406" y="4149"/>
                        </a:lnTo>
                        <a:lnTo>
                          <a:pt x="6563" y="3777"/>
                        </a:lnTo>
                        <a:lnTo>
                          <a:pt x="6563" y="3404"/>
                        </a:lnTo>
                        <a:lnTo>
                          <a:pt x="7188" y="3032"/>
                        </a:lnTo>
                        <a:lnTo>
                          <a:pt x="7188" y="2713"/>
                        </a:lnTo>
                        <a:lnTo>
                          <a:pt x="7578" y="2447"/>
                        </a:lnTo>
                        <a:lnTo>
                          <a:pt x="7656" y="2128"/>
                        </a:lnTo>
                        <a:lnTo>
                          <a:pt x="7656" y="1809"/>
                        </a:lnTo>
                        <a:lnTo>
                          <a:pt x="7891" y="1543"/>
                        </a:lnTo>
                        <a:lnTo>
                          <a:pt x="8047" y="1330"/>
                        </a:lnTo>
                        <a:lnTo>
                          <a:pt x="8516" y="1064"/>
                        </a:lnTo>
                        <a:lnTo>
                          <a:pt x="8516" y="851"/>
                        </a:lnTo>
                        <a:lnTo>
                          <a:pt x="8750" y="691"/>
                        </a:lnTo>
                        <a:lnTo>
                          <a:pt x="8828" y="479"/>
                        </a:lnTo>
                        <a:lnTo>
                          <a:pt x="9141" y="372"/>
                        </a:lnTo>
                        <a:lnTo>
                          <a:pt x="9453" y="266"/>
                        </a:lnTo>
                        <a:lnTo>
                          <a:pt x="9453" y="106"/>
                        </a:lnTo>
                        <a:lnTo>
                          <a:pt x="9766" y="106"/>
                        </a:lnTo>
                        <a:lnTo>
                          <a:pt x="10156" y="53"/>
                        </a:lnTo>
                        <a:lnTo>
                          <a:pt x="10313" y="0"/>
                        </a:lnTo>
                        <a:lnTo>
                          <a:pt x="10547" y="53"/>
                        </a:lnTo>
                        <a:lnTo>
                          <a:pt x="10781" y="53"/>
                        </a:lnTo>
                        <a:lnTo>
                          <a:pt x="10859" y="106"/>
                        </a:lnTo>
                        <a:lnTo>
                          <a:pt x="11172" y="213"/>
                        </a:lnTo>
                        <a:lnTo>
                          <a:pt x="11328" y="319"/>
                        </a:lnTo>
                        <a:lnTo>
                          <a:pt x="11484" y="479"/>
                        </a:lnTo>
                        <a:lnTo>
                          <a:pt x="11953" y="745"/>
                        </a:lnTo>
                        <a:lnTo>
                          <a:pt x="12109" y="1011"/>
                        </a:lnTo>
                        <a:lnTo>
                          <a:pt x="12344" y="1277"/>
                        </a:lnTo>
                        <a:lnTo>
                          <a:pt x="12344" y="1543"/>
                        </a:lnTo>
                        <a:lnTo>
                          <a:pt x="12422" y="1915"/>
                        </a:lnTo>
                        <a:lnTo>
                          <a:pt x="12813" y="2287"/>
                        </a:lnTo>
                        <a:lnTo>
                          <a:pt x="12813" y="2713"/>
                        </a:lnTo>
                        <a:lnTo>
                          <a:pt x="13438" y="3138"/>
                        </a:lnTo>
                        <a:lnTo>
                          <a:pt x="13438" y="3564"/>
                        </a:lnTo>
                        <a:lnTo>
                          <a:pt x="13594" y="3989"/>
                        </a:lnTo>
                        <a:lnTo>
                          <a:pt x="13906" y="4415"/>
                        </a:lnTo>
                        <a:lnTo>
                          <a:pt x="14141" y="4947"/>
                        </a:lnTo>
                        <a:lnTo>
                          <a:pt x="14453" y="5479"/>
                        </a:lnTo>
                        <a:lnTo>
                          <a:pt x="14688" y="5957"/>
                        </a:lnTo>
                        <a:lnTo>
                          <a:pt x="15234" y="6489"/>
                        </a:lnTo>
                        <a:lnTo>
                          <a:pt x="15313" y="7074"/>
                        </a:lnTo>
                        <a:lnTo>
                          <a:pt x="15469" y="7606"/>
                        </a:lnTo>
                        <a:lnTo>
                          <a:pt x="15781" y="8191"/>
                        </a:lnTo>
                        <a:lnTo>
                          <a:pt x="15938" y="8777"/>
                        </a:lnTo>
                        <a:lnTo>
                          <a:pt x="16094" y="9362"/>
                        </a:lnTo>
                        <a:lnTo>
                          <a:pt x="16328" y="9894"/>
                        </a:lnTo>
                        <a:lnTo>
                          <a:pt x="16563" y="10426"/>
                        </a:lnTo>
                        <a:lnTo>
                          <a:pt x="16719" y="11011"/>
                        </a:lnTo>
                        <a:lnTo>
                          <a:pt x="17031" y="11649"/>
                        </a:lnTo>
                        <a:lnTo>
                          <a:pt x="17266" y="12181"/>
                        </a:lnTo>
                        <a:lnTo>
                          <a:pt x="17422" y="12766"/>
                        </a:lnTo>
                        <a:lnTo>
                          <a:pt x="17500" y="13298"/>
                        </a:lnTo>
                        <a:lnTo>
                          <a:pt x="17578" y="13830"/>
                        </a:lnTo>
                        <a:lnTo>
                          <a:pt x="18125" y="14415"/>
                        </a:lnTo>
                        <a:lnTo>
                          <a:pt x="18125" y="14947"/>
                        </a:lnTo>
                        <a:lnTo>
                          <a:pt x="18438" y="15479"/>
                        </a:lnTo>
                        <a:lnTo>
                          <a:pt x="18516" y="15904"/>
                        </a:lnTo>
                        <a:lnTo>
                          <a:pt x="18750" y="16436"/>
                        </a:lnTo>
                        <a:lnTo>
                          <a:pt x="18906" y="16862"/>
                        </a:lnTo>
                        <a:lnTo>
                          <a:pt x="19141" y="17340"/>
                        </a:lnTo>
                        <a:lnTo>
                          <a:pt x="19453" y="17713"/>
                        </a:lnTo>
                        <a:lnTo>
                          <a:pt x="19453" y="18138"/>
                        </a:lnTo>
                        <a:lnTo>
                          <a:pt x="19531" y="18511"/>
                        </a:lnTo>
                        <a:lnTo>
                          <a:pt x="19609" y="18883"/>
                        </a:lnTo>
                        <a:lnTo>
                          <a:pt x="19688" y="19149"/>
                        </a:lnTo>
                        <a:lnTo>
                          <a:pt x="19844" y="19521"/>
                        </a:lnTo>
                        <a:lnTo>
                          <a:pt x="19922" y="19734"/>
                        </a:lnTo>
                        <a:lnTo>
                          <a:pt x="19922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5" name="Freeform 72"/>
                  <p:cNvSpPr>
                    <a:spLocks/>
                  </p:cNvSpPr>
                  <p:nvPr/>
                </p:nvSpPr>
                <p:spPr bwMode="auto">
                  <a:xfrm>
                    <a:off x="8891" y="372"/>
                    <a:ext cx="42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61"/>
                        </a:lnTo>
                        <a:lnTo>
                          <a:pt x="291" y="1212"/>
                        </a:lnTo>
                        <a:lnTo>
                          <a:pt x="436" y="1873"/>
                        </a:lnTo>
                        <a:lnTo>
                          <a:pt x="582" y="2534"/>
                        </a:lnTo>
                        <a:lnTo>
                          <a:pt x="800" y="3140"/>
                        </a:lnTo>
                        <a:lnTo>
                          <a:pt x="1164" y="3691"/>
                        </a:lnTo>
                        <a:lnTo>
                          <a:pt x="1164" y="4298"/>
                        </a:lnTo>
                        <a:lnTo>
                          <a:pt x="1455" y="4959"/>
                        </a:lnTo>
                        <a:lnTo>
                          <a:pt x="1600" y="5565"/>
                        </a:lnTo>
                        <a:lnTo>
                          <a:pt x="2182" y="6171"/>
                        </a:lnTo>
                        <a:lnTo>
                          <a:pt x="2327" y="6777"/>
                        </a:lnTo>
                        <a:lnTo>
                          <a:pt x="2400" y="7328"/>
                        </a:lnTo>
                        <a:lnTo>
                          <a:pt x="2618" y="7879"/>
                        </a:lnTo>
                        <a:lnTo>
                          <a:pt x="2764" y="8485"/>
                        </a:lnTo>
                        <a:lnTo>
                          <a:pt x="3055" y="9036"/>
                        </a:lnTo>
                        <a:lnTo>
                          <a:pt x="3127" y="9642"/>
                        </a:lnTo>
                        <a:lnTo>
                          <a:pt x="3200" y="10138"/>
                        </a:lnTo>
                        <a:lnTo>
                          <a:pt x="3636" y="10689"/>
                        </a:lnTo>
                        <a:lnTo>
                          <a:pt x="3782" y="11185"/>
                        </a:lnTo>
                        <a:lnTo>
                          <a:pt x="4073" y="11736"/>
                        </a:lnTo>
                        <a:lnTo>
                          <a:pt x="4218" y="12176"/>
                        </a:lnTo>
                        <a:lnTo>
                          <a:pt x="4364" y="12727"/>
                        </a:lnTo>
                        <a:lnTo>
                          <a:pt x="4509" y="13223"/>
                        </a:lnTo>
                        <a:lnTo>
                          <a:pt x="4655" y="13664"/>
                        </a:lnTo>
                        <a:lnTo>
                          <a:pt x="4873" y="14105"/>
                        </a:lnTo>
                        <a:lnTo>
                          <a:pt x="5236" y="14545"/>
                        </a:lnTo>
                        <a:lnTo>
                          <a:pt x="5455" y="14986"/>
                        </a:lnTo>
                        <a:lnTo>
                          <a:pt x="5600" y="15482"/>
                        </a:lnTo>
                        <a:lnTo>
                          <a:pt x="5745" y="15868"/>
                        </a:lnTo>
                        <a:lnTo>
                          <a:pt x="6109" y="16198"/>
                        </a:lnTo>
                        <a:lnTo>
                          <a:pt x="6109" y="16584"/>
                        </a:lnTo>
                        <a:lnTo>
                          <a:pt x="6473" y="16970"/>
                        </a:lnTo>
                        <a:lnTo>
                          <a:pt x="6691" y="17245"/>
                        </a:lnTo>
                        <a:lnTo>
                          <a:pt x="6836" y="17631"/>
                        </a:lnTo>
                        <a:lnTo>
                          <a:pt x="7127" y="17906"/>
                        </a:lnTo>
                        <a:lnTo>
                          <a:pt x="7127" y="18182"/>
                        </a:lnTo>
                        <a:lnTo>
                          <a:pt x="7564" y="18457"/>
                        </a:lnTo>
                        <a:lnTo>
                          <a:pt x="7564" y="18733"/>
                        </a:lnTo>
                        <a:lnTo>
                          <a:pt x="7709" y="18953"/>
                        </a:lnTo>
                        <a:lnTo>
                          <a:pt x="7855" y="19118"/>
                        </a:lnTo>
                        <a:lnTo>
                          <a:pt x="8073" y="19339"/>
                        </a:lnTo>
                        <a:lnTo>
                          <a:pt x="8509" y="19504"/>
                        </a:lnTo>
                        <a:lnTo>
                          <a:pt x="8582" y="19669"/>
                        </a:lnTo>
                        <a:lnTo>
                          <a:pt x="9018" y="19725"/>
                        </a:lnTo>
                        <a:lnTo>
                          <a:pt x="9091" y="19890"/>
                        </a:lnTo>
                        <a:lnTo>
                          <a:pt x="9236" y="19890"/>
                        </a:lnTo>
                        <a:lnTo>
                          <a:pt x="9455" y="19945"/>
                        </a:lnTo>
                        <a:lnTo>
                          <a:pt x="9600" y="19945"/>
                        </a:lnTo>
                        <a:lnTo>
                          <a:pt x="9745" y="19945"/>
                        </a:lnTo>
                        <a:lnTo>
                          <a:pt x="10255" y="19890"/>
                        </a:lnTo>
                        <a:lnTo>
                          <a:pt x="10400" y="19890"/>
                        </a:lnTo>
                        <a:lnTo>
                          <a:pt x="10545" y="19725"/>
                        </a:lnTo>
                        <a:lnTo>
                          <a:pt x="10764" y="19504"/>
                        </a:lnTo>
                        <a:lnTo>
                          <a:pt x="10909" y="19339"/>
                        </a:lnTo>
                        <a:lnTo>
                          <a:pt x="11418" y="19118"/>
                        </a:lnTo>
                        <a:lnTo>
                          <a:pt x="11418" y="18843"/>
                        </a:lnTo>
                        <a:lnTo>
                          <a:pt x="11927" y="18567"/>
                        </a:lnTo>
                        <a:lnTo>
                          <a:pt x="12145" y="18237"/>
                        </a:lnTo>
                        <a:lnTo>
                          <a:pt x="12291" y="17851"/>
                        </a:lnTo>
                        <a:lnTo>
                          <a:pt x="12436" y="17466"/>
                        </a:lnTo>
                        <a:lnTo>
                          <a:pt x="12582" y="17190"/>
                        </a:lnTo>
                        <a:lnTo>
                          <a:pt x="12873" y="16749"/>
                        </a:lnTo>
                        <a:lnTo>
                          <a:pt x="13164" y="16309"/>
                        </a:lnTo>
                        <a:lnTo>
                          <a:pt x="13309" y="15813"/>
                        </a:lnTo>
                        <a:lnTo>
                          <a:pt x="13600" y="15317"/>
                        </a:lnTo>
                        <a:lnTo>
                          <a:pt x="13891" y="14876"/>
                        </a:lnTo>
                        <a:lnTo>
                          <a:pt x="14109" y="14325"/>
                        </a:lnTo>
                        <a:lnTo>
                          <a:pt x="14400" y="13829"/>
                        </a:lnTo>
                        <a:lnTo>
                          <a:pt x="14691" y="13278"/>
                        </a:lnTo>
                        <a:lnTo>
                          <a:pt x="14764" y="12837"/>
                        </a:lnTo>
                        <a:lnTo>
                          <a:pt x="15273" y="12176"/>
                        </a:lnTo>
                        <a:lnTo>
                          <a:pt x="15491" y="11680"/>
                        </a:lnTo>
                        <a:lnTo>
                          <a:pt x="15636" y="11129"/>
                        </a:lnTo>
                        <a:lnTo>
                          <a:pt x="15782" y="10579"/>
                        </a:lnTo>
                        <a:lnTo>
                          <a:pt x="16000" y="10028"/>
                        </a:lnTo>
                        <a:lnTo>
                          <a:pt x="16291" y="9477"/>
                        </a:lnTo>
                        <a:lnTo>
                          <a:pt x="16727" y="8871"/>
                        </a:lnTo>
                        <a:lnTo>
                          <a:pt x="16873" y="8375"/>
                        </a:lnTo>
                        <a:lnTo>
                          <a:pt x="17091" y="7824"/>
                        </a:lnTo>
                        <a:lnTo>
                          <a:pt x="17236" y="7273"/>
                        </a:lnTo>
                        <a:lnTo>
                          <a:pt x="17382" y="6777"/>
                        </a:lnTo>
                        <a:lnTo>
                          <a:pt x="17673" y="6226"/>
                        </a:lnTo>
                        <a:lnTo>
                          <a:pt x="17673" y="5730"/>
                        </a:lnTo>
                        <a:lnTo>
                          <a:pt x="18255" y="5234"/>
                        </a:lnTo>
                        <a:lnTo>
                          <a:pt x="18473" y="4738"/>
                        </a:lnTo>
                        <a:lnTo>
                          <a:pt x="18545" y="4298"/>
                        </a:lnTo>
                        <a:lnTo>
                          <a:pt x="18836" y="3857"/>
                        </a:lnTo>
                        <a:lnTo>
                          <a:pt x="19127" y="3416"/>
                        </a:lnTo>
                        <a:lnTo>
                          <a:pt x="19200" y="3030"/>
                        </a:lnTo>
                        <a:lnTo>
                          <a:pt x="19418" y="2590"/>
                        </a:lnTo>
                        <a:lnTo>
                          <a:pt x="19418" y="2204"/>
                        </a:lnTo>
                        <a:lnTo>
                          <a:pt x="19564" y="1928"/>
                        </a:lnTo>
                        <a:lnTo>
                          <a:pt x="19636" y="1598"/>
                        </a:lnTo>
                        <a:lnTo>
                          <a:pt x="19855" y="1377"/>
                        </a:lnTo>
                        <a:lnTo>
                          <a:pt x="19855" y="1047"/>
                        </a:lnTo>
                        <a:lnTo>
                          <a:pt x="19927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6" name="Freeform 73"/>
                  <p:cNvSpPr>
                    <a:spLocks/>
                  </p:cNvSpPr>
                  <p:nvPr/>
                </p:nvSpPr>
                <p:spPr bwMode="auto">
                  <a:xfrm>
                    <a:off x="9340" y="17"/>
                    <a:ext cx="445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56" y="18470"/>
                        </a:lnTo>
                        <a:lnTo>
                          <a:pt x="391" y="17869"/>
                        </a:lnTo>
                        <a:lnTo>
                          <a:pt x="547" y="17268"/>
                        </a:lnTo>
                        <a:lnTo>
                          <a:pt x="547" y="16721"/>
                        </a:lnTo>
                        <a:lnTo>
                          <a:pt x="859" y="16120"/>
                        </a:lnTo>
                        <a:lnTo>
                          <a:pt x="1250" y="15519"/>
                        </a:lnTo>
                        <a:lnTo>
                          <a:pt x="1484" y="14918"/>
                        </a:lnTo>
                        <a:lnTo>
                          <a:pt x="1719" y="14262"/>
                        </a:lnTo>
                        <a:lnTo>
                          <a:pt x="1875" y="13661"/>
                        </a:lnTo>
                        <a:lnTo>
                          <a:pt x="2422" y="13115"/>
                        </a:lnTo>
                        <a:lnTo>
                          <a:pt x="2500" y="12568"/>
                        </a:lnTo>
                        <a:lnTo>
                          <a:pt x="2578" y="12022"/>
                        </a:lnTo>
                        <a:lnTo>
                          <a:pt x="2813" y="11421"/>
                        </a:lnTo>
                        <a:lnTo>
                          <a:pt x="2969" y="10874"/>
                        </a:lnTo>
                        <a:lnTo>
                          <a:pt x="3281" y="10328"/>
                        </a:lnTo>
                        <a:lnTo>
                          <a:pt x="3438" y="9836"/>
                        </a:lnTo>
                        <a:lnTo>
                          <a:pt x="3672" y="9290"/>
                        </a:lnTo>
                        <a:lnTo>
                          <a:pt x="3984" y="8798"/>
                        </a:lnTo>
                        <a:lnTo>
                          <a:pt x="4063" y="8197"/>
                        </a:lnTo>
                        <a:lnTo>
                          <a:pt x="4219" y="7760"/>
                        </a:lnTo>
                        <a:lnTo>
                          <a:pt x="4609" y="7268"/>
                        </a:lnTo>
                        <a:lnTo>
                          <a:pt x="4688" y="6776"/>
                        </a:lnTo>
                        <a:lnTo>
                          <a:pt x="5313" y="6339"/>
                        </a:lnTo>
                        <a:lnTo>
                          <a:pt x="5469" y="5902"/>
                        </a:lnTo>
                        <a:lnTo>
                          <a:pt x="5547" y="5410"/>
                        </a:lnTo>
                        <a:lnTo>
                          <a:pt x="6094" y="5027"/>
                        </a:lnTo>
                        <a:lnTo>
                          <a:pt x="6094" y="4590"/>
                        </a:lnTo>
                        <a:lnTo>
                          <a:pt x="6406" y="4153"/>
                        </a:lnTo>
                        <a:lnTo>
                          <a:pt x="6563" y="3770"/>
                        </a:lnTo>
                        <a:lnTo>
                          <a:pt x="6563" y="3443"/>
                        </a:lnTo>
                        <a:lnTo>
                          <a:pt x="7188" y="3005"/>
                        </a:lnTo>
                        <a:lnTo>
                          <a:pt x="7188" y="2732"/>
                        </a:lnTo>
                        <a:lnTo>
                          <a:pt x="7578" y="2404"/>
                        </a:lnTo>
                        <a:lnTo>
                          <a:pt x="7656" y="2131"/>
                        </a:lnTo>
                        <a:lnTo>
                          <a:pt x="7656" y="1803"/>
                        </a:lnTo>
                        <a:lnTo>
                          <a:pt x="7891" y="1585"/>
                        </a:lnTo>
                        <a:lnTo>
                          <a:pt x="8047" y="1311"/>
                        </a:lnTo>
                        <a:lnTo>
                          <a:pt x="8516" y="1038"/>
                        </a:lnTo>
                        <a:lnTo>
                          <a:pt x="8516" y="874"/>
                        </a:lnTo>
                        <a:lnTo>
                          <a:pt x="8750" y="656"/>
                        </a:lnTo>
                        <a:lnTo>
                          <a:pt x="8828" y="492"/>
                        </a:lnTo>
                        <a:lnTo>
                          <a:pt x="9141" y="383"/>
                        </a:lnTo>
                        <a:lnTo>
                          <a:pt x="9453" y="273"/>
                        </a:lnTo>
                        <a:lnTo>
                          <a:pt x="9453" y="109"/>
                        </a:lnTo>
                        <a:lnTo>
                          <a:pt x="9766" y="109"/>
                        </a:lnTo>
                        <a:lnTo>
                          <a:pt x="10156" y="55"/>
                        </a:lnTo>
                        <a:lnTo>
                          <a:pt x="10313" y="0"/>
                        </a:lnTo>
                        <a:lnTo>
                          <a:pt x="10547" y="55"/>
                        </a:lnTo>
                        <a:lnTo>
                          <a:pt x="10781" y="55"/>
                        </a:lnTo>
                        <a:lnTo>
                          <a:pt x="10859" y="109"/>
                        </a:lnTo>
                        <a:lnTo>
                          <a:pt x="11172" y="219"/>
                        </a:lnTo>
                        <a:lnTo>
                          <a:pt x="11328" y="328"/>
                        </a:lnTo>
                        <a:lnTo>
                          <a:pt x="11484" y="492"/>
                        </a:lnTo>
                        <a:lnTo>
                          <a:pt x="11953" y="710"/>
                        </a:lnTo>
                        <a:lnTo>
                          <a:pt x="12109" y="984"/>
                        </a:lnTo>
                        <a:lnTo>
                          <a:pt x="12344" y="1257"/>
                        </a:lnTo>
                        <a:lnTo>
                          <a:pt x="12344" y="1585"/>
                        </a:lnTo>
                        <a:lnTo>
                          <a:pt x="12422" y="1913"/>
                        </a:lnTo>
                        <a:lnTo>
                          <a:pt x="12813" y="2295"/>
                        </a:lnTo>
                        <a:lnTo>
                          <a:pt x="12813" y="2732"/>
                        </a:lnTo>
                        <a:lnTo>
                          <a:pt x="13438" y="3115"/>
                        </a:lnTo>
                        <a:lnTo>
                          <a:pt x="13438" y="3497"/>
                        </a:lnTo>
                        <a:lnTo>
                          <a:pt x="13594" y="3989"/>
                        </a:lnTo>
                        <a:lnTo>
                          <a:pt x="13906" y="4426"/>
                        </a:lnTo>
                        <a:lnTo>
                          <a:pt x="14141" y="4973"/>
                        </a:lnTo>
                        <a:lnTo>
                          <a:pt x="14453" y="5519"/>
                        </a:lnTo>
                        <a:lnTo>
                          <a:pt x="14688" y="5956"/>
                        </a:lnTo>
                        <a:lnTo>
                          <a:pt x="15234" y="6503"/>
                        </a:lnTo>
                        <a:lnTo>
                          <a:pt x="15313" y="7049"/>
                        </a:lnTo>
                        <a:lnTo>
                          <a:pt x="15469" y="7596"/>
                        </a:lnTo>
                        <a:lnTo>
                          <a:pt x="15781" y="8197"/>
                        </a:lnTo>
                        <a:lnTo>
                          <a:pt x="15938" y="8798"/>
                        </a:lnTo>
                        <a:lnTo>
                          <a:pt x="16094" y="9344"/>
                        </a:lnTo>
                        <a:lnTo>
                          <a:pt x="16328" y="9891"/>
                        </a:lnTo>
                        <a:lnTo>
                          <a:pt x="16563" y="10492"/>
                        </a:lnTo>
                        <a:lnTo>
                          <a:pt x="16719" y="11038"/>
                        </a:lnTo>
                        <a:lnTo>
                          <a:pt x="17031" y="11585"/>
                        </a:lnTo>
                        <a:lnTo>
                          <a:pt x="17266" y="12186"/>
                        </a:lnTo>
                        <a:lnTo>
                          <a:pt x="17422" y="12732"/>
                        </a:lnTo>
                        <a:lnTo>
                          <a:pt x="17500" y="13279"/>
                        </a:lnTo>
                        <a:lnTo>
                          <a:pt x="17578" y="13880"/>
                        </a:lnTo>
                        <a:lnTo>
                          <a:pt x="18125" y="14426"/>
                        </a:lnTo>
                        <a:lnTo>
                          <a:pt x="18125" y="14918"/>
                        </a:lnTo>
                        <a:lnTo>
                          <a:pt x="18438" y="15410"/>
                        </a:lnTo>
                        <a:lnTo>
                          <a:pt x="18516" y="15956"/>
                        </a:lnTo>
                        <a:lnTo>
                          <a:pt x="18750" y="16448"/>
                        </a:lnTo>
                        <a:lnTo>
                          <a:pt x="18906" y="16885"/>
                        </a:lnTo>
                        <a:lnTo>
                          <a:pt x="19141" y="17268"/>
                        </a:lnTo>
                        <a:lnTo>
                          <a:pt x="19453" y="17760"/>
                        </a:lnTo>
                        <a:lnTo>
                          <a:pt x="19453" y="18197"/>
                        </a:lnTo>
                        <a:lnTo>
                          <a:pt x="19531" y="18525"/>
                        </a:lnTo>
                        <a:lnTo>
                          <a:pt x="19609" y="18852"/>
                        </a:lnTo>
                        <a:lnTo>
                          <a:pt x="19688" y="19180"/>
                        </a:lnTo>
                        <a:lnTo>
                          <a:pt x="19844" y="19508"/>
                        </a:lnTo>
                        <a:lnTo>
                          <a:pt x="19922" y="19727"/>
                        </a:lnTo>
                        <a:lnTo>
                          <a:pt x="19922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7" name="Freeform 74"/>
                  <p:cNvSpPr>
                    <a:spLocks/>
                  </p:cNvSpPr>
                  <p:nvPr/>
                </p:nvSpPr>
                <p:spPr bwMode="auto">
                  <a:xfrm>
                    <a:off x="9794" y="370"/>
                    <a:ext cx="4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23"/>
                        </a:lnTo>
                        <a:lnTo>
                          <a:pt x="291" y="1246"/>
                        </a:lnTo>
                        <a:lnTo>
                          <a:pt x="436" y="1870"/>
                        </a:lnTo>
                        <a:lnTo>
                          <a:pt x="582" y="2493"/>
                        </a:lnTo>
                        <a:lnTo>
                          <a:pt x="800" y="3116"/>
                        </a:lnTo>
                        <a:lnTo>
                          <a:pt x="1164" y="3739"/>
                        </a:lnTo>
                        <a:lnTo>
                          <a:pt x="1164" y="4363"/>
                        </a:lnTo>
                        <a:lnTo>
                          <a:pt x="1455" y="4986"/>
                        </a:lnTo>
                        <a:lnTo>
                          <a:pt x="1600" y="5552"/>
                        </a:lnTo>
                        <a:lnTo>
                          <a:pt x="2182" y="6176"/>
                        </a:lnTo>
                        <a:lnTo>
                          <a:pt x="2327" y="6742"/>
                        </a:lnTo>
                        <a:lnTo>
                          <a:pt x="2400" y="7309"/>
                        </a:lnTo>
                        <a:lnTo>
                          <a:pt x="2618" y="7875"/>
                        </a:lnTo>
                        <a:lnTo>
                          <a:pt x="2764" y="8499"/>
                        </a:lnTo>
                        <a:lnTo>
                          <a:pt x="3055" y="9008"/>
                        </a:lnTo>
                        <a:lnTo>
                          <a:pt x="3127" y="9575"/>
                        </a:lnTo>
                        <a:lnTo>
                          <a:pt x="3200" y="10142"/>
                        </a:lnTo>
                        <a:lnTo>
                          <a:pt x="3636" y="10652"/>
                        </a:lnTo>
                        <a:lnTo>
                          <a:pt x="3782" y="11218"/>
                        </a:lnTo>
                        <a:lnTo>
                          <a:pt x="4073" y="11728"/>
                        </a:lnTo>
                        <a:lnTo>
                          <a:pt x="4218" y="12181"/>
                        </a:lnTo>
                        <a:lnTo>
                          <a:pt x="4364" y="12691"/>
                        </a:lnTo>
                        <a:lnTo>
                          <a:pt x="4509" y="13258"/>
                        </a:lnTo>
                        <a:lnTo>
                          <a:pt x="4655" y="13654"/>
                        </a:lnTo>
                        <a:lnTo>
                          <a:pt x="4873" y="14108"/>
                        </a:lnTo>
                        <a:lnTo>
                          <a:pt x="5236" y="14561"/>
                        </a:lnTo>
                        <a:lnTo>
                          <a:pt x="5455" y="15014"/>
                        </a:lnTo>
                        <a:lnTo>
                          <a:pt x="5600" y="15411"/>
                        </a:lnTo>
                        <a:lnTo>
                          <a:pt x="5745" y="15807"/>
                        </a:lnTo>
                        <a:lnTo>
                          <a:pt x="6109" y="16204"/>
                        </a:lnTo>
                        <a:lnTo>
                          <a:pt x="6109" y="16601"/>
                        </a:lnTo>
                        <a:lnTo>
                          <a:pt x="6473" y="16941"/>
                        </a:lnTo>
                        <a:lnTo>
                          <a:pt x="6691" y="17337"/>
                        </a:lnTo>
                        <a:lnTo>
                          <a:pt x="6836" y="17564"/>
                        </a:lnTo>
                        <a:lnTo>
                          <a:pt x="7127" y="17960"/>
                        </a:lnTo>
                        <a:lnTo>
                          <a:pt x="7127" y="18130"/>
                        </a:lnTo>
                        <a:lnTo>
                          <a:pt x="7564" y="18470"/>
                        </a:lnTo>
                        <a:lnTo>
                          <a:pt x="7564" y="18754"/>
                        </a:lnTo>
                        <a:lnTo>
                          <a:pt x="7709" y="18924"/>
                        </a:lnTo>
                        <a:lnTo>
                          <a:pt x="7855" y="19150"/>
                        </a:lnTo>
                        <a:lnTo>
                          <a:pt x="8073" y="19320"/>
                        </a:lnTo>
                        <a:lnTo>
                          <a:pt x="8509" y="19490"/>
                        </a:lnTo>
                        <a:lnTo>
                          <a:pt x="8582" y="19660"/>
                        </a:lnTo>
                        <a:lnTo>
                          <a:pt x="9018" y="19717"/>
                        </a:lnTo>
                        <a:lnTo>
                          <a:pt x="9091" y="19887"/>
                        </a:lnTo>
                        <a:lnTo>
                          <a:pt x="9236" y="19887"/>
                        </a:lnTo>
                        <a:lnTo>
                          <a:pt x="9455" y="19943"/>
                        </a:lnTo>
                        <a:lnTo>
                          <a:pt x="9600" y="19943"/>
                        </a:lnTo>
                        <a:lnTo>
                          <a:pt x="9745" y="19943"/>
                        </a:lnTo>
                        <a:lnTo>
                          <a:pt x="10255" y="19887"/>
                        </a:lnTo>
                        <a:lnTo>
                          <a:pt x="10400" y="19887"/>
                        </a:lnTo>
                        <a:lnTo>
                          <a:pt x="10545" y="19717"/>
                        </a:lnTo>
                        <a:lnTo>
                          <a:pt x="10764" y="19490"/>
                        </a:lnTo>
                        <a:lnTo>
                          <a:pt x="10909" y="19320"/>
                        </a:lnTo>
                        <a:lnTo>
                          <a:pt x="11418" y="19093"/>
                        </a:lnTo>
                        <a:lnTo>
                          <a:pt x="11418" y="18810"/>
                        </a:lnTo>
                        <a:lnTo>
                          <a:pt x="11927" y="18527"/>
                        </a:lnTo>
                        <a:lnTo>
                          <a:pt x="12145" y="18244"/>
                        </a:lnTo>
                        <a:lnTo>
                          <a:pt x="12291" y="17960"/>
                        </a:lnTo>
                        <a:lnTo>
                          <a:pt x="12436" y="17564"/>
                        </a:lnTo>
                        <a:lnTo>
                          <a:pt x="12582" y="17167"/>
                        </a:lnTo>
                        <a:lnTo>
                          <a:pt x="12873" y="16714"/>
                        </a:lnTo>
                        <a:lnTo>
                          <a:pt x="13164" y="16261"/>
                        </a:lnTo>
                        <a:lnTo>
                          <a:pt x="13309" y="15807"/>
                        </a:lnTo>
                        <a:lnTo>
                          <a:pt x="13600" y="15411"/>
                        </a:lnTo>
                        <a:lnTo>
                          <a:pt x="13891" y="14844"/>
                        </a:lnTo>
                        <a:lnTo>
                          <a:pt x="14109" y="14334"/>
                        </a:lnTo>
                        <a:lnTo>
                          <a:pt x="14400" y="13824"/>
                        </a:lnTo>
                        <a:lnTo>
                          <a:pt x="14691" y="13314"/>
                        </a:lnTo>
                        <a:lnTo>
                          <a:pt x="14764" y="12805"/>
                        </a:lnTo>
                        <a:lnTo>
                          <a:pt x="15273" y="12181"/>
                        </a:lnTo>
                        <a:lnTo>
                          <a:pt x="15491" y="11671"/>
                        </a:lnTo>
                        <a:lnTo>
                          <a:pt x="15636" y="11105"/>
                        </a:lnTo>
                        <a:lnTo>
                          <a:pt x="15782" y="10538"/>
                        </a:lnTo>
                        <a:lnTo>
                          <a:pt x="16000" y="10028"/>
                        </a:lnTo>
                        <a:lnTo>
                          <a:pt x="16291" y="9462"/>
                        </a:lnTo>
                        <a:lnTo>
                          <a:pt x="16727" y="8895"/>
                        </a:lnTo>
                        <a:lnTo>
                          <a:pt x="16873" y="8385"/>
                        </a:lnTo>
                        <a:lnTo>
                          <a:pt x="17091" y="7819"/>
                        </a:lnTo>
                        <a:lnTo>
                          <a:pt x="17236" y="7309"/>
                        </a:lnTo>
                        <a:lnTo>
                          <a:pt x="17382" y="6742"/>
                        </a:lnTo>
                        <a:lnTo>
                          <a:pt x="17673" y="6232"/>
                        </a:lnTo>
                        <a:lnTo>
                          <a:pt x="17673" y="5722"/>
                        </a:lnTo>
                        <a:lnTo>
                          <a:pt x="18255" y="5212"/>
                        </a:lnTo>
                        <a:lnTo>
                          <a:pt x="18473" y="4759"/>
                        </a:lnTo>
                        <a:lnTo>
                          <a:pt x="18545" y="4249"/>
                        </a:lnTo>
                        <a:lnTo>
                          <a:pt x="18836" y="3853"/>
                        </a:lnTo>
                        <a:lnTo>
                          <a:pt x="19127" y="3399"/>
                        </a:lnTo>
                        <a:lnTo>
                          <a:pt x="19200" y="3003"/>
                        </a:lnTo>
                        <a:lnTo>
                          <a:pt x="19418" y="2606"/>
                        </a:lnTo>
                        <a:lnTo>
                          <a:pt x="19418" y="2266"/>
                        </a:lnTo>
                        <a:lnTo>
                          <a:pt x="19564" y="1870"/>
                        </a:lnTo>
                        <a:lnTo>
                          <a:pt x="19636" y="1643"/>
                        </a:lnTo>
                        <a:lnTo>
                          <a:pt x="19855" y="1360"/>
                        </a:lnTo>
                        <a:lnTo>
                          <a:pt x="19855" y="1076"/>
                        </a:lnTo>
                        <a:lnTo>
                          <a:pt x="19927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37" name="Line 76"/>
                <p:cNvSpPr>
                  <a:spLocks noChangeShapeType="1"/>
                </p:cNvSpPr>
                <p:nvPr/>
              </p:nvSpPr>
              <p:spPr bwMode="auto">
                <a:xfrm>
                  <a:off x="1076324" y="2836863"/>
                  <a:ext cx="6922529" cy="0"/>
                </a:xfrm>
                <a:prstGeom prst="line">
                  <a:avLst/>
                </a:prstGeom>
                <a:noFill/>
                <a:ln w="9525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3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7931044" y="2651138"/>
                  <a:ext cx="455613" cy="6413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3600" b="1" i="1" dirty="0"/>
                    <a:t>t</a:t>
                  </a:r>
                </a:p>
              </p:txBody>
            </p:sp>
          </p:grpSp>
          <p:sp>
            <p:nvSpPr>
              <p:cNvPr id="134" name="Line 81"/>
              <p:cNvSpPr>
                <a:spLocks noChangeShapeType="1"/>
              </p:cNvSpPr>
              <p:nvPr/>
            </p:nvSpPr>
            <p:spPr bwMode="auto">
              <a:xfrm flipH="1">
                <a:off x="4392506" y="2286092"/>
                <a:ext cx="0" cy="10668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5" name="Line 82"/>
              <p:cNvSpPr>
                <a:spLocks noChangeShapeType="1"/>
              </p:cNvSpPr>
              <p:nvPr/>
            </p:nvSpPr>
            <p:spPr bwMode="auto">
              <a:xfrm>
                <a:off x="7214043" y="2274388"/>
                <a:ext cx="0" cy="12192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dirty="0"/>
              </a:p>
            </p:txBody>
          </p:sp>
        </p:grpSp>
      </p:grpSp>
      <p:grpSp>
        <p:nvGrpSpPr>
          <p:cNvPr id="180" name="组合 179"/>
          <p:cNvGrpSpPr/>
          <p:nvPr/>
        </p:nvGrpSpPr>
        <p:grpSpPr>
          <a:xfrm>
            <a:off x="1136936" y="1844191"/>
            <a:ext cx="7642225" cy="1055688"/>
            <a:chOff x="1136936" y="1844191"/>
            <a:chExt cx="7642225" cy="1055688"/>
          </a:xfrm>
        </p:grpSpPr>
        <p:grpSp>
          <p:nvGrpSpPr>
            <p:cNvPr id="86" name="组合 148"/>
            <p:cNvGrpSpPr>
              <a:grpSpLocks/>
            </p:cNvGrpSpPr>
            <p:nvPr/>
          </p:nvGrpSpPr>
          <p:grpSpPr bwMode="auto">
            <a:xfrm>
              <a:off x="1136936" y="1844191"/>
              <a:ext cx="7642225" cy="1055688"/>
              <a:chOff x="1069975" y="3392487"/>
              <a:chExt cx="7642225" cy="1055688"/>
            </a:xfrm>
          </p:grpSpPr>
          <p:sp>
            <p:nvSpPr>
              <p:cNvPr id="130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  <p:grpSp>
            <p:nvGrpSpPr>
              <p:cNvPr id="88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89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0"/>
                <p:cNvSpPr>
                  <a:spLocks/>
                </p:cNvSpPr>
                <p:nvPr/>
              </p:nvSpPr>
              <p:spPr bwMode="auto">
                <a:xfrm>
                  <a:off x="1768735" y="3497263"/>
                  <a:ext cx="2765572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1"/>
                <p:cNvSpPr>
                  <a:spLocks/>
                </p:cNvSpPr>
                <p:nvPr/>
              </p:nvSpPr>
              <p:spPr bwMode="auto">
                <a:xfrm>
                  <a:off x="4518335" y="3941763"/>
                  <a:ext cx="2829690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Line 42"/>
                <p:cNvSpPr>
                  <a:spLocks noChangeShapeType="1"/>
                </p:cNvSpPr>
                <p:nvPr/>
              </p:nvSpPr>
              <p:spPr bwMode="auto">
                <a:xfrm>
                  <a:off x="1768735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Line 43"/>
                <p:cNvSpPr>
                  <a:spLocks noChangeShapeType="1"/>
                </p:cNvSpPr>
                <p:nvPr/>
              </p:nvSpPr>
              <p:spPr bwMode="auto">
                <a:xfrm>
                  <a:off x="4460578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71" name="图片 17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48779" y="2370012"/>
              <a:ext cx="686917" cy="262375"/>
            </a:xfrm>
            <a:prstGeom prst="rect">
              <a:avLst/>
            </a:prstGeom>
          </p:spPr>
        </p:pic>
      </p:grpSp>
      <p:graphicFrame>
        <p:nvGraphicFramePr>
          <p:cNvPr id="1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245"/>
              </p:ext>
            </p:extLst>
          </p:nvPr>
        </p:nvGraphicFramePr>
        <p:xfrm>
          <a:off x="1583668" y="1223541"/>
          <a:ext cx="1026267" cy="49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8" name="Equation" r:id="rId4" imgW="317225" imgH="139579" progId="Equation.DSMT4">
                  <p:embed/>
                </p:oleObj>
              </mc:Choice>
              <mc:Fallback>
                <p:oleObj name="Equation" r:id="rId4" imgW="317225" imgH="1395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668" y="1223541"/>
                        <a:ext cx="1026267" cy="49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AutoShape 15"/>
          <p:cNvSpPr>
            <a:spLocks noChangeArrowheads="1"/>
          </p:cNvSpPr>
          <p:nvPr/>
        </p:nvSpPr>
        <p:spPr bwMode="auto">
          <a:xfrm>
            <a:off x="2128488" y="92607"/>
            <a:ext cx="2879725" cy="922337"/>
          </a:xfrm>
          <a:prstGeom prst="wedgeRectCallout">
            <a:avLst>
              <a:gd name="adj1" fmla="val -20749"/>
              <a:gd name="adj2" fmla="val 65851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sp>
        <p:nvSpPr>
          <p:cNvPr id="174" name="AutoShape 16"/>
          <p:cNvSpPr>
            <a:spLocks noChangeArrowheads="1"/>
          </p:cNvSpPr>
          <p:nvPr/>
        </p:nvSpPr>
        <p:spPr bwMode="auto">
          <a:xfrm>
            <a:off x="5909913" y="56094"/>
            <a:ext cx="1187450" cy="898525"/>
          </a:xfrm>
          <a:prstGeom prst="wedgeRectCallout">
            <a:avLst>
              <a:gd name="adj1" fmla="val -139336"/>
              <a:gd name="adj2" fmla="val 76920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graphicFrame>
        <p:nvGraphicFramePr>
          <p:cNvPr id="17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23484"/>
              </p:ext>
            </p:extLst>
          </p:nvPr>
        </p:nvGraphicFramePr>
        <p:xfrm>
          <a:off x="1283938" y="56094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9" name="Equation" r:id="rId6" imgW="5524500" imgH="762000" progId="Equation.DSMT4">
                  <p:embed/>
                </p:oleObj>
              </mc:Choice>
              <mc:Fallback>
                <p:oleObj name="Equation" r:id="rId6" imgW="55245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938" y="56094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721505"/>
              </p:ext>
            </p:extLst>
          </p:nvPr>
        </p:nvGraphicFramePr>
        <p:xfrm>
          <a:off x="2520355" y="1235162"/>
          <a:ext cx="971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0" name="Equation" r:id="rId8" imgW="304536" imgH="203024" progId="Equation.DSMT4">
                  <p:embed/>
                </p:oleObj>
              </mc:Choice>
              <mc:Fallback>
                <p:oleObj name="Equation" r:id="rId8" imgW="304536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355" y="1235162"/>
                        <a:ext cx="9715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455166"/>
              </p:ext>
            </p:extLst>
          </p:nvPr>
        </p:nvGraphicFramePr>
        <p:xfrm>
          <a:off x="3456980" y="1195475"/>
          <a:ext cx="25923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1" name="Equation" r:id="rId10" imgW="1536033" imgH="393529" progId="Equation.DSMT4">
                  <p:embed/>
                </p:oleObj>
              </mc:Choice>
              <mc:Fallback>
                <p:oleObj name="Equation" r:id="rId10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980" y="1195475"/>
                        <a:ext cx="25923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309349"/>
              </p:ext>
            </p:extLst>
          </p:nvPr>
        </p:nvGraphicFramePr>
        <p:xfrm>
          <a:off x="4195168" y="1211350"/>
          <a:ext cx="6651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2"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168" y="1211350"/>
                        <a:ext cx="6651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228873"/>
              </p:ext>
            </p:extLst>
          </p:nvPr>
        </p:nvGraphicFramePr>
        <p:xfrm>
          <a:off x="4619802" y="1211350"/>
          <a:ext cx="1282196" cy="58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3" name="Equation" r:id="rId14" imgW="368280" imgH="177480" progId="Equation.DSMT4">
                  <p:embed/>
                </p:oleObj>
              </mc:Choice>
              <mc:Fallback>
                <p:oleObj name="Equation" r:id="rId14" imgW="368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802" y="1211350"/>
                        <a:ext cx="1282196" cy="587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" name="组合 181"/>
          <p:cNvGrpSpPr>
            <a:grpSpLocks/>
          </p:cNvGrpSpPr>
          <p:nvPr/>
        </p:nvGrpSpPr>
        <p:grpSpPr bwMode="auto">
          <a:xfrm>
            <a:off x="1187624" y="5555769"/>
            <a:ext cx="6245225" cy="915987"/>
            <a:chOff x="1073077" y="2795588"/>
            <a:chExt cx="6244869" cy="915987"/>
          </a:xfrm>
        </p:grpSpPr>
        <p:sp>
          <p:nvSpPr>
            <p:cNvPr id="183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4351696" y="299620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4183033" y="5108683"/>
            <a:ext cx="861774" cy="3744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24252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4" grpId="0" animBg="1"/>
      <p:bldP spid="189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AutoShape 5"/>
          <p:cNvSpPr>
            <a:spLocks noChangeArrowheads="1"/>
          </p:cNvSpPr>
          <p:nvPr/>
        </p:nvSpPr>
        <p:spPr bwMode="auto">
          <a:xfrm>
            <a:off x="358775" y="873125"/>
            <a:ext cx="1728788" cy="129698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1476375" y="260350"/>
            <a:ext cx="6142038" cy="798513"/>
            <a:chOff x="0" y="0"/>
            <a:chExt cx="3869" cy="503"/>
          </a:xfrm>
        </p:grpSpPr>
        <p:graphicFrame>
          <p:nvGraphicFramePr>
            <p:cNvPr id="10295" name="Object 4"/>
            <p:cNvGraphicFramePr>
              <a:graphicFrameLocks noChangeAspect="1"/>
            </p:cNvGraphicFramePr>
            <p:nvPr/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5" name="Equation" r:id="rId3" imgW="5524500" imgH="762000" progId="Equation.DSMT4">
                    <p:embed/>
                  </p:oleObj>
                </mc:Choice>
                <mc:Fallback>
                  <p:oleObj name="Equation" r:id="rId3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6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6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366" name="Text Box 14"/>
          <p:cNvSpPr txBox="1">
            <a:spLocks noChangeArrowheads="1"/>
          </p:cNvSpPr>
          <p:nvPr/>
        </p:nvSpPr>
        <p:spPr bwMode="auto">
          <a:xfrm>
            <a:off x="612775" y="1125538"/>
            <a:ext cx="217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399367" name="Text Box 4"/>
          <p:cNvSpPr txBox="1">
            <a:spLocks noChangeArrowheads="1"/>
          </p:cNvSpPr>
          <p:nvPr/>
        </p:nvSpPr>
        <p:spPr bwMode="auto">
          <a:xfrm>
            <a:off x="1909641" y="1259518"/>
            <a:ext cx="77012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solidFill>
                  <a:schemeClr val="accent2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 dirty="0">
                <a:solidFill>
                  <a:schemeClr val="accent2"/>
                </a:solidFill>
              </a:rPr>
              <a:t>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合振动可看成振幅周期性缓慢变化的谐振动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073150" y="2795588"/>
            <a:ext cx="6245225" cy="915987"/>
            <a:chOff x="1073077" y="2795588"/>
            <a:chExt cx="6244869" cy="915987"/>
          </a:xfrm>
        </p:grpSpPr>
        <p:sp>
          <p:nvSpPr>
            <p:cNvPr id="10289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20713" y="2511425"/>
            <a:ext cx="8048625" cy="1219200"/>
            <a:chOff x="620713" y="2511425"/>
            <a:chExt cx="8048625" cy="1219200"/>
          </a:xfrm>
        </p:grpSpPr>
        <p:sp>
          <p:nvSpPr>
            <p:cNvPr id="10253" name="Text Box 53"/>
            <p:cNvSpPr txBox="1">
              <a:spLocks noChangeArrowheads="1"/>
            </p:cNvSpPr>
            <p:nvPr/>
          </p:nvSpPr>
          <p:spPr bwMode="auto">
            <a:xfrm>
              <a:off x="620713" y="2511425"/>
              <a:ext cx="30478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/>
                <a:t>x</a:t>
              </a:r>
            </a:p>
          </p:txBody>
        </p:sp>
        <p:sp>
          <p:nvSpPr>
            <p:cNvPr id="10254" name="Text Box 54"/>
            <p:cNvSpPr txBox="1">
              <a:spLocks noChangeArrowheads="1"/>
            </p:cNvSpPr>
            <p:nvPr/>
          </p:nvSpPr>
          <p:spPr bwMode="auto">
            <a:xfrm>
              <a:off x="8135968" y="2924944"/>
              <a:ext cx="53337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 i="1"/>
                <a:t>t</a:t>
              </a:r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1050853" y="3244850"/>
              <a:ext cx="704651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7"/>
            <p:cNvSpPr>
              <a:spLocks noChangeShapeType="1"/>
            </p:cNvSpPr>
            <p:nvPr/>
          </p:nvSpPr>
          <p:spPr bwMode="auto">
            <a:xfrm>
              <a:off x="1052440" y="2714625"/>
              <a:ext cx="1588" cy="1009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8"/>
            <p:cNvSpPr>
              <a:spLocks/>
            </p:cNvSpPr>
            <p:nvPr/>
          </p:nvSpPr>
          <p:spPr bwMode="auto">
            <a:xfrm>
              <a:off x="2341417" y="2925763"/>
              <a:ext cx="206363" cy="366712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192" y="18510"/>
                  </a:lnTo>
                  <a:lnTo>
                    <a:pt x="481" y="17886"/>
                  </a:lnTo>
                  <a:lnTo>
                    <a:pt x="673" y="17331"/>
                  </a:lnTo>
                  <a:lnTo>
                    <a:pt x="673" y="16707"/>
                  </a:lnTo>
                  <a:lnTo>
                    <a:pt x="962" y="16049"/>
                  </a:lnTo>
                  <a:lnTo>
                    <a:pt x="1250" y="15494"/>
                  </a:lnTo>
                  <a:lnTo>
                    <a:pt x="1442" y="14905"/>
                  </a:lnTo>
                  <a:lnTo>
                    <a:pt x="1923" y="14246"/>
                  </a:lnTo>
                  <a:lnTo>
                    <a:pt x="2212" y="13657"/>
                  </a:lnTo>
                  <a:lnTo>
                    <a:pt x="2500" y="13102"/>
                  </a:lnTo>
                  <a:lnTo>
                    <a:pt x="2500" y="12548"/>
                  </a:lnTo>
                  <a:lnTo>
                    <a:pt x="2596" y="12062"/>
                  </a:lnTo>
                  <a:lnTo>
                    <a:pt x="2885" y="11473"/>
                  </a:lnTo>
                  <a:lnTo>
                    <a:pt x="2981" y="10849"/>
                  </a:lnTo>
                  <a:lnTo>
                    <a:pt x="3269" y="10364"/>
                  </a:lnTo>
                  <a:lnTo>
                    <a:pt x="3269" y="9809"/>
                  </a:lnTo>
                  <a:lnTo>
                    <a:pt x="3654" y="9255"/>
                  </a:lnTo>
                  <a:lnTo>
                    <a:pt x="4038" y="8700"/>
                  </a:lnTo>
                  <a:lnTo>
                    <a:pt x="4231" y="8250"/>
                  </a:lnTo>
                  <a:lnTo>
                    <a:pt x="4327" y="7695"/>
                  </a:lnTo>
                  <a:lnTo>
                    <a:pt x="4615" y="7244"/>
                  </a:lnTo>
                  <a:lnTo>
                    <a:pt x="4808" y="6828"/>
                  </a:lnTo>
                  <a:lnTo>
                    <a:pt x="5096" y="6378"/>
                  </a:lnTo>
                  <a:lnTo>
                    <a:pt x="5385" y="5893"/>
                  </a:lnTo>
                  <a:lnTo>
                    <a:pt x="5481" y="5477"/>
                  </a:lnTo>
                  <a:lnTo>
                    <a:pt x="5865" y="4991"/>
                  </a:lnTo>
                  <a:lnTo>
                    <a:pt x="5865" y="4506"/>
                  </a:lnTo>
                  <a:lnTo>
                    <a:pt x="6442" y="4159"/>
                  </a:lnTo>
                  <a:lnTo>
                    <a:pt x="6635" y="3778"/>
                  </a:lnTo>
                  <a:lnTo>
                    <a:pt x="6635" y="3432"/>
                  </a:lnTo>
                  <a:lnTo>
                    <a:pt x="7115" y="3050"/>
                  </a:lnTo>
                  <a:lnTo>
                    <a:pt x="7115" y="2669"/>
                  </a:lnTo>
                  <a:lnTo>
                    <a:pt x="7500" y="2426"/>
                  </a:lnTo>
                  <a:lnTo>
                    <a:pt x="7500" y="2114"/>
                  </a:lnTo>
                  <a:lnTo>
                    <a:pt x="7500" y="1837"/>
                  </a:lnTo>
                  <a:lnTo>
                    <a:pt x="7788" y="1560"/>
                  </a:lnTo>
                  <a:lnTo>
                    <a:pt x="7885" y="1317"/>
                  </a:lnTo>
                  <a:lnTo>
                    <a:pt x="8462" y="1075"/>
                  </a:lnTo>
                  <a:lnTo>
                    <a:pt x="8462" y="867"/>
                  </a:lnTo>
                  <a:lnTo>
                    <a:pt x="8846" y="693"/>
                  </a:lnTo>
                  <a:lnTo>
                    <a:pt x="8942" y="520"/>
                  </a:lnTo>
                  <a:lnTo>
                    <a:pt x="9135" y="347"/>
                  </a:lnTo>
                  <a:lnTo>
                    <a:pt x="9327" y="208"/>
                  </a:lnTo>
                  <a:lnTo>
                    <a:pt x="9327" y="139"/>
                  </a:lnTo>
                  <a:lnTo>
                    <a:pt x="9712" y="139"/>
                  </a:lnTo>
                  <a:lnTo>
                    <a:pt x="10192" y="35"/>
                  </a:lnTo>
                  <a:lnTo>
                    <a:pt x="10385" y="0"/>
                  </a:lnTo>
                  <a:lnTo>
                    <a:pt x="10673" y="35"/>
                  </a:lnTo>
                  <a:lnTo>
                    <a:pt x="10769" y="35"/>
                  </a:lnTo>
                  <a:lnTo>
                    <a:pt x="10865" y="139"/>
                  </a:lnTo>
                  <a:lnTo>
                    <a:pt x="11058" y="208"/>
                  </a:lnTo>
                  <a:lnTo>
                    <a:pt x="11442" y="347"/>
                  </a:lnTo>
                  <a:lnTo>
                    <a:pt x="11538" y="520"/>
                  </a:lnTo>
                  <a:lnTo>
                    <a:pt x="12115" y="763"/>
                  </a:lnTo>
                  <a:lnTo>
                    <a:pt x="12212" y="1005"/>
                  </a:lnTo>
                  <a:lnTo>
                    <a:pt x="12500" y="1282"/>
                  </a:lnTo>
                  <a:lnTo>
                    <a:pt x="12500" y="1560"/>
                  </a:lnTo>
                  <a:lnTo>
                    <a:pt x="12500" y="1872"/>
                  </a:lnTo>
                  <a:lnTo>
                    <a:pt x="12885" y="2322"/>
                  </a:lnTo>
                  <a:lnTo>
                    <a:pt x="12885" y="2669"/>
                  </a:lnTo>
                  <a:lnTo>
                    <a:pt x="13365" y="3154"/>
                  </a:lnTo>
                  <a:lnTo>
                    <a:pt x="13365" y="3536"/>
                  </a:lnTo>
                  <a:lnTo>
                    <a:pt x="13558" y="4055"/>
                  </a:lnTo>
                  <a:lnTo>
                    <a:pt x="14135" y="4402"/>
                  </a:lnTo>
                  <a:lnTo>
                    <a:pt x="14231" y="4957"/>
                  </a:lnTo>
                  <a:lnTo>
                    <a:pt x="14519" y="5477"/>
                  </a:lnTo>
                  <a:lnTo>
                    <a:pt x="14808" y="5997"/>
                  </a:lnTo>
                  <a:lnTo>
                    <a:pt x="15096" y="6516"/>
                  </a:lnTo>
                  <a:lnTo>
                    <a:pt x="15192" y="7106"/>
                  </a:lnTo>
                  <a:lnTo>
                    <a:pt x="15385" y="7626"/>
                  </a:lnTo>
                  <a:lnTo>
                    <a:pt x="15673" y="8180"/>
                  </a:lnTo>
                  <a:lnTo>
                    <a:pt x="15865" y="8735"/>
                  </a:lnTo>
                  <a:lnTo>
                    <a:pt x="16058" y="9359"/>
                  </a:lnTo>
                  <a:lnTo>
                    <a:pt x="16346" y="9913"/>
                  </a:lnTo>
                  <a:lnTo>
                    <a:pt x="16731" y="10399"/>
                  </a:lnTo>
                  <a:lnTo>
                    <a:pt x="16731" y="10988"/>
                  </a:lnTo>
                  <a:lnTo>
                    <a:pt x="17019" y="11612"/>
                  </a:lnTo>
                  <a:lnTo>
                    <a:pt x="17212" y="12201"/>
                  </a:lnTo>
                  <a:lnTo>
                    <a:pt x="17404" y="12756"/>
                  </a:lnTo>
                  <a:lnTo>
                    <a:pt x="17500" y="13276"/>
                  </a:lnTo>
                  <a:lnTo>
                    <a:pt x="17500" y="13830"/>
                  </a:lnTo>
                  <a:lnTo>
                    <a:pt x="17788" y="14350"/>
                  </a:lnTo>
                  <a:lnTo>
                    <a:pt x="17788" y="14974"/>
                  </a:lnTo>
                  <a:lnTo>
                    <a:pt x="18462" y="15494"/>
                  </a:lnTo>
                  <a:lnTo>
                    <a:pt x="18558" y="15945"/>
                  </a:lnTo>
                  <a:lnTo>
                    <a:pt x="18750" y="16395"/>
                  </a:lnTo>
                  <a:lnTo>
                    <a:pt x="18942" y="16846"/>
                  </a:lnTo>
                  <a:lnTo>
                    <a:pt x="19038" y="17331"/>
                  </a:lnTo>
                  <a:lnTo>
                    <a:pt x="19327" y="17678"/>
                  </a:lnTo>
                  <a:lnTo>
                    <a:pt x="19327" y="18163"/>
                  </a:lnTo>
                  <a:lnTo>
                    <a:pt x="19423" y="18510"/>
                  </a:lnTo>
                  <a:lnTo>
                    <a:pt x="19519" y="18925"/>
                  </a:lnTo>
                  <a:lnTo>
                    <a:pt x="19615" y="19168"/>
                  </a:lnTo>
                  <a:lnTo>
                    <a:pt x="19808" y="19480"/>
                  </a:lnTo>
                  <a:lnTo>
                    <a:pt x="19904" y="19792"/>
                  </a:lnTo>
                  <a:lnTo>
                    <a:pt x="19904" y="1996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19"/>
            <p:cNvSpPr>
              <a:spLocks/>
            </p:cNvSpPr>
            <p:nvPr/>
          </p:nvSpPr>
          <p:spPr bwMode="auto">
            <a:xfrm>
              <a:off x="2544605" y="3278188"/>
              <a:ext cx="217476" cy="3540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46"/>
                  </a:lnTo>
                  <a:lnTo>
                    <a:pt x="365" y="1293"/>
                  </a:lnTo>
                  <a:lnTo>
                    <a:pt x="548" y="1903"/>
                  </a:lnTo>
                  <a:lnTo>
                    <a:pt x="639" y="2513"/>
                  </a:lnTo>
                  <a:lnTo>
                    <a:pt x="913" y="3160"/>
                  </a:lnTo>
                  <a:lnTo>
                    <a:pt x="1187" y="3734"/>
                  </a:lnTo>
                  <a:lnTo>
                    <a:pt x="1187" y="4273"/>
                  </a:lnTo>
                  <a:lnTo>
                    <a:pt x="1461" y="4919"/>
                  </a:lnTo>
                  <a:lnTo>
                    <a:pt x="1553" y="5566"/>
                  </a:lnTo>
                  <a:lnTo>
                    <a:pt x="2374" y="6104"/>
                  </a:lnTo>
                  <a:lnTo>
                    <a:pt x="2557" y="6750"/>
                  </a:lnTo>
                  <a:lnTo>
                    <a:pt x="2557" y="7325"/>
                  </a:lnTo>
                  <a:lnTo>
                    <a:pt x="2648" y="7864"/>
                  </a:lnTo>
                  <a:lnTo>
                    <a:pt x="2831" y="8510"/>
                  </a:lnTo>
                  <a:lnTo>
                    <a:pt x="3014" y="9048"/>
                  </a:lnTo>
                  <a:lnTo>
                    <a:pt x="3105" y="9623"/>
                  </a:lnTo>
                  <a:lnTo>
                    <a:pt x="3105" y="10126"/>
                  </a:lnTo>
                  <a:lnTo>
                    <a:pt x="3470" y="10664"/>
                  </a:lnTo>
                  <a:lnTo>
                    <a:pt x="3653" y="11167"/>
                  </a:lnTo>
                  <a:lnTo>
                    <a:pt x="3927" y="11706"/>
                  </a:lnTo>
                  <a:lnTo>
                    <a:pt x="4110" y="12208"/>
                  </a:lnTo>
                  <a:lnTo>
                    <a:pt x="4292" y="12675"/>
                  </a:lnTo>
                  <a:lnTo>
                    <a:pt x="4384" y="13142"/>
                  </a:lnTo>
                  <a:lnTo>
                    <a:pt x="4566" y="13680"/>
                  </a:lnTo>
                  <a:lnTo>
                    <a:pt x="4840" y="14075"/>
                  </a:lnTo>
                  <a:lnTo>
                    <a:pt x="5205" y="14578"/>
                  </a:lnTo>
                  <a:lnTo>
                    <a:pt x="5479" y="14973"/>
                  </a:lnTo>
                  <a:lnTo>
                    <a:pt x="5662" y="15476"/>
                  </a:lnTo>
                  <a:lnTo>
                    <a:pt x="5753" y="15835"/>
                  </a:lnTo>
                  <a:lnTo>
                    <a:pt x="6210" y="16230"/>
                  </a:lnTo>
                  <a:lnTo>
                    <a:pt x="6301" y="16625"/>
                  </a:lnTo>
                  <a:lnTo>
                    <a:pt x="6575" y="16948"/>
                  </a:lnTo>
                  <a:lnTo>
                    <a:pt x="6849" y="17199"/>
                  </a:lnTo>
                  <a:lnTo>
                    <a:pt x="6941" y="17594"/>
                  </a:lnTo>
                  <a:lnTo>
                    <a:pt x="7123" y="17953"/>
                  </a:lnTo>
                  <a:lnTo>
                    <a:pt x="7215" y="18133"/>
                  </a:lnTo>
                  <a:lnTo>
                    <a:pt x="7489" y="18456"/>
                  </a:lnTo>
                  <a:lnTo>
                    <a:pt x="7489" y="18671"/>
                  </a:lnTo>
                  <a:lnTo>
                    <a:pt x="7580" y="18959"/>
                  </a:lnTo>
                  <a:lnTo>
                    <a:pt x="7763" y="19138"/>
                  </a:lnTo>
                  <a:lnTo>
                    <a:pt x="8037" y="19318"/>
                  </a:lnTo>
                  <a:lnTo>
                    <a:pt x="8584" y="19461"/>
                  </a:lnTo>
                  <a:lnTo>
                    <a:pt x="8676" y="19641"/>
                  </a:lnTo>
                  <a:lnTo>
                    <a:pt x="8950" y="19785"/>
                  </a:lnTo>
                  <a:lnTo>
                    <a:pt x="9041" y="19856"/>
                  </a:lnTo>
                  <a:lnTo>
                    <a:pt x="9224" y="19856"/>
                  </a:lnTo>
                  <a:lnTo>
                    <a:pt x="9406" y="19964"/>
                  </a:lnTo>
                  <a:lnTo>
                    <a:pt x="9589" y="19964"/>
                  </a:lnTo>
                  <a:lnTo>
                    <a:pt x="9772" y="19964"/>
                  </a:lnTo>
                  <a:lnTo>
                    <a:pt x="10228" y="19856"/>
                  </a:lnTo>
                  <a:lnTo>
                    <a:pt x="10411" y="19856"/>
                  </a:lnTo>
                  <a:lnTo>
                    <a:pt x="10594" y="19749"/>
                  </a:lnTo>
                  <a:lnTo>
                    <a:pt x="10776" y="19497"/>
                  </a:lnTo>
                  <a:lnTo>
                    <a:pt x="10959" y="19318"/>
                  </a:lnTo>
                  <a:lnTo>
                    <a:pt x="11324" y="19102"/>
                  </a:lnTo>
                  <a:lnTo>
                    <a:pt x="11324" y="18887"/>
                  </a:lnTo>
                  <a:lnTo>
                    <a:pt x="11963" y="18564"/>
                  </a:lnTo>
                  <a:lnTo>
                    <a:pt x="12237" y="18276"/>
                  </a:lnTo>
                  <a:lnTo>
                    <a:pt x="12420" y="17882"/>
                  </a:lnTo>
                  <a:lnTo>
                    <a:pt x="12511" y="17487"/>
                  </a:lnTo>
                  <a:lnTo>
                    <a:pt x="12511" y="17163"/>
                  </a:lnTo>
                  <a:lnTo>
                    <a:pt x="12877" y="16697"/>
                  </a:lnTo>
                  <a:lnTo>
                    <a:pt x="13059" y="16266"/>
                  </a:lnTo>
                  <a:lnTo>
                    <a:pt x="13151" y="15799"/>
                  </a:lnTo>
                  <a:lnTo>
                    <a:pt x="13516" y="15368"/>
                  </a:lnTo>
                  <a:lnTo>
                    <a:pt x="13790" y="14865"/>
                  </a:lnTo>
                  <a:lnTo>
                    <a:pt x="14064" y="14363"/>
                  </a:lnTo>
                  <a:lnTo>
                    <a:pt x="14338" y="13824"/>
                  </a:lnTo>
                  <a:lnTo>
                    <a:pt x="14703" y="13321"/>
                  </a:lnTo>
                  <a:lnTo>
                    <a:pt x="14795" y="12819"/>
                  </a:lnTo>
                  <a:lnTo>
                    <a:pt x="15342" y="12208"/>
                  </a:lnTo>
                  <a:lnTo>
                    <a:pt x="15616" y="11670"/>
                  </a:lnTo>
                  <a:lnTo>
                    <a:pt x="15708" y="11095"/>
                  </a:lnTo>
                  <a:lnTo>
                    <a:pt x="15890" y="10557"/>
                  </a:lnTo>
                  <a:lnTo>
                    <a:pt x="16164" y="10018"/>
                  </a:lnTo>
                  <a:lnTo>
                    <a:pt x="16438" y="9515"/>
                  </a:lnTo>
                  <a:lnTo>
                    <a:pt x="16804" y="8905"/>
                  </a:lnTo>
                  <a:lnTo>
                    <a:pt x="16895" y="8330"/>
                  </a:lnTo>
                  <a:lnTo>
                    <a:pt x="16986" y="7792"/>
                  </a:lnTo>
                  <a:lnTo>
                    <a:pt x="17169" y="7325"/>
                  </a:lnTo>
                  <a:lnTo>
                    <a:pt x="17352" y="6822"/>
                  </a:lnTo>
                  <a:lnTo>
                    <a:pt x="17443" y="6212"/>
                  </a:lnTo>
                  <a:lnTo>
                    <a:pt x="17443" y="5673"/>
                  </a:lnTo>
                  <a:lnTo>
                    <a:pt x="18082" y="5171"/>
                  </a:lnTo>
                  <a:lnTo>
                    <a:pt x="18447" y="4668"/>
                  </a:lnTo>
                  <a:lnTo>
                    <a:pt x="18539" y="4273"/>
                  </a:lnTo>
                  <a:lnTo>
                    <a:pt x="18813" y="3806"/>
                  </a:lnTo>
                  <a:lnTo>
                    <a:pt x="18995" y="3375"/>
                  </a:lnTo>
                  <a:lnTo>
                    <a:pt x="19087" y="3016"/>
                  </a:lnTo>
                  <a:lnTo>
                    <a:pt x="19361" y="2657"/>
                  </a:lnTo>
                  <a:lnTo>
                    <a:pt x="19361" y="2262"/>
                  </a:lnTo>
                  <a:lnTo>
                    <a:pt x="19452" y="1903"/>
                  </a:lnTo>
                  <a:lnTo>
                    <a:pt x="19543" y="1616"/>
                  </a:lnTo>
                  <a:lnTo>
                    <a:pt x="19817" y="1364"/>
                  </a:lnTo>
                  <a:lnTo>
                    <a:pt x="19817" y="1041"/>
                  </a:lnTo>
                  <a:lnTo>
                    <a:pt x="19909" y="86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0"/>
            <p:cNvSpPr>
              <a:spLocks/>
            </p:cNvSpPr>
            <p:nvPr/>
          </p:nvSpPr>
          <p:spPr bwMode="auto">
            <a:xfrm>
              <a:off x="2770017" y="2828925"/>
              <a:ext cx="206363" cy="46831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9"/>
                  </a:moveTo>
                  <a:lnTo>
                    <a:pt x="192" y="18482"/>
                  </a:lnTo>
                  <a:lnTo>
                    <a:pt x="481" y="17913"/>
                  </a:lnTo>
                  <a:lnTo>
                    <a:pt x="673" y="17317"/>
                  </a:lnTo>
                  <a:lnTo>
                    <a:pt x="673" y="16694"/>
                  </a:lnTo>
                  <a:lnTo>
                    <a:pt x="962" y="16098"/>
                  </a:lnTo>
                  <a:lnTo>
                    <a:pt x="1250" y="15501"/>
                  </a:lnTo>
                  <a:lnTo>
                    <a:pt x="1442" y="14851"/>
                  </a:lnTo>
                  <a:lnTo>
                    <a:pt x="1923" y="14282"/>
                  </a:lnTo>
                  <a:lnTo>
                    <a:pt x="2212" y="13740"/>
                  </a:lnTo>
                  <a:lnTo>
                    <a:pt x="2500" y="13171"/>
                  </a:lnTo>
                  <a:lnTo>
                    <a:pt x="2500" y="12602"/>
                  </a:lnTo>
                  <a:lnTo>
                    <a:pt x="2596" y="12087"/>
                  </a:lnTo>
                  <a:lnTo>
                    <a:pt x="2885" y="11463"/>
                  </a:lnTo>
                  <a:lnTo>
                    <a:pt x="2981" y="10867"/>
                  </a:lnTo>
                  <a:lnTo>
                    <a:pt x="3269" y="10352"/>
                  </a:lnTo>
                  <a:lnTo>
                    <a:pt x="3269" y="9837"/>
                  </a:lnTo>
                  <a:lnTo>
                    <a:pt x="3654" y="9268"/>
                  </a:lnTo>
                  <a:lnTo>
                    <a:pt x="4038" y="8808"/>
                  </a:lnTo>
                  <a:lnTo>
                    <a:pt x="4231" y="8211"/>
                  </a:lnTo>
                  <a:lnTo>
                    <a:pt x="4327" y="7751"/>
                  </a:lnTo>
                  <a:lnTo>
                    <a:pt x="4615" y="7236"/>
                  </a:lnTo>
                  <a:lnTo>
                    <a:pt x="4808" y="6802"/>
                  </a:lnTo>
                  <a:lnTo>
                    <a:pt x="5096" y="6341"/>
                  </a:lnTo>
                  <a:lnTo>
                    <a:pt x="5385" y="5908"/>
                  </a:lnTo>
                  <a:lnTo>
                    <a:pt x="5481" y="5420"/>
                  </a:lnTo>
                  <a:lnTo>
                    <a:pt x="5865" y="5014"/>
                  </a:lnTo>
                  <a:lnTo>
                    <a:pt x="5865" y="4580"/>
                  </a:lnTo>
                  <a:lnTo>
                    <a:pt x="6442" y="4119"/>
                  </a:lnTo>
                  <a:lnTo>
                    <a:pt x="6635" y="3794"/>
                  </a:lnTo>
                  <a:lnTo>
                    <a:pt x="6635" y="3388"/>
                  </a:lnTo>
                  <a:lnTo>
                    <a:pt x="7115" y="3035"/>
                  </a:lnTo>
                  <a:lnTo>
                    <a:pt x="7115" y="2683"/>
                  </a:lnTo>
                  <a:lnTo>
                    <a:pt x="7500" y="2466"/>
                  </a:lnTo>
                  <a:lnTo>
                    <a:pt x="7500" y="2087"/>
                  </a:lnTo>
                  <a:lnTo>
                    <a:pt x="7500" y="1843"/>
                  </a:lnTo>
                  <a:lnTo>
                    <a:pt x="7788" y="1572"/>
                  </a:lnTo>
                  <a:lnTo>
                    <a:pt x="7885" y="1301"/>
                  </a:lnTo>
                  <a:lnTo>
                    <a:pt x="8462" y="1111"/>
                  </a:lnTo>
                  <a:lnTo>
                    <a:pt x="8462" y="840"/>
                  </a:lnTo>
                  <a:lnTo>
                    <a:pt x="8846" y="678"/>
                  </a:lnTo>
                  <a:lnTo>
                    <a:pt x="8942" y="488"/>
                  </a:lnTo>
                  <a:lnTo>
                    <a:pt x="9135" y="407"/>
                  </a:lnTo>
                  <a:lnTo>
                    <a:pt x="9327" y="271"/>
                  </a:lnTo>
                  <a:lnTo>
                    <a:pt x="9327" y="136"/>
                  </a:lnTo>
                  <a:lnTo>
                    <a:pt x="9712" y="108"/>
                  </a:lnTo>
                  <a:lnTo>
                    <a:pt x="10192" y="27"/>
                  </a:lnTo>
                  <a:lnTo>
                    <a:pt x="10385" y="0"/>
                  </a:lnTo>
                  <a:lnTo>
                    <a:pt x="10673" y="27"/>
                  </a:lnTo>
                  <a:lnTo>
                    <a:pt x="10769" y="27"/>
                  </a:lnTo>
                  <a:lnTo>
                    <a:pt x="10865" y="108"/>
                  </a:lnTo>
                  <a:lnTo>
                    <a:pt x="11058" y="190"/>
                  </a:lnTo>
                  <a:lnTo>
                    <a:pt x="11442" y="407"/>
                  </a:lnTo>
                  <a:lnTo>
                    <a:pt x="11538" y="542"/>
                  </a:lnTo>
                  <a:lnTo>
                    <a:pt x="12115" y="759"/>
                  </a:lnTo>
                  <a:lnTo>
                    <a:pt x="12212" y="1030"/>
                  </a:lnTo>
                  <a:lnTo>
                    <a:pt x="12500" y="1247"/>
                  </a:lnTo>
                  <a:lnTo>
                    <a:pt x="12500" y="1572"/>
                  </a:lnTo>
                  <a:lnTo>
                    <a:pt x="12500" y="1897"/>
                  </a:lnTo>
                  <a:lnTo>
                    <a:pt x="12885" y="2276"/>
                  </a:lnTo>
                  <a:lnTo>
                    <a:pt x="12885" y="2683"/>
                  </a:lnTo>
                  <a:lnTo>
                    <a:pt x="13365" y="3144"/>
                  </a:lnTo>
                  <a:lnTo>
                    <a:pt x="13365" y="3496"/>
                  </a:lnTo>
                  <a:lnTo>
                    <a:pt x="13558" y="3957"/>
                  </a:lnTo>
                  <a:lnTo>
                    <a:pt x="14135" y="4472"/>
                  </a:lnTo>
                  <a:lnTo>
                    <a:pt x="14231" y="4986"/>
                  </a:lnTo>
                  <a:lnTo>
                    <a:pt x="14519" y="5474"/>
                  </a:lnTo>
                  <a:lnTo>
                    <a:pt x="14808" y="5989"/>
                  </a:lnTo>
                  <a:lnTo>
                    <a:pt x="15096" y="6477"/>
                  </a:lnTo>
                  <a:lnTo>
                    <a:pt x="15192" y="7046"/>
                  </a:lnTo>
                  <a:lnTo>
                    <a:pt x="15385" y="7615"/>
                  </a:lnTo>
                  <a:lnTo>
                    <a:pt x="15673" y="8184"/>
                  </a:lnTo>
                  <a:lnTo>
                    <a:pt x="15865" y="8808"/>
                  </a:lnTo>
                  <a:lnTo>
                    <a:pt x="16058" y="9350"/>
                  </a:lnTo>
                  <a:lnTo>
                    <a:pt x="16346" y="9919"/>
                  </a:lnTo>
                  <a:lnTo>
                    <a:pt x="16731" y="10434"/>
                  </a:lnTo>
                  <a:lnTo>
                    <a:pt x="16731" y="11057"/>
                  </a:lnTo>
                  <a:lnTo>
                    <a:pt x="17019" y="11626"/>
                  </a:lnTo>
                  <a:lnTo>
                    <a:pt x="17212" y="12195"/>
                  </a:lnTo>
                  <a:lnTo>
                    <a:pt x="17404" y="12764"/>
                  </a:lnTo>
                  <a:lnTo>
                    <a:pt x="17500" y="13333"/>
                  </a:lnTo>
                  <a:lnTo>
                    <a:pt x="17500" y="13848"/>
                  </a:lnTo>
                  <a:lnTo>
                    <a:pt x="17788" y="14390"/>
                  </a:lnTo>
                  <a:lnTo>
                    <a:pt x="17788" y="14905"/>
                  </a:lnTo>
                  <a:lnTo>
                    <a:pt x="18462" y="15420"/>
                  </a:lnTo>
                  <a:lnTo>
                    <a:pt x="18558" y="15908"/>
                  </a:lnTo>
                  <a:lnTo>
                    <a:pt x="18750" y="16450"/>
                  </a:lnTo>
                  <a:lnTo>
                    <a:pt x="18942" y="16829"/>
                  </a:lnTo>
                  <a:lnTo>
                    <a:pt x="19038" y="17317"/>
                  </a:lnTo>
                  <a:lnTo>
                    <a:pt x="19327" y="17751"/>
                  </a:lnTo>
                  <a:lnTo>
                    <a:pt x="19327" y="18157"/>
                  </a:lnTo>
                  <a:lnTo>
                    <a:pt x="19423" y="18537"/>
                  </a:lnTo>
                  <a:lnTo>
                    <a:pt x="19519" y="18862"/>
                  </a:lnTo>
                  <a:lnTo>
                    <a:pt x="19615" y="19160"/>
                  </a:lnTo>
                  <a:lnTo>
                    <a:pt x="19808" y="19512"/>
                  </a:lnTo>
                  <a:lnTo>
                    <a:pt x="19904" y="19729"/>
                  </a:lnTo>
                  <a:lnTo>
                    <a:pt x="19904" y="1997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1"/>
            <p:cNvSpPr>
              <a:spLocks/>
            </p:cNvSpPr>
            <p:nvPr/>
          </p:nvSpPr>
          <p:spPr bwMode="auto">
            <a:xfrm>
              <a:off x="2974794" y="3278188"/>
              <a:ext cx="217475" cy="4524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17"/>
                  </a:lnTo>
                  <a:lnTo>
                    <a:pt x="365" y="1262"/>
                  </a:lnTo>
                  <a:lnTo>
                    <a:pt x="548" y="1907"/>
                  </a:lnTo>
                  <a:lnTo>
                    <a:pt x="639" y="2553"/>
                  </a:lnTo>
                  <a:lnTo>
                    <a:pt x="913" y="3142"/>
                  </a:lnTo>
                  <a:lnTo>
                    <a:pt x="1187" y="3731"/>
                  </a:lnTo>
                  <a:lnTo>
                    <a:pt x="1187" y="4348"/>
                  </a:lnTo>
                  <a:lnTo>
                    <a:pt x="1461" y="4965"/>
                  </a:lnTo>
                  <a:lnTo>
                    <a:pt x="1553" y="5582"/>
                  </a:lnTo>
                  <a:lnTo>
                    <a:pt x="2374" y="6171"/>
                  </a:lnTo>
                  <a:lnTo>
                    <a:pt x="2557" y="6732"/>
                  </a:lnTo>
                  <a:lnTo>
                    <a:pt x="2557" y="7321"/>
                  </a:lnTo>
                  <a:lnTo>
                    <a:pt x="2648" y="7882"/>
                  </a:lnTo>
                  <a:lnTo>
                    <a:pt x="2831" y="8499"/>
                  </a:lnTo>
                  <a:lnTo>
                    <a:pt x="3014" y="9004"/>
                  </a:lnTo>
                  <a:lnTo>
                    <a:pt x="3105" y="9565"/>
                  </a:lnTo>
                  <a:lnTo>
                    <a:pt x="3105" y="10126"/>
                  </a:lnTo>
                  <a:lnTo>
                    <a:pt x="3470" y="10687"/>
                  </a:lnTo>
                  <a:lnTo>
                    <a:pt x="3653" y="11220"/>
                  </a:lnTo>
                  <a:lnTo>
                    <a:pt x="3927" y="11725"/>
                  </a:lnTo>
                  <a:lnTo>
                    <a:pt x="4110" y="12202"/>
                  </a:lnTo>
                  <a:lnTo>
                    <a:pt x="4292" y="12679"/>
                  </a:lnTo>
                  <a:lnTo>
                    <a:pt x="4384" y="13212"/>
                  </a:lnTo>
                  <a:lnTo>
                    <a:pt x="4566" y="13661"/>
                  </a:lnTo>
                  <a:lnTo>
                    <a:pt x="4840" y="14109"/>
                  </a:lnTo>
                  <a:lnTo>
                    <a:pt x="5205" y="14558"/>
                  </a:lnTo>
                  <a:lnTo>
                    <a:pt x="5479" y="15035"/>
                  </a:lnTo>
                  <a:lnTo>
                    <a:pt x="5662" y="15428"/>
                  </a:lnTo>
                  <a:lnTo>
                    <a:pt x="5753" y="15877"/>
                  </a:lnTo>
                  <a:lnTo>
                    <a:pt x="6210" y="16213"/>
                  </a:lnTo>
                  <a:lnTo>
                    <a:pt x="6301" y="16634"/>
                  </a:lnTo>
                  <a:lnTo>
                    <a:pt x="6575" y="16942"/>
                  </a:lnTo>
                  <a:lnTo>
                    <a:pt x="6849" y="17335"/>
                  </a:lnTo>
                  <a:lnTo>
                    <a:pt x="6941" y="17532"/>
                  </a:lnTo>
                  <a:lnTo>
                    <a:pt x="7123" y="17924"/>
                  </a:lnTo>
                  <a:lnTo>
                    <a:pt x="7215" y="18121"/>
                  </a:lnTo>
                  <a:lnTo>
                    <a:pt x="7489" y="18485"/>
                  </a:lnTo>
                  <a:lnTo>
                    <a:pt x="7489" y="18738"/>
                  </a:lnTo>
                  <a:lnTo>
                    <a:pt x="7580" y="18906"/>
                  </a:lnTo>
                  <a:lnTo>
                    <a:pt x="7763" y="19130"/>
                  </a:lnTo>
                  <a:lnTo>
                    <a:pt x="8037" y="19327"/>
                  </a:lnTo>
                  <a:lnTo>
                    <a:pt x="8584" y="19495"/>
                  </a:lnTo>
                  <a:lnTo>
                    <a:pt x="8676" y="19579"/>
                  </a:lnTo>
                  <a:lnTo>
                    <a:pt x="8950" y="19719"/>
                  </a:lnTo>
                  <a:lnTo>
                    <a:pt x="9041" y="19860"/>
                  </a:lnTo>
                  <a:lnTo>
                    <a:pt x="9224" y="19888"/>
                  </a:lnTo>
                  <a:lnTo>
                    <a:pt x="9406" y="19972"/>
                  </a:lnTo>
                  <a:lnTo>
                    <a:pt x="9589" y="19972"/>
                  </a:lnTo>
                  <a:lnTo>
                    <a:pt x="9772" y="19972"/>
                  </a:lnTo>
                  <a:lnTo>
                    <a:pt x="10228" y="19888"/>
                  </a:lnTo>
                  <a:lnTo>
                    <a:pt x="10411" y="19860"/>
                  </a:lnTo>
                  <a:lnTo>
                    <a:pt x="10594" y="19719"/>
                  </a:lnTo>
                  <a:lnTo>
                    <a:pt x="10776" y="19523"/>
                  </a:lnTo>
                  <a:lnTo>
                    <a:pt x="10959" y="19327"/>
                  </a:lnTo>
                  <a:lnTo>
                    <a:pt x="11324" y="19130"/>
                  </a:lnTo>
                  <a:lnTo>
                    <a:pt x="11324" y="18794"/>
                  </a:lnTo>
                  <a:lnTo>
                    <a:pt x="11963" y="18541"/>
                  </a:lnTo>
                  <a:lnTo>
                    <a:pt x="12237" y="18205"/>
                  </a:lnTo>
                  <a:lnTo>
                    <a:pt x="12420" y="17924"/>
                  </a:lnTo>
                  <a:lnTo>
                    <a:pt x="12511" y="17504"/>
                  </a:lnTo>
                  <a:lnTo>
                    <a:pt x="12511" y="17167"/>
                  </a:lnTo>
                  <a:lnTo>
                    <a:pt x="12877" y="16718"/>
                  </a:lnTo>
                  <a:lnTo>
                    <a:pt x="13059" y="16269"/>
                  </a:lnTo>
                  <a:lnTo>
                    <a:pt x="13151" y="15849"/>
                  </a:lnTo>
                  <a:lnTo>
                    <a:pt x="13516" y="15344"/>
                  </a:lnTo>
                  <a:lnTo>
                    <a:pt x="13790" y="14839"/>
                  </a:lnTo>
                  <a:lnTo>
                    <a:pt x="14064" y="14362"/>
                  </a:lnTo>
                  <a:lnTo>
                    <a:pt x="14338" y="13829"/>
                  </a:lnTo>
                  <a:lnTo>
                    <a:pt x="14703" y="13324"/>
                  </a:lnTo>
                  <a:lnTo>
                    <a:pt x="14795" y="12763"/>
                  </a:lnTo>
                  <a:lnTo>
                    <a:pt x="15342" y="12202"/>
                  </a:lnTo>
                  <a:lnTo>
                    <a:pt x="15616" y="11585"/>
                  </a:lnTo>
                  <a:lnTo>
                    <a:pt x="15708" y="11108"/>
                  </a:lnTo>
                  <a:lnTo>
                    <a:pt x="15890" y="10575"/>
                  </a:lnTo>
                  <a:lnTo>
                    <a:pt x="16164" y="10014"/>
                  </a:lnTo>
                  <a:lnTo>
                    <a:pt x="16438" y="9425"/>
                  </a:lnTo>
                  <a:lnTo>
                    <a:pt x="16804" y="8920"/>
                  </a:lnTo>
                  <a:lnTo>
                    <a:pt x="16895" y="8415"/>
                  </a:lnTo>
                  <a:lnTo>
                    <a:pt x="16986" y="7798"/>
                  </a:lnTo>
                  <a:lnTo>
                    <a:pt x="17169" y="7321"/>
                  </a:lnTo>
                  <a:lnTo>
                    <a:pt x="17352" y="6732"/>
                  </a:lnTo>
                  <a:lnTo>
                    <a:pt x="17443" y="6255"/>
                  </a:lnTo>
                  <a:lnTo>
                    <a:pt x="17443" y="5750"/>
                  </a:lnTo>
                  <a:lnTo>
                    <a:pt x="18082" y="5245"/>
                  </a:lnTo>
                  <a:lnTo>
                    <a:pt x="18447" y="4741"/>
                  </a:lnTo>
                  <a:lnTo>
                    <a:pt x="18539" y="4236"/>
                  </a:lnTo>
                  <a:lnTo>
                    <a:pt x="18813" y="3843"/>
                  </a:lnTo>
                  <a:lnTo>
                    <a:pt x="18995" y="3366"/>
                  </a:lnTo>
                  <a:lnTo>
                    <a:pt x="19087" y="2945"/>
                  </a:lnTo>
                  <a:lnTo>
                    <a:pt x="19361" y="2581"/>
                  </a:lnTo>
                  <a:lnTo>
                    <a:pt x="19361" y="2244"/>
                  </a:lnTo>
                  <a:lnTo>
                    <a:pt x="19452" y="1907"/>
                  </a:lnTo>
                  <a:lnTo>
                    <a:pt x="19543" y="1599"/>
                  </a:lnTo>
                  <a:lnTo>
                    <a:pt x="19817" y="1346"/>
                  </a:lnTo>
                  <a:lnTo>
                    <a:pt x="19817" y="1094"/>
                  </a:lnTo>
                  <a:lnTo>
                    <a:pt x="19909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2"/>
            <p:cNvSpPr>
              <a:spLocks/>
            </p:cNvSpPr>
            <p:nvPr/>
          </p:nvSpPr>
          <p:spPr bwMode="auto">
            <a:xfrm>
              <a:off x="3182744" y="2844800"/>
              <a:ext cx="206363" cy="43656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8"/>
                  </a:moveTo>
                  <a:lnTo>
                    <a:pt x="192" y="18486"/>
                  </a:lnTo>
                  <a:lnTo>
                    <a:pt x="481" y="17933"/>
                  </a:lnTo>
                  <a:lnTo>
                    <a:pt x="673" y="17263"/>
                  </a:lnTo>
                  <a:lnTo>
                    <a:pt x="673" y="16681"/>
                  </a:lnTo>
                  <a:lnTo>
                    <a:pt x="962" y="16157"/>
                  </a:lnTo>
                  <a:lnTo>
                    <a:pt x="1250" y="15546"/>
                  </a:lnTo>
                  <a:lnTo>
                    <a:pt x="1442" y="14847"/>
                  </a:lnTo>
                  <a:lnTo>
                    <a:pt x="1923" y="14323"/>
                  </a:lnTo>
                  <a:lnTo>
                    <a:pt x="2212" y="13741"/>
                  </a:lnTo>
                  <a:lnTo>
                    <a:pt x="2500" y="13130"/>
                  </a:lnTo>
                  <a:lnTo>
                    <a:pt x="2500" y="12576"/>
                  </a:lnTo>
                  <a:lnTo>
                    <a:pt x="2596" y="12023"/>
                  </a:lnTo>
                  <a:lnTo>
                    <a:pt x="2885" y="11470"/>
                  </a:lnTo>
                  <a:lnTo>
                    <a:pt x="2981" y="10917"/>
                  </a:lnTo>
                  <a:lnTo>
                    <a:pt x="3269" y="10364"/>
                  </a:lnTo>
                  <a:lnTo>
                    <a:pt x="3269" y="9869"/>
                  </a:lnTo>
                  <a:lnTo>
                    <a:pt x="3654" y="9316"/>
                  </a:lnTo>
                  <a:lnTo>
                    <a:pt x="4038" y="8734"/>
                  </a:lnTo>
                  <a:lnTo>
                    <a:pt x="4231" y="8210"/>
                  </a:lnTo>
                  <a:lnTo>
                    <a:pt x="4327" y="7715"/>
                  </a:lnTo>
                  <a:lnTo>
                    <a:pt x="4615" y="7249"/>
                  </a:lnTo>
                  <a:lnTo>
                    <a:pt x="4808" y="6754"/>
                  </a:lnTo>
                  <a:lnTo>
                    <a:pt x="5096" y="6259"/>
                  </a:lnTo>
                  <a:lnTo>
                    <a:pt x="5385" y="5881"/>
                  </a:lnTo>
                  <a:lnTo>
                    <a:pt x="5481" y="5415"/>
                  </a:lnTo>
                  <a:lnTo>
                    <a:pt x="5865" y="4949"/>
                  </a:lnTo>
                  <a:lnTo>
                    <a:pt x="5865" y="4600"/>
                  </a:lnTo>
                  <a:lnTo>
                    <a:pt x="6442" y="4163"/>
                  </a:lnTo>
                  <a:lnTo>
                    <a:pt x="6635" y="3755"/>
                  </a:lnTo>
                  <a:lnTo>
                    <a:pt x="6635" y="3406"/>
                  </a:lnTo>
                  <a:lnTo>
                    <a:pt x="7115" y="3028"/>
                  </a:lnTo>
                  <a:lnTo>
                    <a:pt x="7115" y="2737"/>
                  </a:lnTo>
                  <a:lnTo>
                    <a:pt x="7500" y="2445"/>
                  </a:lnTo>
                  <a:lnTo>
                    <a:pt x="7500" y="2067"/>
                  </a:lnTo>
                  <a:lnTo>
                    <a:pt x="7500" y="1863"/>
                  </a:lnTo>
                  <a:lnTo>
                    <a:pt x="7788" y="1543"/>
                  </a:lnTo>
                  <a:lnTo>
                    <a:pt x="7885" y="1310"/>
                  </a:lnTo>
                  <a:lnTo>
                    <a:pt x="8462" y="1077"/>
                  </a:lnTo>
                  <a:lnTo>
                    <a:pt x="8462" y="902"/>
                  </a:lnTo>
                  <a:lnTo>
                    <a:pt x="8846" y="640"/>
                  </a:lnTo>
                  <a:lnTo>
                    <a:pt x="8942" y="524"/>
                  </a:lnTo>
                  <a:lnTo>
                    <a:pt x="9135" y="437"/>
                  </a:lnTo>
                  <a:lnTo>
                    <a:pt x="9327" y="175"/>
                  </a:lnTo>
                  <a:lnTo>
                    <a:pt x="9327" y="146"/>
                  </a:lnTo>
                  <a:lnTo>
                    <a:pt x="9712" y="116"/>
                  </a:lnTo>
                  <a:lnTo>
                    <a:pt x="10192" y="29"/>
                  </a:lnTo>
                  <a:lnTo>
                    <a:pt x="10385" y="0"/>
                  </a:lnTo>
                  <a:lnTo>
                    <a:pt x="10673" y="29"/>
                  </a:lnTo>
                  <a:lnTo>
                    <a:pt x="10769" y="29"/>
                  </a:lnTo>
                  <a:lnTo>
                    <a:pt x="10865" y="116"/>
                  </a:lnTo>
                  <a:lnTo>
                    <a:pt x="11058" y="146"/>
                  </a:lnTo>
                  <a:lnTo>
                    <a:pt x="11442" y="408"/>
                  </a:lnTo>
                  <a:lnTo>
                    <a:pt x="11538" y="524"/>
                  </a:lnTo>
                  <a:lnTo>
                    <a:pt x="12115" y="815"/>
                  </a:lnTo>
                  <a:lnTo>
                    <a:pt x="12212" y="990"/>
                  </a:lnTo>
                  <a:lnTo>
                    <a:pt x="12500" y="1252"/>
                  </a:lnTo>
                  <a:lnTo>
                    <a:pt x="12500" y="1543"/>
                  </a:lnTo>
                  <a:lnTo>
                    <a:pt x="12500" y="1863"/>
                  </a:lnTo>
                  <a:lnTo>
                    <a:pt x="12885" y="2300"/>
                  </a:lnTo>
                  <a:lnTo>
                    <a:pt x="12885" y="2737"/>
                  </a:lnTo>
                  <a:lnTo>
                    <a:pt x="13365" y="3086"/>
                  </a:lnTo>
                  <a:lnTo>
                    <a:pt x="13365" y="3493"/>
                  </a:lnTo>
                  <a:lnTo>
                    <a:pt x="13558" y="3959"/>
                  </a:lnTo>
                  <a:lnTo>
                    <a:pt x="14135" y="4425"/>
                  </a:lnTo>
                  <a:lnTo>
                    <a:pt x="14231" y="4920"/>
                  </a:lnTo>
                  <a:lnTo>
                    <a:pt x="14519" y="5531"/>
                  </a:lnTo>
                  <a:lnTo>
                    <a:pt x="14808" y="5997"/>
                  </a:lnTo>
                  <a:lnTo>
                    <a:pt x="15096" y="6579"/>
                  </a:lnTo>
                  <a:lnTo>
                    <a:pt x="15192" y="7045"/>
                  </a:lnTo>
                  <a:lnTo>
                    <a:pt x="15385" y="7598"/>
                  </a:lnTo>
                  <a:lnTo>
                    <a:pt x="15673" y="8180"/>
                  </a:lnTo>
                  <a:lnTo>
                    <a:pt x="15865" y="8734"/>
                  </a:lnTo>
                  <a:lnTo>
                    <a:pt x="16058" y="9316"/>
                  </a:lnTo>
                  <a:lnTo>
                    <a:pt x="16346" y="9898"/>
                  </a:lnTo>
                  <a:lnTo>
                    <a:pt x="16731" y="10509"/>
                  </a:lnTo>
                  <a:lnTo>
                    <a:pt x="16731" y="11063"/>
                  </a:lnTo>
                  <a:lnTo>
                    <a:pt x="17019" y="11616"/>
                  </a:lnTo>
                  <a:lnTo>
                    <a:pt x="17212" y="12227"/>
                  </a:lnTo>
                  <a:lnTo>
                    <a:pt x="17404" y="12751"/>
                  </a:lnTo>
                  <a:lnTo>
                    <a:pt x="17500" y="13333"/>
                  </a:lnTo>
                  <a:lnTo>
                    <a:pt x="17500" y="13799"/>
                  </a:lnTo>
                  <a:lnTo>
                    <a:pt x="17788" y="14381"/>
                  </a:lnTo>
                  <a:lnTo>
                    <a:pt x="17788" y="14905"/>
                  </a:lnTo>
                  <a:lnTo>
                    <a:pt x="18462" y="15400"/>
                  </a:lnTo>
                  <a:lnTo>
                    <a:pt x="18558" y="15895"/>
                  </a:lnTo>
                  <a:lnTo>
                    <a:pt x="18750" y="16361"/>
                  </a:lnTo>
                  <a:lnTo>
                    <a:pt x="18942" y="16827"/>
                  </a:lnTo>
                  <a:lnTo>
                    <a:pt x="19038" y="17263"/>
                  </a:lnTo>
                  <a:lnTo>
                    <a:pt x="19327" y="17729"/>
                  </a:lnTo>
                  <a:lnTo>
                    <a:pt x="19327" y="18137"/>
                  </a:lnTo>
                  <a:lnTo>
                    <a:pt x="19423" y="18515"/>
                  </a:lnTo>
                  <a:lnTo>
                    <a:pt x="19519" y="18865"/>
                  </a:lnTo>
                  <a:lnTo>
                    <a:pt x="19615" y="19156"/>
                  </a:lnTo>
                  <a:lnTo>
                    <a:pt x="19808" y="19476"/>
                  </a:lnTo>
                  <a:lnTo>
                    <a:pt x="19904" y="19825"/>
                  </a:lnTo>
                  <a:lnTo>
                    <a:pt x="19904" y="19971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3"/>
            <p:cNvSpPr>
              <a:spLocks/>
            </p:cNvSpPr>
            <p:nvPr/>
          </p:nvSpPr>
          <p:spPr bwMode="auto">
            <a:xfrm>
              <a:off x="3385932" y="3262313"/>
              <a:ext cx="217476" cy="419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06"/>
                  </a:lnTo>
                  <a:lnTo>
                    <a:pt x="365" y="1303"/>
                  </a:lnTo>
                  <a:lnTo>
                    <a:pt x="548" y="1939"/>
                  </a:lnTo>
                  <a:lnTo>
                    <a:pt x="639" y="2515"/>
                  </a:lnTo>
                  <a:lnTo>
                    <a:pt x="913" y="3152"/>
                  </a:lnTo>
                  <a:lnTo>
                    <a:pt x="1187" y="3697"/>
                  </a:lnTo>
                  <a:lnTo>
                    <a:pt x="1187" y="4364"/>
                  </a:lnTo>
                  <a:lnTo>
                    <a:pt x="1461" y="4970"/>
                  </a:lnTo>
                  <a:lnTo>
                    <a:pt x="1553" y="5545"/>
                  </a:lnTo>
                  <a:lnTo>
                    <a:pt x="2374" y="6182"/>
                  </a:lnTo>
                  <a:lnTo>
                    <a:pt x="2557" y="6818"/>
                  </a:lnTo>
                  <a:lnTo>
                    <a:pt x="2557" y="7333"/>
                  </a:lnTo>
                  <a:lnTo>
                    <a:pt x="2648" y="7909"/>
                  </a:lnTo>
                  <a:lnTo>
                    <a:pt x="2831" y="8515"/>
                  </a:lnTo>
                  <a:lnTo>
                    <a:pt x="3014" y="9000"/>
                  </a:lnTo>
                  <a:lnTo>
                    <a:pt x="3105" y="9576"/>
                  </a:lnTo>
                  <a:lnTo>
                    <a:pt x="3105" y="10152"/>
                  </a:lnTo>
                  <a:lnTo>
                    <a:pt x="3470" y="10636"/>
                  </a:lnTo>
                  <a:lnTo>
                    <a:pt x="3653" y="11182"/>
                  </a:lnTo>
                  <a:lnTo>
                    <a:pt x="3927" y="11697"/>
                  </a:lnTo>
                  <a:lnTo>
                    <a:pt x="4110" y="12182"/>
                  </a:lnTo>
                  <a:lnTo>
                    <a:pt x="4292" y="12667"/>
                  </a:lnTo>
                  <a:lnTo>
                    <a:pt x="4384" y="13152"/>
                  </a:lnTo>
                  <a:lnTo>
                    <a:pt x="4566" y="13636"/>
                  </a:lnTo>
                  <a:lnTo>
                    <a:pt x="4840" y="14121"/>
                  </a:lnTo>
                  <a:lnTo>
                    <a:pt x="5205" y="14485"/>
                  </a:lnTo>
                  <a:lnTo>
                    <a:pt x="5479" y="15030"/>
                  </a:lnTo>
                  <a:lnTo>
                    <a:pt x="5662" y="15455"/>
                  </a:lnTo>
                  <a:lnTo>
                    <a:pt x="5753" y="15879"/>
                  </a:lnTo>
                  <a:lnTo>
                    <a:pt x="6210" y="16182"/>
                  </a:lnTo>
                  <a:lnTo>
                    <a:pt x="6301" y="16606"/>
                  </a:lnTo>
                  <a:lnTo>
                    <a:pt x="6575" y="17000"/>
                  </a:lnTo>
                  <a:lnTo>
                    <a:pt x="6849" y="17333"/>
                  </a:lnTo>
                  <a:lnTo>
                    <a:pt x="6941" y="17576"/>
                  </a:lnTo>
                  <a:lnTo>
                    <a:pt x="7123" y="17939"/>
                  </a:lnTo>
                  <a:lnTo>
                    <a:pt x="7215" y="18152"/>
                  </a:lnTo>
                  <a:lnTo>
                    <a:pt x="7489" y="18485"/>
                  </a:lnTo>
                  <a:lnTo>
                    <a:pt x="7489" y="18697"/>
                  </a:lnTo>
                  <a:lnTo>
                    <a:pt x="7580" y="18909"/>
                  </a:lnTo>
                  <a:lnTo>
                    <a:pt x="7763" y="19121"/>
                  </a:lnTo>
                  <a:lnTo>
                    <a:pt x="8037" y="19364"/>
                  </a:lnTo>
                  <a:lnTo>
                    <a:pt x="8584" y="19485"/>
                  </a:lnTo>
                  <a:lnTo>
                    <a:pt x="8676" y="19576"/>
                  </a:lnTo>
                  <a:lnTo>
                    <a:pt x="8950" y="19818"/>
                  </a:lnTo>
                  <a:lnTo>
                    <a:pt x="9041" y="19848"/>
                  </a:lnTo>
                  <a:lnTo>
                    <a:pt x="9224" y="19879"/>
                  </a:lnTo>
                  <a:lnTo>
                    <a:pt x="9406" y="19970"/>
                  </a:lnTo>
                  <a:lnTo>
                    <a:pt x="9589" y="19970"/>
                  </a:lnTo>
                  <a:lnTo>
                    <a:pt x="9772" y="19970"/>
                  </a:lnTo>
                  <a:lnTo>
                    <a:pt x="10228" y="19879"/>
                  </a:lnTo>
                  <a:lnTo>
                    <a:pt x="10411" y="19848"/>
                  </a:lnTo>
                  <a:lnTo>
                    <a:pt x="10594" y="19818"/>
                  </a:lnTo>
                  <a:lnTo>
                    <a:pt x="10776" y="19485"/>
                  </a:lnTo>
                  <a:lnTo>
                    <a:pt x="10959" y="19364"/>
                  </a:lnTo>
                  <a:lnTo>
                    <a:pt x="11324" y="19061"/>
                  </a:lnTo>
                  <a:lnTo>
                    <a:pt x="11324" y="18848"/>
                  </a:lnTo>
                  <a:lnTo>
                    <a:pt x="11963" y="18515"/>
                  </a:lnTo>
                  <a:lnTo>
                    <a:pt x="12237" y="18212"/>
                  </a:lnTo>
                  <a:lnTo>
                    <a:pt x="12420" y="17939"/>
                  </a:lnTo>
                  <a:lnTo>
                    <a:pt x="12511" y="17485"/>
                  </a:lnTo>
                  <a:lnTo>
                    <a:pt x="12511" y="17152"/>
                  </a:lnTo>
                  <a:lnTo>
                    <a:pt x="12877" y="16667"/>
                  </a:lnTo>
                  <a:lnTo>
                    <a:pt x="13059" y="16303"/>
                  </a:lnTo>
                  <a:lnTo>
                    <a:pt x="13151" y="15879"/>
                  </a:lnTo>
                  <a:lnTo>
                    <a:pt x="13516" y="15394"/>
                  </a:lnTo>
                  <a:lnTo>
                    <a:pt x="13790" y="14879"/>
                  </a:lnTo>
                  <a:lnTo>
                    <a:pt x="14064" y="14333"/>
                  </a:lnTo>
                  <a:lnTo>
                    <a:pt x="14338" y="13818"/>
                  </a:lnTo>
                  <a:lnTo>
                    <a:pt x="14703" y="13333"/>
                  </a:lnTo>
                  <a:lnTo>
                    <a:pt x="14795" y="12818"/>
                  </a:lnTo>
                  <a:lnTo>
                    <a:pt x="15342" y="12182"/>
                  </a:lnTo>
                  <a:lnTo>
                    <a:pt x="15616" y="11636"/>
                  </a:lnTo>
                  <a:lnTo>
                    <a:pt x="15708" y="11091"/>
                  </a:lnTo>
                  <a:lnTo>
                    <a:pt x="15890" y="10545"/>
                  </a:lnTo>
                  <a:lnTo>
                    <a:pt x="16164" y="10000"/>
                  </a:lnTo>
                  <a:lnTo>
                    <a:pt x="16438" y="9455"/>
                  </a:lnTo>
                  <a:lnTo>
                    <a:pt x="16804" y="8939"/>
                  </a:lnTo>
                  <a:lnTo>
                    <a:pt x="16895" y="8394"/>
                  </a:lnTo>
                  <a:lnTo>
                    <a:pt x="16986" y="7818"/>
                  </a:lnTo>
                  <a:lnTo>
                    <a:pt x="17169" y="7333"/>
                  </a:lnTo>
                  <a:lnTo>
                    <a:pt x="17352" y="6818"/>
                  </a:lnTo>
                  <a:lnTo>
                    <a:pt x="17443" y="6182"/>
                  </a:lnTo>
                  <a:lnTo>
                    <a:pt x="17443" y="5758"/>
                  </a:lnTo>
                  <a:lnTo>
                    <a:pt x="18082" y="5182"/>
                  </a:lnTo>
                  <a:lnTo>
                    <a:pt x="18447" y="4697"/>
                  </a:lnTo>
                  <a:lnTo>
                    <a:pt x="18539" y="4273"/>
                  </a:lnTo>
                  <a:lnTo>
                    <a:pt x="18813" y="3848"/>
                  </a:lnTo>
                  <a:lnTo>
                    <a:pt x="18995" y="3394"/>
                  </a:lnTo>
                  <a:lnTo>
                    <a:pt x="19087" y="2970"/>
                  </a:lnTo>
                  <a:lnTo>
                    <a:pt x="19361" y="2545"/>
                  </a:lnTo>
                  <a:lnTo>
                    <a:pt x="19361" y="2333"/>
                  </a:lnTo>
                  <a:lnTo>
                    <a:pt x="19452" y="1939"/>
                  </a:lnTo>
                  <a:lnTo>
                    <a:pt x="19543" y="1576"/>
                  </a:lnTo>
                  <a:lnTo>
                    <a:pt x="19817" y="1364"/>
                  </a:lnTo>
                  <a:lnTo>
                    <a:pt x="19817" y="1091"/>
                  </a:lnTo>
                  <a:lnTo>
                    <a:pt x="19909" y="87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4"/>
            <p:cNvSpPr>
              <a:spLocks/>
            </p:cNvSpPr>
            <p:nvPr/>
          </p:nvSpPr>
          <p:spPr bwMode="auto">
            <a:xfrm>
              <a:off x="3612932" y="2959100"/>
              <a:ext cx="206363" cy="3143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90"/>
                  </a:moveTo>
                  <a:lnTo>
                    <a:pt x="192" y="18465"/>
                  </a:lnTo>
                  <a:lnTo>
                    <a:pt x="481" y="17899"/>
                  </a:lnTo>
                  <a:lnTo>
                    <a:pt x="673" y="17414"/>
                  </a:lnTo>
                  <a:lnTo>
                    <a:pt x="673" y="16646"/>
                  </a:lnTo>
                  <a:lnTo>
                    <a:pt x="962" y="16040"/>
                  </a:lnTo>
                  <a:lnTo>
                    <a:pt x="1250" y="15515"/>
                  </a:lnTo>
                  <a:lnTo>
                    <a:pt x="1442" y="14949"/>
                  </a:lnTo>
                  <a:lnTo>
                    <a:pt x="1923" y="14263"/>
                  </a:lnTo>
                  <a:lnTo>
                    <a:pt x="2212" y="13778"/>
                  </a:lnTo>
                  <a:lnTo>
                    <a:pt x="2500" y="13212"/>
                  </a:lnTo>
                  <a:lnTo>
                    <a:pt x="2500" y="12566"/>
                  </a:lnTo>
                  <a:lnTo>
                    <a:pt x="2596" y="12000"/>
                  </a:lnTo>
                  <a:lnTo>
                    <a:pt x="2885" y="11354"/>
                  </a:lnTo>
                  <a:lnTo>
                    <a:pt x="2981" y="10788"/>
                  </a:lnTo>
                  <a:lnTo>
                    <a:pt x="3269" y="10263"/>
                  </a:lnTo>
                  <a:lnTo>
                    <a:pt x="3269" y="9818"/>
                  </a:lnTo>
                  <a:lnTo>
                    <a:pt x="3654" y="9333"/>
                  </a:lnTo>
                  <a:lnTo>
                    <a:pt x="4038" y="8727"/>
                  </a:lnTo>
                  <a:lnTo>
                    <a:pt x="4231" y="8283"/>
                  </a:lnTo>
                  <a:lnTo>
                    <a:pt x="4327" y="7798"/>
                  </a:lnTo>
                  <a:lnTo>
                    <a:pt x="4615" y="7313"/>
                  </a:lnTo>
                  <a:lnTo>
                    <a:pt x="4808" y="6788"/>
                  </a:lnTo>
                  <a:lnTo>
                    <a:pt x="5096" y="6343"/>
                  </a:lnTo>
                  <a:lnTo>
                    <a:pt x="5385" y="5899"/>
                  </a:lnTo>
                  <a:lnTo>
                    <a:pt x="5481" y="5495"/>
                  </a:lnTo>
                  <a:lnTo>
                    <a:pt x="5865" y="5010"/>
                  </a:lnTo>
                  <a:lnTo>
                    <a:pt x="5865" y="4485"/>
                  </a:lnTo>
                  <a:lnTo>
                    <a:pt x="6442" y="4242"/>
                  </a:lnTo>
                  <a:lnTo>
                    <a:pt x="6635" y="3758"/>
                  </a:lnTo>
                  <a:lnTo>
                    <a:pt x="6635" y="3394"/>
                  </a:lnTo>
                  <a:lnTo>
                    <a:pt x="7115" y="3030"/>
                  </a:lnTo>
                  <a:lnTo>
                    <a:pt x="7115" y="2586"/>
                  </a:lnTo>
                  <a:lnTo>
                    <a:pt x="7500" y="2384"/>
                  </a:lnTo>
                  <a:lnTo>
                    <a:pt x="7500" y="2101"/>
                  </a:lnTo>
                  <a:lnTo>
                    <a:pt x="7500" y="1818"/>
                  </a:lnTo>
                  <a:lnTo>
                    <a:pt x="7788" y="1576"/>
                  </a:lnTo>
                  <a:lnTo>
                    <a:pt x="7885" y="1374"/>
                  </a:lnTo>
                  <a:lnTo>
                    <a:pt x="8462" y="1051"/>
                  </a:lnTo>
                  <a:lnTo>
                    <a:pt x="8462" y="889"/>
                  </a:lnTo>
                  <a:lnTo>
                    <a:pt x="8846" y="646"/>
                  </a:lnTo>
                  <a:lnTo>
                    <a:pt x="8942" y="444"/>
                  </a:lnTo>
                  <a:lnTo>
                    <a:pt x="9135" y="404"/>
                  </a:lnTo>
                  <a:lnTo>
                    <a:pt x="9327" y="202"/>
                  </a:lnTo>
                  <a:lnTo>
                    <a:pt x="9327" y="162"/>
                  </a:lnTo>
                  <a:lnTo>
                    <a:pt x="9712" y="162"/>
                  </a:lnTo>
                  <a:lnTo>
                    <a:pt x="10192" y="40"/>
                  </a:lnTo>
                  <a:lnTo>
                    <a:pt x="10385" y="0"/>
                  </a:lnTo>
                  <a:lnTo>
                    <a:pt x="10673" y="40"/>
                  </a:lnTo>
                  <a:lnTo>
                    <a:pt x="10769" y="40"/>
                  </a:lnTo>
                  <a:lnTo>
                    <a:pt x="10865" y="162"/>
                  </a:lnTo>
                  <a:lnTo>
                    <a:pt x="11058" y="202"/>
                  </a:lnTo>
                  <a:lnTo>
                    <a:pt x="11442" y="404"/>
                  </a:lnTo>
                  <a:lnTo>
                    <a:pt x="11538" y="444"/>
                  </a:lnTo>
                  <a:lnTo>
                    <a:pt x="12115" y="808"/>
                  </a:lnTo>
                  <a:lnTo>
                    <a:pt x="12212" y="1010"/>
                  </a:lnTo>
                  <a:lnTo>
                    <a:pt x="12500" y="1293"/>
                  </a:lnTo>
                  <a:lnTo>
                    <a:pt x="12500" y="1576"/>
                  </a:lnTo>
                  <a:lnTo>
                    <a:pt x="12500" y="1859"/>
                  </a:lnTo>
                  <a:lnTo>
                    <a:pt x="12885" y="2263"/>
                  </a:lnTo>
                  <a:lnTo>
                    <a:pt x="12885" y="2586"/>
                  </a:lnTo>
                  <a:lnTo>
                    <a:pt x="13365" y="3152"/>
                  </a:lnTo>
                  <a:lnTo>
                    <a:pt x="13365" y="3556"/>
                  </a:lnTo>
                  <a:lnTo>
                    <a:pt x="13558" y="4000"/>
                  </a:lnTo>
                  <a:lnTo>
                    <a:pt x="14135" y="4404"/>
                  </a:lnTo>
                  <a:lnTo>
                    <a:pt x="14231" y="4929"/>
                  </a:lnTo>
                  <a:lnTo>
                    <a:pt x="14519" y="5495"/>
                  </a:lnTo>
                  <a:lnTo>
                    <a:pt x="14808" y="5980"/>
                  </a:lnTo>
                  <a:lnTo>
                    <a:pt x="15096" y="6384"/>
                  </a:lnTo>
                  <a:lnTo>
                    <a:pt x="15192" y="7071"/>
                  </a:lnTo>
                  <a:lnTo>
                    <a:pt x="15385" y="7717"/>
                  </a:lnTo>
                  <a:lnTo>
                    <a:pt x="15673" y="8162"/>
                  </a:lnTo>
                  <a:lnTo>
                    <a:pt x="15865" y="8727"/>
                  </a:lnTo>
                  <a:lnTo>
                    <a:pt x="16058" y="9333"/>
                  </a:lnTo>
                  <a:lnTo>
                    <a:pt x="16346" y="9939"/>
                  </a:lnTo>
                  <a:lnTo>
                    <a:pt x="16731" y="10384"/>
                  </a:lnTo>
                  <a:lnTo>
                    <a:pt x="16731" y="11071"/>
                  </a:lnTo>
                  <a:lnTo>
                    <a:pt x="17019" y="11677"/>
                  </a:lnTo>
                  <a:lnTo>
                    <a:pt x="17212" y="12162"/>
                  </a:lnTo>
                  <a:lnTo>
                    <a:pt x="17404" y="12687"/>
                  </a:lnTo>
                  <a:lnTo>
                    <a:pt x="17500" y="13212"/>
                  </a:lnTo>
                  <a:lnTo>
                    <a:pt x="17500" y="13859"/>
                  </a:lnTo>
                  <a:lnTo>
                    <a:pt x="17788" y="14343"/>
                  </a:lnTo>
                  <a:lnTo>
                    <a:pt x="17788" y="14949"/>
                  </a:lnTo>
                  <a:lnTo>
                    <a:pt x="18462" y="15515"/>
                  </a:lnTo>
                  <a:lnTo>
                    <a:pt x="18558" y="15919"/>
                  </a:lnTo>
                  <a:lnTo>
                    <a:pt x="18750" y="16444"/>
                  </a:lnTo>
                  <a:lnTo>
                    <a:pt x="18942" y="16848"/>
                  </a:lnTo>
                  <a:lnTo>
                    <a:pt x="19038" y="17414"/>
                  </a:lnTo>
                  <a:lnTo>
                    <a:pt x="19327" y="17737"/>
                  </a:lnTo>
                  <a:lnTo>
                    <a:pt x="19327" y="18182"/>
                  </a:lnTo>
                  <a:lnTo>
                    <a:pt x="19423" y="18465"/>
                  </a:lnTo>
                  <a:lnTo>
                    <a:pt x="19519" y="18949"/>
                  </a:lnTo>
                  <a:lnTo>
                    <a:pt x="19615" y="19152"/>
                  </a:lnTo>
                  <a:lnTo>
                    <a:pt x="19808" y="19556"/>
                  </a:lnTo>
                  <a:lnTo>
                    <a:pt x="19904" y="19798"/>
                  </a:lnTo>
                  <a:lnTo>
                    <a:pt x="19904" y="199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5"/>
            <p:cNvSpPr>
              <a:spLocks/>
            </p:cNvSpPr>
            <p:nvPr/>
          </p:nvSpPr>
          <p:spPr bwMode="auto">
            <a:xfrm>
              <a:off x="3816121" y="3262313"/>
              <a:ext cx="217475" cy="3048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26"/>
                  </a:lnTo>
                  <a:lnTo>
                    <a:pt x="365" y="1336"/>
                  </a:lnTo>
                  <a:lnTo>
                    <a:pt x="548" y="1879"/>
                  </a:lnTo>
                  <a:lnTo>
                    <a:pt x="639" y="2463"/>
                  </a:lnTo>
                  <a:lnTo>
                    <a:pt x="913" y="3090"/>
                  </a:lnTo>
                  <a:lnTo>
                    <a:pt x="1187" y="3674"/>
                  </a:lnTo>
                  <a:lnTo>
                    <a:pt x="1187" y="4342"/>
                  </a:lnTo>
                  <a:lnTo>
                    <a:pt x="1461" y="5010"/>
                  </a:lnTo>
                  <a:lnTo>
                    <a:pt x="1553" y="5553"/>
                  </a:lnTo>
                  <a:lnTo>
                    <a:pt x="2374" y="6138"/>
                  </a:lnTo>
                  <a:lnTo>
                    <a:pt x="2557" y="6597"/>
                  </a:lnTo>
                  <a:lnTo>
                    <a:pt x="2557" y="7432"/>
                  </a:lnTo>
                  <a:lnTo>
                    <a:pt x="2648" y="7933"/>
                  </a:lnTo>
                  <a:lnTo>
                    <a:pt x="2831" y="8476"/>
                  </a:lnTo>
                  <a:lnTo>
                    <a:pt x="3014" y="8977"/>
                  </a:lnTo>
                  <a:lnTo>
                    <a:pt x="3105" y="9603"/>
                  </a:lnTo>
                  <a:lnTo>
                    <a:pt x="3105" y="10104"/>
                  </a:lnTo>
                  <a:lnTo>
                    <a:pt x="3470" y="10564"/>
                  </a:lnTo>
                  <a:lnTo>
                    <a:pt x="3653" y="11148"/>
                  </a:lnTo>
                  <a:lnTo>
                    <a:pt x="3927" y="11649"/>
                  </a:lnTo>
                  <a:lnTo>
                    <a:pt x="4110" y="12150"/>
                  </a:lnTo>
                  <a:lnTo>
                    <a:pt x="4292" y="12568"/>
                  </a:lnTo>
                  <a:lnTo>
                    <a:pt x="4384" y="13111"/>
                  </a:lnTo>
                  <a:lnTo>
                    <a:pt x="4566" y="13653"/>
                  </a:lnTo>
                  <a:lnTo>
                    <a:pt x="4840" y="14113"/>
                  </a:lnTo>
                  <a:lnTo>
                    <a:pt x="5205" y="14530"/>
                  </a:lnTo>
                  <a:lnTo>
                    <a:pt x="5479" y="15031"/>
                  </a:lnTo>
                  <a:lnTo>
                    <a:pt x="5662" y="15574"/>
                  </a:lnTo>
                  <a:lnTo>
                    <a:pt x="5753" y="15866"/>
                  </a:lnTo>
                  <a:lnTo>
                    <a:pt x="6210" y="16200"/>
                  </a:lnTo>
                  <a:lnTo>
                    <a:pt x="6301" y="16576"/>
                  </a:lnTo>
                  <a:lnTo>
                    <a:pt x="6575" y="16952"/>
                  </a:lnTo>
                  <a:lnTo>
                    <a:pt x="6849" y="17328"/>
                  </a:lnTo>
                  <a:lnTo>
                    <a:pt x="6941" y="17620"/>
                  </a:lnTo>
                  <a:lnTo>
                    <a:pt x="7123" y="17871"/>
                  </a:lnTo>
                  <a:lnTo>
                    <a:pt x="7215" y="18121"/>
                  </a:lnTo>
                  <a:lnTo>
                    <a:pt x="7489" y="18413"/>
                  </a:lnTo>
                  <a:lnTo>
                    <a:pt x="7489" y="18664"/>
                  </a:lnTo>
                  <a:lnTo>
                    <a:pt x="7580" y="18956"/>
                  </a:lnTo>
                  <a:lnTo>
                    <a:pt x="7763" y="19123"/>
                  </a:lnTo>
                  <a:lnTo>
                    <a:pt x="8037" y="19332"/>
                  </a:lnTo>
                  <a:lnTo>
                    <a:pt x="8584" y="19541"/>
                  </a:lnTo>
                  <a:lnTo>
                    <a:pt x="8676" y="19582"/>
                  </a:lnTo>
                  <a:lnTo>
                    <a:pt x="8950" y="19791"/>
                  </a:lnTo>
                  <a:lnTo>
                    <a:pt x="9041" y="19833"/>
                  </a:lnTo>
                  <a:lnTo>
                    <a:pt x="9224" y="19833"/>
                  </a:lnTo>
                  <a:lnTo>
                    <a:pt x="9406" y="19958"/>
                  </a:lnTo>
                  <a:lnTo>
                    <a:pt x="9589" y="19958"/>
                  </a:lnTo>
                  <a:lnTo>
                    <a:pt x="9772" y="19958"/>
                  </a:lnTo>
                  <a:lnTo>
                    <a:pt x="10228" y="19833"/>
                  </a:lnTo>
                  <a:lnTo>
                    <a:pt x="10411" y="19833"/>
                  </a:lnTo>
                  <a:lnTo>
                    <a:pt x="10594" y="19582"/>
                  </a:lnTo>
                  <a:lnTo>
                    <a:pt x="10776" y="19582"/>
                  </a:lnTo>
                  <a:lnTo>
                    <a:pt x="10959" y="19332"/>
                  </a:lnTo>
                  <a:lnTo>
                    <a:pt x="11324" y="19081"/>
                  </a:lnTo>
                  <a:lnTo>
                    <a:pt x="11324" y="18914"/>
                  </a:lnTo>
                  <a:lnTo>
                    <a:pt x="11963" y="18455"/>
                  </a:lnTo>
                  <a:lnTo>
                    <a:pt x="12237" y="18330"/>
                  </a:lnTo>
                  <a:lnTo>
                    <a:pt x="12420" y="17829"/>
                  </a:lnTo>
                  <a:lnTo>
                    <a:pt x="12511" y="17537"/>
                  </a:lnTo>
                  <a:lnTo>
                    <a:pt x="12511" y="17161"/>
                  </a:lnTo>
                  <a:lnTo>
                    <a:pt x="12877" y="16660"/>
                  </a:lnTo>
                  <a:lnTo>
                    <a:pt x="13059" y="16326"/>
                  </a:lnTo>
                  <a:lnTo>
                    <a:pt x="13151" y="15866"/>
                  </a:lnTo>
                  <a:lnTo>
                    <a:pt x="13516" y="15407"/>
                  </a:lnTo>
                  <a:lnTo>
                    <a:pt x="13790" y="14906"/>
                  </a:lnTo>
                  <a:lnTo>
                    <a:pt x="14064" y="14363"/>
                  </a:lnTo>
                  <a:lnTo>
                    <a:pt x="14338" y="13862"/>
                  </a:lnTo>
                  <a:lnTo>
                    <a:pt x="14703" y="13403"/>
                  </a:lnTo>
                  <a:lnTo>
                    <a:pt x="14795" y="12818"/>
                  </a:lnTo>
                  <a:lnTo>
                    <a:pt x="15342" y="12150"/>
                  </a:lnTo>
                  <a:lnTo>
                    <a:pt x="15616" y="11649"/>
                  </a:lnTo>
                  <a:lnTo>
                    <a:pt x="15708" y="11023"/>
                  </a:lnTo>
                  <a:lnTo>
                    <a:pt x="15890" y="10522"/>
                  </a:lnTo>
                  <a:lnTo>
                    <a:pt x="16164" y="10021"/>
                  </a:lnTo>
                  <a:lnTo>
                    <a:pt x="16438" y="9478"/>
                  </a:lnTo>
                  <a:lnTo>
                    <a:pt x="16804" y="8977"/>
                  </a:lnTo>
                  <a:lnTo>
                    <a:pt x="16895" y="8351"/>
                  </a:lnTo>
                  <a:lnTo>
                    <a:pt x="16986" y="7850"/>
                  </a:lnTo>
                  <a:lnTo>
                    <a:pt x="17169" y="7432"/>
                  </a:lnTo>
                  <a:lnTo>
                    <a:pt x="17352" y="6806"/>
                  </a:lnTo>
                  <a:lnTo>
                    <a:pt x="17443" y="6180"/>
                  </a:lnTo>
                  <a:lnTo>
                    <a:pt x="17443" y="5637"/>
                  </a:lnTo>
                  <a:lnTo>
                    <a:pt x="18082" y="5177"/>
                  </a:lnTo>
                  <a:lnTo>
                    <a:pt x="18447" y="4635"/>
                  </a:lnTo>
                  <a:lnTo>
                    <a:pt x="18539" y="4342"/>
                  </a:lnTo>
                  <a:lnTo>
                    <a:pt x="18813" y="3841"/>
                  </a:lnTo>
                  <a:lnTo>
                    <a:pt x="18995" y="3424"/>
                  </a:lnTo>
                  <a:lnTo>
                    <a:pt x="19087" y="3048"/>
                  </a:lnTo>
                  <a:lnTo>
                    <a:pt x="19361" y="2630"/>
                  </a:lnTo>
                  <a:lnTo>
                    <a:pt x="19361" y="2213"/>
                  </a:lnTo>
                  <a:lnTo>
                    <a:pt x="19452" y="1879"/>
                  </a:lnTo>
                  <a:lnTo>
                    <a:pt x="19543" y="1628"/>
                  </a:lnTo>
                  <a:lnTo>
                    <a:pt x="19817" y="1420"/>
                  </a:lnTo>
                  <a:lnTo>
                    <a:pt x="19817" y="1044"/>
                  </a:lnTo>
                  <a:lnTo>
                    <a:pt x="19909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6"/>
            <p:cNvSpPr>
              <a:spLocks/>
            </p:cNvSpPr>
            <p:nvPr/>
          </p:nvSpPr>
          <p:spPr bwMode="auto">
            <a:xfrm>
              <a:off x="1909641" y="3124200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27"/>
            <p:cNvSpPr>
              <a:spLocks/>
            </p:cNvSpPr>
            <p:nvPr/>
          </p:nvSpPr>
          <p:spPr bwMode="auto">
            <a:xfrm>
              <a:off x="2114417" y="3295650"/>
              <a:ext cx="217475" cy="1714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515"/>
                  </a:lnTo>
                  <a:lnTo>
                    <a:pt x="365" y="1324"/>
                  </a:lnTo>
                  <a:lnTo>
                    <a:pt x="548" y="1912"/>
                  </a:lnTo>
                  <a:lnTo>
                    <a:pt x="639" y="2426"/>
                  </a:lnTo>
                  <a:lnTo>
                    <a:pt x="913" y="3162"/>
                  </a:lnTo>
                  <a:lnTo>
                    <a:pt x="1187" y="3676"/>
                  </a:lnTo>
                  <a:lnTo>
                    <a:pt x="1187" y="4338"/>
                  </a:lnTo>
                  <a:lnTo>
                    <a:pt x="1461" y="5000"/>
                  </a:lnTo>
                  <a:lnTo>
                    <a:pt x="1553" y="5588"/>
                  </a:lnTo>
                  <a:lnTo>
                    <a:pt x="2374" y="6103"/>
                  </a:lnTo>
                  <a:lnTo>
                    <a:pt x="2557" y="6765"/>
                  </a:lnTo>
                  <a:lnTo>
                    <a:pt x="2557" y="7279"/>
                  </a:lnTo>
                  <a:lnTo>
                    <a:pt x="2648" y="7794"/>
                  </a:lnTo>
                  <a:lnTo>
                    <a:pt x="2831" y="8456"/>
                  </a:lnTo>
                  <a:lnTo>
                    <a:pt x="3014" y="9044"/>
                  </a:lnTo>
                  <a:lnTo>
                    <a:pt x="3105" y="9632"/>
                  </a:lnTo>
                  <a:lnTo>
                    <a:pt x="3105" y="10074"/>
                  </a:lnTo>
                  <a:lnTo>
                    <a:pt x="3470" y="10588"/>
                  </a:lnTo>
                  <a:lnTo>
                    <a:pt x="3653" y="11103"/>
                  </a:lnTo>
                  <a:lnTo>
                    <a:pt x="3927" y="11618"/>
                  </a:lnTo>
                  <a:lnTo>
                    <a:pt x="4110" y="12206"/>
                  </a:lnTo>
                  <a:lnTo>
                    <a:pt x="4292" y="12721"/>
                  </a:lnTo>
                  <a:lnTo>
                    <a:pt x="4384" y="13088"/>
                  </a:lnTo>
                  <a:lnTo>
                    <a:pt x="4566" y="13750"/>
                  </a:lnTo>
                  <a:lnTo>
                    <a:pt x="4840" y="14118"/>
                  </a:lnTo>
                  <a:lnTo>
                    <a:pt x="5205" y="14632"/>
                  </a:lnTo>
                  <a:lnTo>
                    <a:pt x="5479" y="15000"/>
                  </a:lnTo>
                  <a:lnTo>
                    <a:pt x="5662" y="15368"/>
                  </a:lnTo>
                  <a:lnTo>
                    <a:pt x="5753" y="15882"/>
                  </a:lnTo>
                  <a:lnTo>
                    <a:pt x="6210" y="16324"/>
                  </a:lnTo>
                  <a:lnTo>
                    <a:pt x="6301" y="16618"/>
                  </a:lnTo>
                  <a:lnTo>
                    <a:pt x="6575" y="16838"/>
                  </a:lnTo>
                  <a:lnTo>
                    <a:pt x="6849" y="17279"/>
                  </a:lnTo>
                  <a:lnTo>
                    <a:pt x="6941" y="17647"/>
                  </a:lnTo>
                  <a:lnTo>
                    <a:pt x="7123" y="17868"/>
                  </a:lnTo>
                  <a:lnTo>
                    <a:pt x="7215" y="18162"/>
                  </a:lnTo>
                  <a:lnTo>
                    <a:pt x="7489" y="18382"/>
                  </a:lnTo>
                  <a:lnTo>
                    <a:pt x="7489" y="18676"/>
                  </a:lnTo>
                  <a:lnTo>
                    <a:pt x="7580" y="18897"/>
                  </a:lnTo>
                  <a:lnTo>
                    <a:pt x="7763" y="18971"/>
                  </a:lnTo>
                  <a:lnTo>
                    <a:pt x="8037" y="19265"/>
                  </a:lnTo>
                  <a:lnTo>
                    <a:pt x="8584" y="19559"/>
                  </a:lnTo>
                  <a:lnTo>
                    <a:pt x="8676" y="19632"/>
                  </a:lnTo>
                  <a:lnTo>
                    <a:pt x="8950" y="19706"/>
                  </a:lnTo>
                  <a:lnTo>
                    <a:pt x="9041" y="19706"/>
                  </a:lnTo>
                  <a:lnTo>
                    <a:pt x="9224" y="19926"/>
                  </a:lnTo>
                  <a:lnTo>
                    <a:pt x="9406" y="19926"/>
                  </a:lnTo>
                  <a:lnTo>
                    <a:pt x="9589" y="19926"/>
                  </a:lnTo>
                  <a:lnTo>
                    <a:pt x="9772" y="19926"/>
                  </a:lnTo>
                  <a:lnTo>
                    <a:pt x="10228" y="19926"/>
                  </a:lnTo>
                  <a:lnTo>
                    <a:pt x="10411" y="19706"/>
                  </a:lnTo>
                  <a:lnTo>
                    <a:pt x="10594" y="19632"/>
                  </a:lnTo>
                  <a:lnTo>
                    <a:pt x="10776" y="19559"/>
                  </a:lnTo>
                  <a:lnTo>
                    <a:pt x="10959" y="19265"/>
                  </a:lnTo>
                  <a:lnTo>
                    <a:pt x="11324" y="18971"/>
                  </a:lnTo>
                  <a:lnTo>
                    <a:pt x="11324" y="18897"/>
                  </a:lnTo>
                  <a:lnTo>
                    <a:pt x="11963" y="18603"/>
                  </a:lnTo>
                  <a:lnTo>
                    <a:pt x="12237" y="18382"/>
                  </a:lnTo>
                  <a:lnTo>
                    <a:pt x="12420" y="17721"/>
                  </a:lnTo>
                  <a:lnTo>
                    <a:pt x="12511" y="17574"/>
                  </a:lnTo>
                  <a:lnTo>
                    <a:pt x="12511" y="16985"/>
                  </a:lnTo>
                  <a:lnTo>
                    <a:pt x="12877" y="16618"/>
                  </a:lnTo>
                  <a:lnTo>
                    <a:pt x="13059" y="16324"/>
                  </a:lnTo>
                  <a:lnTo>
                    <a:pt x="13151" y="15882"/>
                  </a:lnTo>
                  <a:lnTo>
                    <a:pt x="13516" y="15368"/>
                  </a:lnTo>
                  <a:lnTo>
                    <a:pt x="13790" y="15000"/>
                  </a:lnTo>
                  <a:lnTo>
                    <a:pt x="14064" y="14338"/>
                  </a:lnTo>
                  <a:lnTo>
                    <a:pt x="14338" y="13897"/>
                  </a:lnTo>
                  <a:lnTo>
                    <a:pt x="14703" y="13382"/>
                  </a:lnTo>
                  <a:lnTo>
                    <a:pt x="14795" y="12941"/>
                  </a:lnTo>
                  <a:lnTo>
                    <a:pt x="15342" y="12206"/>
                  </a:lnTo>
                  <a:lnTo>
                    <a:pt x="15616" y="11618"/>
                  </a:lnTo>
                  <a:lnTo>
                    <a:pt x="15708" y="10956"/>
                  </a:lnTo>
                  <a:lnTo>
                    <a:pt x="15890" y="10588"/>
                  </a:lnTo>
                  <a:lnTo>
                    <a:pt x="16164" y="10000"/>
                  </a:lnTo>
                  <a:lnTo>
                    <a:pt x="16438" y="9559"/>
                  </a:lnTo>
                  <a:lnTo>
                    <a:pt x="16804" y="9044"/>
                  </a:lnTo>
                  <a:lnTo>
                    <a:pt x="16895" y="8382"/>
                  </a:lnTo>
                  <a:lnTo>
                    <a:pt x="16986" y="7794"/>
                  </a:lnTo>
                  <a:lnTo>
                    <a:pt x="17169" y="7279"/>
                  </a:lnTo>
                  <a:lnTo>
                    <a:pt x="17352" y="6765"/>
                  </a:lnTo>
                  <a:lnTo>
                    <a:pt x="17443" y="6103"/>
                  </a:lnTo>
                  <a:lnTo>
                    <a:pt x="17443" y="5662"/>
                  </a:lnTo>
                  <a:lnTo>
                    <a:pt x="18082" y="5074"/>
                  </a:lnTo>
                  <a:lnTo>
                    <a:pt x="18447" y="4926"/>
                  </a:lnTo>
                  <a:lnTo>
                    <a:pt x="18539" y="4338"/>
                  </a:lnTo>
                  <a:lnTo>
                    <a:pt x="18813" y="3676"/>
                  </a:lnTo>
                  <a:lnTo>
                    <a:pt x="18995" y="3382"/>
                  </a:lnTo>
                  <a:lnTo>
                    <a:pt x="19087" y="3162"/>
                  </a:lnTo>
                  <a:lnTo>
                    <a:pt x="19361" y="2647"/>
                  </a:lnTo>
                  <a:lnTo>
                    <a:pt x="19361" y="2279"/>
                  </a:lnTo>
                  <a:lnTo>
                    <a:pt x="19452" y="1912"/>
                  </a:lnTo>
                  <a:lnTo>
                    <a:pt x="19543" y="1618"/>
                  </a:lnTo>
                  <a:lnTo>
                    <a:pt x="19817" y="1397"/>
                  </a:lnTo>
                  <a:lnTo>
                    <a:pt x="19817" y="1103"/>
                  </a:lnTo>
                  <a:lnTo>
                    <a:pt x="19909" y="10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28"/>
            <p:cNvSpPr>
              <a:spLocks/>
            </p:cNvSpPr>
            <p:nvPr/>
          </p:nvSpPr>
          <p:spPr bwMode="auto">
            <a:xfrm>
              <a:off x="4041533" y="3108325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9"/>
            <p:cNvSpPr>
              <a:spLocks/>
            </p:cNvSpPr>
            <p:nvPr/>
          </p:nvSpPr>
          <p:spPr bwMode="auto">
            <a:xfrm>
              <a:off x="4247896" y="3238500"/>
              <a:ext cx="226999" cy="904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559"/>
                  </a:lnTo>
                  <a:lnTo>
                    <a:pt x="351" y="1399"/>
                  </a:lnTo>
                  <a:lnTo>
                    <a:pt x="526" y="2098"/>
                  </a:lnTo>
                  <a:lnTo>
                    <a:pt x="614" y="2517"/>
                  </a:lnTo>
                  <a:lnTo>
                    <a:pt x="877" y="3077"/>
                  </a:lnTo>
                  <a:lnTo>
                    <a:pt x="1228" y="3916"/>
                  </a:lnTo>
                  <a:lnTo>
                    <a:pt x="1228" y="4336"/>
                  </a:lnTo>
                  <a:lnTo>
                    <a:pt x="1579" y="5035"/>
                  </a:lnTo>
                  <a:lnTo>
                    <a:pt x="1667" y="5455"/>
                  </a:lnTo>
                  <a:lnTo>
                    <a:pt x="2281" y="6154"/>
                  </a:lnTo>
                  <a:lnTo>
                    <a:pt x="2456" y="6853"/>
                  </a:lnTo>
                  <a:lnTo>
                    <a:pt x="2544" y="7413"/>
                  </a:lnTo>
                  <a:lnTo>
                    <a:pt x="2632" y="7972"/>
                  </a:lnTo>
                  <a:lnTo>
                    <a:pt x="2807" y="8392"/>
                  </a:lnTo>
                  <a:lnTo>
                    <a:pt x="2982" y="9091"/>
                  </a:lnTo>
                  <a:lnTo>
                    <a:pt x="3070" y="9790"/>
                  </a:lnTo>
                  <a:lnTo>
                    <a:pt x="3070" y="10070"/>
                  </a:lnTo>
                  <a:lnTo>
                    <a:pt x="3509" y="10629"/>
                  </a:lnTo>
                  <a:lnTo>
                    <a:pt x="3684" y="11049"/>
                  </a:lnTo>
                  <a:lnTo>
                    <a:pt x="3947" y="11748"/>
                  </a:lnTo>
                  <a:lnTo>
                    <a:pt x="4123" y="12028"/>
                  </a:lnTo>
                  <a:lnTo>
                    <a:pt x="4386" y="12587"/>
                  </a:lnTo>
                  <a:lnTo>
                    <a:pt x="4474" y="13147"/>
                  </a:lnTo>
                  <a:lnTo>
                    <a:pt x="4649" y="13706"/>
                  </a:lnTo>
                  <a:lnTo>
                    <a:pt x="4912" y="14126"/>
                  </a:lnTo>
                  <a:lnTo>
                    <a:pt x="5175" y="14685"/>
                  </a:lnTo>
                  <a:lnTo>
                    <a:pt x="5439" y="14965"/>
                  </a:lnTo>
                  <a:lnTo>
                    <a:pt x="5702" y="15524"/>
                  </a:lnTo>
                  <a:lnTo>
                    <a:pt x="5789" y="15804"/>
                  </a:lnTo>
                  <a:lnTo>
                    <a:pt x="6140" y="16084"/>
                  </a:lnTo>
                  <a:lnTo>
                    <a:pt x="6228" y="16503"/>
                  </a:lnTo>
                  <a:lnTo>
                    <a:pt x="6491" y="16923"/>
                  </a:lnTo>
                  <a:lnTo>
                    <a:pt x="6754" y="17203"/>
                  </a:lnTo>
                  <a:lnTo>
                    <a:pt x="6842" y="17483"/>
                  </a:lnTo>
                  <a:lnTo>
                    <a:pt x="7018" y="17762"/>
                  </a:lnTo>
                  <a:lnTo>
                    <a:pt x="7193" y="18182"/>
                  </a:lnTo>
                  <a:lnTo>
                    <a:pt x="7544" y="18462"/>
                  </a:lnTo>
                  <a:lnTo>
                    <a:pt x="7544" y="18601"/>
                  </a:lnTo>
                  <a:lnTo>
                    <a:pt x="7632" y="19021"/>
                  </a:lnTo>
                  <a:lnTo>
                    <a:pt x="7895" y="19161"/>
                  </a:lnTo>
                  <a:lnTo>
                    <a:pt x="8158" y="19301"/>
                  </a:lnTo>
                  <a:lnTo>
                    <a:pt x="8596" y="19441"/>
                  </a:lnTo>
                  <a:lnTo>
                    <a:pt x="8684" y="19441"/>
                  </a:lnTo>
                  <a:lnTo>
                    <a:pt x="8947" y="19860"/>
                  </a:lnTo>
                  <a:lnTo>
                    <a:pt x="9035" y="19860"/>
                  </a:lnTo>
                  <a:lnTo>
                    <a:pt x="9211" y="19860"/>
                  </a:lnTo>
                  <a:lnTo>
                    <a:pt x="9386" y="19860"/>
                  </a:lnTo>
                  <a:lnTo>
                    <a:pt x="9561" y="19860"/>
                  </a:lnTo>
                  <a:lnTo>
                    <a:pt x="9737" y="19860"/>
                  </a:lnTo>
                  <a:lnTo>
                    <a:pt x="10263" y="19860"/>
                  </a:lnTo>
                  <a:lnTo>
                    <a:pt x="10439" y="19860"/>
                  </a:lnTo>
                  <a:lnTo>
                    <a:pt x="10614" y="19441"/>
                  </a:lnTo>
                  <a:lnTo>
                    <a:pt x="10789" y="19441"/>
                  </a:lnTo>
                  <a:lnTo>
                    <a:pt x="10965" y="19301"/>
                  </a:lnTo>
                  <a:lnTo>
                    <a:pt x="11316" y="19161"/>
                  </a:lnTo>
                  <a:lnTo>
                    <a:pt x="11316" y="19021"/>
                  </a:lnTo>
                  <a:lnTo>
                    <a:pt x="11842" y="18601"/>
                  </a:lnTo>
                  <a:lnTo>
                    <a:pt x="12105" y="18462"/>
                  </a:lnTo>
                  <a:lnTo>
                    <a:pt x="12368" y="17762"/>
                  </a:lnTo>
                  <a:lnTo>
                    <a:pt x="12544" y="17483"/>
                  </a:lnTo>
                  <a:lnTo>
                    <a:pt x="12544" y="17063"/>
                  </a:lnTo>
                  <a:lnTo>
                    <a:pt x="12982" y="16643"/>
                  </a:lnTo>
                  <a:lnTo>
                    <a:pt x="13158" y="16084"/>
                  </a:lnTo>
                  <a:lnTo>
                    <a:pt x="13246" y="15804"/>
                  </a:lnTo>
                  <a:lnTo>
                    <a:pt x="13596" y="15524"/>
                  </a:lnTo>
                  <a:lnTo>
                    <a:pt x="13860" y="14965"/>
                  </a:lnTo>
                  <a:lnTo>
                    <a:pt x="14035" y="14126"/>
                  </a:lnTo>
                  <a:lnTo>
                    <a:pt x="14298" y="13846"/>
                  </a:lnTo>
                  <a:lnTo>
                    <a:pt x="14737" y="13287"/>
                  </a:lnTo>
                  <a:lnTo>
                    <a:pt x="14825" y="13007"/>
                  </a:lnTo>
                  <a:lnTo>
                    <a:pt x="15263" y="12028"/>
                  </a:lnTo>
                  <a:lnTo>
                    <a:pt x="15526" y="11748"/>
                  </a:lnTo>
                  <a:lnTo>
                    <a:pt x="15614" y="10909"/>
                  </a:lnTo>
                  <a:lnTo>
                    <a:pt x="15877" y="10629"/>
                  </a:lnTo>
                  <a:lnTo>
                    <a:pt x="16140" y="10070"/>
                  </a:lnTo>
                  <a:lnTo>
                    <a:pt x="16404" y="9650"/>
                  </a:lnTo>
                  <a:lnTo>
                    <a:pt x="16842" y="9091"/>
                  </a:lnTo>
                  <a:lnTo>
                    <a:pt x="16930" y="8252"/>
                  </a:lnTo>
                  <a:lnTo>
                    <a:pt x="17018" y="7972"/>
                  </a:lnTo>
                  <a:lnTo>
                    <a:pt x="17193" y="7413"/>
                  </a:lnTo>
                  <a:lnTo>
                    <a:pt x="17368" y="6853"/>
                  </a:lnTo>
                  <a:lnTo>
                    <a:pt x="17544" y="6154"/>
                  </a:lnTo>
                  <a:lnTo>
                    <a:pt x="17544" y="5874"/>
                  </a:lnTo>
                  <a:lnTo>
                    <a:pt x="18070" y="5035"/>
                  </a:lnTo>
                  <a:lnTo>
                    <a:pt x="18333" y="5035"/>
                  </a:lnTo>
                  <a:lnTo>
                    <a:pt x="18421" y="4336"/>
                  </a:lnTo>
                  <a:lnTo>
                    <a:pt x="18772" y="3916"/>
                  </a:lnTo>
                  <a:lnTo>
                    <a:pt x="19035" y="3497"/>
                  </a:lnTo>
                  <a:lnTo>
                    <a:pt x="19123" y="3077"/>
                  </a:lnTo>
                  <a:lnTo>
                    <a:pt x="19386" y="2517"/>
                  </a:lnTo>
                  <a:lnTo>
                    <a:pt x="19386" y="2238"/>
                  </a:lnTo>
                  <a:lnTo>
                    <a:pt x="19474" y="2098"/>
                  </a:lnTo>
                  <a:lnTo>
                    <a:pt x="19561" y="1538"/>
                  </a:lnTo>
                  <a:lnTo>
                    <a:pt x="19825" y="1399"/>
                  </a:lnTo>
                  <a:lnTo>
                    <a:pt x="19825" y="979"/>
                  </a:lnTo>
                  <a:lnTo>
                    <a:pt x="19912" y="83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0"/>
            <p:cNvSpPr>
              <a:spLocks/>
            </p:cNvSpPr>
            <p:nvPr/>
          </p:nvSpPr>
          <p:spPr bwMode="auto">
            <a:xfrm>
              <a:off x="1766774" y="3254375"/>
              <a:ext cx="122231" cy="1127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1" y="674"/>
                  </a:lnTo>
                  <a:lnTo>
                    <a:pt x="323" y="1236"/>
                  </a:lnTo>
                  <a:lnTo>
                    <a:pt x="645" y="2022"/>
                  </a:lnTo>
                  <a:lnTo>
                    <a:pt x="645" y="2360"/>
                  </a:lnTo>
                  <a:lnTo>
                    <a:pt x="806" y="3146"/>
                  </a:lnTo>
                  <a:lnTo>
                    <a:pt x="1290" y="3708"/>
                  </a:lnTo>
                  <a:lnTo>
                    <a:pt x="1290" y="4270"/>
                  </a:lnTo>
                  <a:lnTo>
                    <a:pt x="1613" y="5056"/>
                  </a:lnTo>
                  <a:lnTo>
                    <a:pt x="1613" y="5730"/>
                  </a:lnTo>
                  <a:lnTo>
                    <a:pt x="2258" y="6067"/>
                  </a:lnTo>
                  <a:lnTo>
                    <a:pt x="2258" y="6854"/>
                  </a:lnTo>
                  <a:lnTo>
                    <a:pt x="2742" y="7303"/>
                  </a:lnTo>
                  <a:lnTo>
                    <a:pt x="2742" y="7865"/>
                  </a:lnTo>
                  <a:lnTo>
                    <a:pt x="2903" y="8315"/>
                  </a:lnTo>
                  <a:lnTo>
                    <a:pt x="3065" y="9101"/>
                  </a:lnTo>
                  <a:lnTo>
                    <a:pt x="3226" y="9775"/>
                  </a:lnTo>
                  <a:lnTo>
                    <a:pt x="3226" y="10000"/>
                  </a:lnTo>
                  <a:lnTo>
                    <a:pt x="3710" y="10674"/>
                  </a:lnTo>
                  <a:lnTo>
                    <a:pt x="3871" y="11124"/>
                  </a:lnTo>
                  <a:lnTo>
                    <a:pt x="4032" y="11685"/>
                  </a:lnTo>
                  <a:lnTo>
                    <a:pt x="4194" y="12135"/>
                  </a:lnTo>
                  <a:lnTo>
                    <a:pt x="4355" y="12697"/>
                  </a:lnTo>
                  <a:lnTo>
                    <a:pt x="4355" y="13146"/>
                  </a:lnTo>
                  <a:lnTo>
                    <a:pt x="4677" y="13596"/>
                  </a:lnTo>
                  <a:lnTo>
                    <a:pt x="4839" y="14045"/>
                  </a:lnTo>
                  <a:lnTo>
                    <a:pt x="5161" y="14831"/>
                  </a:lnTo>
                  <a:lnTo>
                    <a:pt x="5323" y="14944"/>
                  </a:lnTo>
                  <a:lnTo>
                    <a:pt x="5806" y="15169"/>
                  </a:lnTo>
                  <a:lnTo>
                    <a:pt x="5806" y="15843"/>
                  </a:lnTo>
                  <a:lnTo>
                    <a:pt x="6129" y="16292"/>
                  </a:lnTo>
                  <a:lnTo>
                    <a:pt x="6290" y="16742"/>
                  </a:lnTo>
                  <a:lnTo>
                    <a:pt x="6613" y="16854"/>
                  </a:lnTo>
                  <a:lnTo>
                    <a:pt x="6774" y="17191"/>
                  </a:lnTo>
                  <a:lnTo>
                    <a:pt x="6774" y="17865"/>
                  </a:lnTo>
                  <a:lnTo>
                    <a:pt x="7097" y="17865"/>
                  </a:lnTo>
                  <a:lnTo>
                    <a:pt x="7097" y="18202"/>
                  </a:lnTo>
                  <a:lnTo>
                    <a:pt x="7742" y="18202"/>
                  </a:lnTo>
                  <a:lnTo>
                    <a:pt x="7742" y="18764"/>
                  </a:lnTo>
                  <a:lnTo>
                    <a:pt x="7742" y="18876"/>
                  </a:lnTo>
                  <a:lnTo>
                    <a:pt x="7903" y="19213"/>
                  </a:lnTo>
                  <a:lnTo>
                    <a:pt x="8226" y="19326"/>
                  </a:lnTo>
                  <a:lnTo>
                    <a:pt x="8710" y="19326"/>
                  </a:lnTo>
                  <a:lnTo>
                    <a:pt x="8710" y="19551"/>
                  </a:lnTo>
                  <a:lnTo>
                    <a:pt x="9032" y="19888"/>
                  </a:lnTo>
                  <a:lnTo>
                    <a:pt x="9194" y="19888"/>
                  </a:lnTo>
                  <a:lnTo>
                    <a:pt x="9355" y="19888"/>
                  </a:lnTo>
                  <a:lnTo>
                    <a:pt x="9677" y="19888"/>
                  </a:lnTo>
                  <a:lnTo>
                    <a:pt x="9839" y="19888"/>
                  </a:lnTo>
                  <a:lnTo>
                    <a:pt x="10323" y="19888"/>
                  </a:lnTo>
                  <a:lnTo>
                    <a:pt x="10484" y="19888"/>
                  </a:lnTo>
                  <a:lnTo>
                    <a:pt x="10645" y="19551"/>
                  </a:lnTo>
                  <a:lnTo>
                    <a:pt x="10806" y="19326"/>
                  </a:lnTo>
                  <a:lnTo>
                    <a:pt x="10968" y="19326"/>
                  </a:lnTo>
                  <a:lnTo>
                    <a:pt x="11290" y="19213"/>
                  </a:lnTo>
                  <a:lnTo>
                    <a:pt x="11290" y="18876"/>
                  </a:lnTo>
                  <a:lnTo>
                    <a:pt x="11935" y="18764"/>
                  </a:lnTo>
                  <a:lnTo>
                    <a:pt x="12258" y="18202"/>
                  </a:lnTo>
                  <a:lnTo>
                    <a:pt x="12581" y="17865"/>
                  </a:lnTo>
                  <a:lnTo>
                    <a:pt x="12742" y="17640"/>
                  </a:lnTo>
                  <a:lnTo>
                    <a:pt x="12742" y="17079"/>
                  </a:lnTo>
                  <a:lnTo>
                    <a:pt x="13065" y="16742"/>
                  </a:lnTo>
                  <a:lnTo>
                    <a:pt x="13387" y="16292"/>
                  </a:lnTo>
                  <a:lnTo>
                    <a:pt x="13387" y="15843"/>
                  </a:lnTo>
                  <a:lnTo>
                    <a:pt x="13710" y="15169"/>
                  </a:lnTo>
                  <a:lnTo>
                    <a:pt x="14032" y="14944"/>
                  </a:lnTo>
                  <a:lnTo>
                    <a:pt x="14194" y="14270"/>
                  </a:lnTo>
                  <a:lnTo>
                    <a:pt x="14355" y="13933"/>
                  </a:lnTo>
                  <a:lnTo>
                    <a:pt x="14839" y="13371"/>
                  </a:lnTo>
                  <a:lnTo>
                    <a:pt x="15000" y="12921"/>
                  </a:lnTo>
                  <a:lnTo>
                    <a:pt x="15323" y="12135"/>
                  </a:lnTo>
                  <a:lnTo>
                    <a:pt x="15645" y="11685"/>
                  </a:lnTo>
                  <a:lnTo>
                    <a:pt x="15645" y="10899"/>
                  </a:lnTo>
                  <a:lnTo>
                    <a:pt x="15968" y="10674"/>
                  </a:lnTo>
                  <a:lnTo>
                    <a:pt x="16290" y="10000"/>
                  </a:lnTo>
                  <a:lnTo>
                    <a:pt x="16452" y="9326"/>
                  </a:lnTo>
                  <a:lnTo>
                    <a:pt x="16774" y="9101"/>
                  </a:lnTo>
                  <a:lnTo>
                    <a:pt x="16774" y="8315"/>
                  </a:lnTo>
                  <a:lnTo>
                    <a:pt x="17097" y="7865"/>
                  </a:lnTo>
                  <a:lnTo>
                    <a:pt x="17258" y="7303"/>
                  </a:lnTo>
                  <a:lnTo>
                    <a:pt x="17581" y="6854"/>
                  </a:lnTo>
                  <a:lnTo>
                    <a:pt x="17742" y="6067"/>
                  </a:lnTo>
                  <a:lnTo>
                    <a:pt x="17742" y="5730"/>
                  </a:lnTo>
                  <a:lnTo>
                    <a:pt x="18387" y="5056"/>
                  </a:lnTo>
                  <a:lnTo>
                    <a:pt x="18548" y="4944"/>
                  </a:lnTo>
                  <a:lnTo>
                    <a:pt x="18548" y="4270"/>
                  </a:lnTo>
                  <a:lnTo>
                    <a:pt x="18871" y="3708"/>
                  </a:lnTo>
                  <a:lnTo>
                    <a:pt x="19194" y="3258"/>
                  </a:lnTo>
                  <a:lnTo>
                    <a:pt x="19355" y="3146"/>
                  </a:lnTo>
                  <a:lnTo>
                    <a:pt x="19516" y="2360"/>
                  </a:lnTo>
                  <a:lnTo>
                    <a:pt x="19516" y="2135"/>
                  </a:lnTo>
                  <a:lnTo>
                    <a:pt x="19516" y="2022"/>
                  </a:lnTo>
                  <a:lnTo>
                    <a:pt x="19677" y="1798"/>
                  </a:lnTo>
                  <a:lnTo>
                    <a:pt x="19839" y="1236"/>
                  </a:lnTo>
                  <a:lnTo>
                    <a:pt x="19839" y="1124"/>
                  </a:lnTo>
                  <a:lnTo>
                    <a:pt x="19839" y="78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5"/>
            <p:cNvSpPr>
              <a:spLocks/>
            </p:cNvSpPr>
            <p:nvPr/>
          </p:nvSpPr>
          <p:spPr bwMode="auto">
            <a:xfrm>
              <a:off x="5144782" y="2916238"/>
              <a:ext cx="215888" cy="3524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7"/>
                  </a:moveTo>
                  <a:lnTo>
                    <a:pt x="183" y="18486"/>
                  </a:lnTo>
                  <a:lnTo>
                    <a:pt x="459" y="17910"/>
                  </a:lnTo>
                  <a:lnTo>
                    <a:pt x="642" y="17297"/>
                  </a:lnTo>
                  <a:lnTo>
                    <a:pt x="642" y="16685"/>
                  </a:lnTo>
                  <a:lnTo>
                    <a:pt x="917" y="16072"/>
                  </a:lnTo>
                  <a:lnTo>
                    <a:pt x="1376" y="15495"/>
                  </a:lnTo>
                  <a:lnTo>
                    <a:pt x="1560" y="14919"/>
                  </a:lnTo>
                  <a:lnTo>
                    <a:pt x="1927" y="14270"/>
                  </a:lnTo>
                  <a:lnTo>
                    <a:pt x="2110" y="13694"/>
                  </a:lnTo>
                  <a:lnTo>
                    <a:pt x="2477" y="13117"/>
                  </a:lnTo>
                  <a:lnTo>
                    <a:pt x="2477" y="12541"/>
                  </a:lnTo>
                  <a:lnTo>
                    <a:pt x="2569" y="12000"/>
                  </a:lnTo>
                  <a:lnTo>
                    <a:pt x="2844" y="11459"/>
                  </a:lnTo>
                  <a:lnTo>
                    <a:pt x="2936" y="10847"/>
                  </a:lnTo>
                  <a:lnTo>
                    <a:pt x="3211" y="10378"/>
                  </a:lnTo>
                  <a:lnTo>
                    <a:pt x="3211" y="9802"/>
                  </a:lnTo>
                  <a:lnTo>
                    <a:pt x="3670" y="9261"/>
                  </a:lnTo>
                  <a:lnTo>
                    <a:pt x="4128" y="8721"/>
                  </a:lnTo>
                  <a:lnTo>
                    <a:pt x="4312" y="8288"/>
                  </a:lnTo>
                  <a:lnTo>
                    <a:pt x="4404" y="7748"/>
                  </a:lnTo>
                  <a:lnTo>
                    <a:pt x="4679" y="7243"/>
                  </a:lnTo>
                  <a:lnTo>
                    <a:pt x="4862" y="6811"/>
                  </a:lnTo>
                  <a:lnTo>
                    <a:pt x="5046" y="6342"/>
                  </a:lnTo>
                  <a:lnTo>
                    <a:pt x="5321" y="5874"/>
                  </a:lnTo>
                  <a:lnTo>
                    <a:pt x="5413" y="5477"/>
                  </a:lnTo>
                  <a:lnTo>
                    <a:pt x="5872" y="5009"/>
                  </a:lnTo>
                  <a:lnTo>
                    <a:pt x="5872" y="4505"/>
                  </a:lnTo>
                  <a:lnTo>
                    <a:pt x="6422" y="4144"/>
                  </a:lnTo>
                  <a:lnTo>
                    <a:pt x="6606" y="3748"/>
                  </a:lnTo>
                  <a:lnTo>
                    <a:pt x="6606" y="3423"/>
                  </a:lnTo>
                  <a:lnTo>
                    <a:pt x="7064" y="3099"/>
                  </a:lnTo>
                  <a:lnTo>
                    <a:pt x="7064" y="2703"/>
                  </a:lnTo>
                  <a:lnTo>
                    <a:pt x="7431" y="2414"/>
                  </a:lnTo>
                  <a:lnTo>
                    <a:pt x="7523" y="2090"/>
                  </a:lnTo>
                  <a:lnTo>
                    <a:pt x="7523" y="1838"/>
                  </a:lnTo>
                  <a:lnTo>
                    <a:pt x="7890" y="1586"/>
                  </a:lnTo>
                  <a:lnTo>
                    <a:pt x="7982" y="1297"/>
                  </a:lnTo>
                  <a:lnTo>
                    <a:pt x="8440" y="1081"/>
                  </a:lnTo>
                  <a:lnTo>
                    <a:pt x="8440" y="865"/>
                  </a:lnTo>
                  <a:lnTo>
                    <a:pt x="8899" y="685"/>
                  </a:lnTo>
                  <a:lnTo>
                    <a:pt x="8991" y="541"/>
                  </a:lnTo>
                  <a:lnTo>
                    <a:pt x="9174" y="360"/>
                  </a:lnTo>
                  <a:lnTo>
                    <a:pt x="9358" y="216"/>
                  </a:lnTo>
                  <a:lnTo>
                    <a:pt x="9358" y="144"/>
                  </a:lnTo>
                  <a:lnTo>
                    <a:pt x="9725" y="144"/>
                  </a:lnTo>
                  <a:lnTo>
                    <a:pt x="10183" y="36"/>
                  </a:lnTo>
                  <a:lnTo>
                    <a:pt x="10367" y="0"/>
                  </a:lnTo>
                  <a:lnTo>
                    <a:pt x="10642" y="36"/>
                  </a:lnTo>
                  <a:lnTo>
                    <a:pt x="10734" y="36"/>
                  </a:lnTo>
                  <a:lnTo>
                    <a:pt x="10826" y="144"/>
                  </a:lnTo>
                  <a:lnTo>
                    <a:pt x="11009" y="216"/>
                  </a:lnTo>
                  <a:lnTo>
                    <a:pt x="11468" y="360"/>
                  </a:lnTo>
                  <a:lnTo>
                    <a:pt x="11560" y="541"/>
                  </a:lnTo>
                  <a:lnTo>
                    <a:pt x="12018" y="757"/>
                  </a:lnTo>
                  <a:lnTo>
                    <a:pt x="12110" y="1009"/>
                  </a:lnTo>
                  <a:lnTo>
                    <a:pt x="12477" y="1261"/>
                  </a:lnTo>
                  <a:lnTo>
                    <a:pt x="12477" y="1586"/>
                  </a:lnTo>
                  <a:lnTo>
                    <a:pt x="12569" y="1874"/>
                  </a:lnTo>
                  <a:lnTo>
                    <a:pt x="12936" y="2306"/>
                  </a:lnTo>
                  <a:lnTo>
                    <a:pt x="12936" y="2703"/>
                  </a:lnTo>
                  <a:lnTo>
                    <a:pt x="13394" y="3171"/>
                  </a:lnTo>
                  <a:lnTo>
                    <a:pt x="13394" y="3532"/>
                  </a:lnTo>
                  <a:lnTo>
                    <a:pt x="13578" y="4036"/>
                  </a:lnTo>
                  <a:lnTo>
                    <a:pt x="14128" y="4396"/>
                  </a:lnTo>
                  <a:lnTo>
                    <a:pt x="14220" y="4973"/>
                  </a:lnTo>
                  <a:lnTo>
                    <a:pt x="14587" y="5477"/>
                  </a:lnTo>
                  <a:lnTo>
                    <a:pt x="14862" y="5982"/>
                  </a:lnTo>
                  <a:lnTo>
                    <a:pt x="15046" y="6486"/>
                  </a:lnTo>
                  <a:lnTo>
                    <a:pt x="15138" y="7063"/>
                  </a:lnTo>
                  <a:lnTo>
                    <a:pt x="15321" y="7676"/>
                  </a:lnTo>
                  <a:lnTo>
                    <a:pt x="15596" y="8216"/>
                  </a:lnTo>
                  <a:lnTo>
                    <a:pt x="15780" y="8757"/>
                  </a:lnTo>
                  <a:lnTo>
                    <a:pt x="15963" y="9369"/>
                  </a:lnTo>
                  <a:lnTo>
                    <a:pt x="16330" y="9910"/>
                  </a:lnTo>
                  <a:lnTo>
                    <a:pt x="16789" y="10414"/>
                  </a:lnTo>
                  <a:lnTo>
                    <a:pt x="16789" y="10991"/>
                  </a:lnTo>
                  <a:lnTo>
                    <a:pt x="17064" y="11604"/>
                  </a:lnTo>
                  <a:lnTo>
                    <a:pt x="17248" y="12144"/>
                  </a:lnTo>
                  <a:lnTo>
                    <a:pt x="17431" y="12757"/>
                  </a:lnTo>
                  <a:lnTo>
                    <a:pt x="17523" y="13297"/>
                  </a:lnTo>
                  <a:lnTo>
                    <a:pt x="17523" y="13838"/>
                  </a:lnTo>
                  <a:lnTo>
                    <a:pt x="17890" y="14378"/>
                  </a:lnTo>
                  <a:lnTo>
                    <a:pt x="17890" y="14991"/>
                  </a:lnTo>
                  <a:lnTo>
                    <a:pt x="18349" y="15495"/>
                  </a:lnTo>
                  <a:lnTo>
                    <a:pt x="18440" y="15964"/>
                  </a:lnTo>
                  <a:lnTo>
                    <a:pt x="18624" y="16396"/>
                  </a:lnTo>
                  <a:lnTo>
                    <a:pt x="18991" y="16829"/>
                  </a:lnTo>
                  <a:lnTo>
                    <a:pt x="19083" y="17297"/>
                  </a:lnTo>
                  <a:lnTo>
                    <a:pt x="19358" y="17694"/>
                  </a:lnTo>
                  <a:lnTo>
                    <a:pt x="19358" y="18162"/>
                  </a:lnTo>
                  <a:lnTo>
                    <a:pt x="19450" y="18486"/>
                  </a:lnTo>
                  <a:lnTo>
                    <a:pt x="19541" y="18919"/>
                  </a:lnTo>
                  <a:lnTo>
                    <a:pt x="19633" y="19171"/>
                  </a:lnTo>
                  <a:lnTo>
                    <a:pt x="19817" y="19459"/>
                  </a:lnTo>
                  <a:lnTo>
                    <a:pt x="19908" y="19784"/>
                  </a:lnTo>
                  <a:lnTo>
                    <a:pt x="19908" y="1996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6"/>
            <p:cNvSpPr>
              <a:spLocks/>
            </p:cNvSpPr>
            <p:nvPr/>
          </p:nvSpPr>
          <p:spPr bwMode="auto">
            <a:xfrm>
              <a:off x="5359083" y="3254375"/>
              <a:ext cx="226999" cy="3397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36"/>
                  </a:lnTo>
                  <a:lnTo>
                    <a:pt x="348" y="1271"/>
                  </a:lnTo>
                  <a:lnTo>
                    <a:pt x="522" y="1907"/>
                  </a:lnTo>
                  <a:lnTo>
                    <a:pt x="609" y="2505"/>
                  </a:lnTo>
                  <a:lnTo>
                    <a:pt x="870" y="3140"/>
                  </a:lnTo>
                  <a:lnTo>
                    <a:pt x="1304" y="3738"/>
                  </a:lnTo>
                  <a:lnTo>
                    <a:pt x="1304" y="4299"/>
                  </a:lnTo>
                  <a:lnTo>
                    <a:pt x="1565" y="4935"/>
                  </a:lnTo>
                  <a:lnTo>
                    <a:pt x="1652" y="5607"/>
                  </a:lnTo>
                  <a:lnTo>
                    <a:pt x="2261" y="6093"/>
                  </a:lnTo>
                  <a:lnTo>
                    <a:pt x="2435" y="6729"/>
                  </a:lnTo>
                  <a:lnTo>
                    <a:pt x="2522" y="7327"/>
                  </a:lnTo>
                  <a:lnTo>
                    <a:pt x="2609" y="7888"/>
                  </a:lnTo>
                  <a:lnTo>
                    <a:pt x="2783" y="8523"/>
                  </a:lnTo>
                  <a:lnTo>
                    <a:pt x="3043" y="9047"/>
                  </a:lnTo>
                  <a:lnTo>
                    <a:pt x="3130" y="9607"/>
                  </a:lnTo>
                  <a:lnTo>
                    <a:pt x="3130" y="10131"/>
                  </a:lnTo>
                  <a:lnTo>
                    <a:pt x="3478" y="10654"/>
                  </a:lnTo>
                  <a:lnTo>
                    <a:pt x="3652" y="11178"/>
                  </a:lnTo>
                  <a:lnTo>
                    <a:pt x="4000" y="11701"/>
                  </a:lnTo>
                  <a:lnTo>
                    <a:pt x="4174" y="12187"/>
                  </a:lnTo>
                  <a:lnTo>
                    <a:pt x="4348" y="12673"/>
                  </a:lnTo>
                  <a:lnTo>
                    <a:pt x="4435" y="13159"/>
                  </a:lnTo>
                  <a:lnTo>
                    <a:pt x="4609" y="13720"/>
                  </a:lnTo>
                  <a:lnTo>
                    <a:pt x="4870" y="14056"/>
                  </a:lnTo>
                  <a:lnTo>
                    <a:pt x="5217" y="14542"/>
                  </a:lnTo>
                  <a:lnTo>
                    <a:pt x="5478" y="14953"/>
                  </a:lnTo>
                  <a:lnTo>
                    <a:pt x="5652" y="15477"/>
                  </a:lnTo>
                  <a:lnTo>
                    <a:pt x="5739" y="15850"/>
                  </a:lnTo>
                  <a:lnTo>
                    <a:pt x="6087" y="16262"/>
                  </a:lnTo>
                  <a:lnTo>
                    <a:pt x="6174" y="16636"/>
                  </a:lnTo>
                  <a:lnTo>
                    <a:pt x="6522" y="16935"/>
                  </a:lnTo>
                  <a:lnTo>
                    <a:pt x="6783" y="17196"/>
                  </a:lnTo>
                  <a:lnTo>
                    <a:pt x="6870" y="17607"/>
                  </a:lnTo>
                  <a:lnTo>
                    <a:pt x="7130" y="17981"/>
                  </a:lnTo>
                  <a:lnTo>
                    <a:pt x="7217" y="18131"/>
                  </a:lnTo>
                  <a:lnTo>
                    <a:pt x="7565" y="18430"/>
                  </a:lnTo>
                  <a:lnTo>
                    <a:pt x="7565" y="18692"/>
                  </a:lnTo>
                  <a:lnTo>
                    <a:pt x="7652" y="18953"/>
                  </a:lnTo>
                  <a:lnTo>
                    <a:pt x="7826" y="19140"/>
                  </a:lnTo>
                  <a:lnTo>
                    <a:pt x="8087" y="19327"/>
                  </a:lnTo>
                  <a:lnTo>
                    <a:pt x="8522" y="19439"/>
                  </a:lnTo>
                  <a:lnTo>
                    <a:pt x="8609" y="19626"/>
                  </a:lnTo>
                  <a:lnTo>
                    <a:pt x="8957" y="19776"/>
                  </a:lnTo>
                  <a:lnTo>
                    <a:pt x="9130" y="19850"/>
                  </a:lnTo>
                  <a:lnTo>
                    <a:pt x="9304" y="19850"/>
                  </a:lnTo>
                  <a:lnTo>
                    <a:pt x="9478" y="19963"/>
                  </a:lnTo>
                  <a:lnTo>
                    <a:pt x="9652" y="19963"/>
                  </a:lnTo>
                  <a:lnTo>
                    <a:pt x="9826" y="19963"/>
                  </a:lnTo>
                  <a:lnTo>
                    <a:pt x="10174" y="19850"/>
                  </a:lnTo>
                  <a:lnTo>
                    <a:pt x="10348" y="19850"/>
                  </a:lnTo>
                  <a:lnTo>
                    <a:pt x="10522" y="19738"/>
                  </a:lnTo>
                  <a:lnTo>
                    <a:pt x="10696" y="19477"/>
                  </a:lnTo>
                  <a:lnTo>
                    <a:pt x="10870" y="19327"/>
                  </a:lnTo>
                  <a:lnTo>
                    <a:pt x="11391" y="19103"/>
                  </a:lnTo>
                  <a:lnTo>
                    <a:pt x="11391" y="18879"/>
                  </a:lnTo>
                  <a:lnTo>
                    <a:pt x="11913" y="18542"/>
                  </a:lnTo>
                  <a:lnTo>
                    <a:pt x="12174" y="18243"/>
                  </a:lnTo>
                  <a:lnTo>
                    <a:pt x="12348" y="17907"/>
                  </a:lnTo>
                  <a:lnTo>
                    <a:pt x="12522" y="17495"/>
                  </a:lnTo>
                  <a:lnTo>
                    <a:pt x="12522" y="17159"/>
                  </a:lnTo>
                  <a:lnTo>
                    <a:pt x="12870" y="16710"/>
                  </a:lnTo>
                  <a:lnTo>
                    <a:pt x="13130" y="16262"/>
                  </a:lnTo>
                  <a:lnTo>
                    <a:pt x="13217" y="15813"/>
                  </a:lnTo>
                  <a:lnTo>
                    <a:pt x="13565" y="15364"/>
                  </a:lnTo>
                  <a:lnTo>
                    <a:pt x="13913" y="14841"/>
                  </a:lnTo>
                  <a:lnTo>
                    <a:pt x="14087" y="14355"/>
                  </a:lnTo>
                  <a:lnTo>
                    <a:pt x="14348" y="13832"/>
                  </a:lnTo>
                  <a:lnTo>
                    <a:pt x="14696" y="13346"/>
                  </a:lnTo>
                  <a:lnTo>
                    <a:pt x="14783" y="12822"/>
                  </a:lnTo>
                  <a:lnTo>
                    <a:pt x="15304" y="12187"/>
                  </a:lnTo>
                  <a:lnTo>
                    <a:pt x="15565" y="11664"/>
                  </a:lnTo>
                  <a:lnTo>
                    <a:pt x="15652" y="11103"/>
                  </a:lnTo>
                  <a:lnTo>
                    <a:pt x="15826" y="10579"/>
                  </a:lnTo>
                  <a:lnTo>
                    <a:pt x="16087" y="10019"/>
                  </a:lnTo>
                  <a:lnTo>
                    <a:pt x="16435" y="9495"/>
                  </a:lnTo>
                  <a:lnTo>
                    <a:pt x="16783" y="8897"/>
                  </a:lnTo>
                  <a:lnTo>
                    <a:pt x="16870" y="8336"/>
                  </a:lnTo>
                  <a:lnTo>
                    <a:pt x="16957" y="7813"/>
                  </a:lnTo>
                  <a:lnTo>
                    <a:pt x="17217" y="7327"/>
                  </a:lnTo>
                  <a:lnTo>
                    <a:pt x="17391" y="6804"/>
                  </a:lnTo>
                  <a:lnTo>
                    <a:pt x="17565" y="6206"/>
                  </a:lnTo>
                  <a:lnTo>
                    <a:pt x="17565" y="5682"/>
                  </a:lnTo>
                  <a:lnTo>
                    <a:pt x="18087" y="5196"/>
                  </a:lnTo>
                  <a:lnTo>
                    <a:pt x="18348" y="4673"/>
                  </a:lnTo>
                  <a:lnTo>
                    <a:pt x="18435" y="4262"/>
                  </a:lnTo>
                  <a:lnTo>
                    <a:pt x="18696" y="3776"/>
                  </a:lnTo>
                  <a:lnTo>
                    <a:pt x="18957" y="3364"/>
                  </a:lnTo>
                  <a:lnTo>
                    <a:pt x="19130" y="3028"/>
                  </a:lnTo>
                  <a:lnTo>
                    <a:pt x="19391" y="2654"/>
                  </a:lnTo>
                  <a:lnTo>
                    <a:pt x="19391" y="2243"/>
                  </a:lnTo>
                  <a:lnTo>
                    <a:pt x="19478" y="1907"/>
                  </a:lnTo>
                  <a:lnTo>
                    <a:pt x="19565" y="1645"/>
                  </a:lnTo>
                  <a:lnTo>
                    <a:pt x="19826" y="1346"/>
                  </a:lnTo>
                  <a:lnTo>
                    <a:pt x="19826" y="1047"/>
                  </a:lnTo>
                  <a:lnTo>
                    <a:pt x="19913" y="8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7"/>
            <p:cNvSpPr>
              <a:spLocks/>
            </p:cNvSpPr>
            <p:nvPr/>
          </p:nvSpPr>
          <p:spPr bwMode="auto">
            <a:xfrm>
              <a:off x="5592432" y="2822575"/>
              <a:ext cx="217476" cy="4508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0"/>
                  </a:moveTo>
                  <a:lnTo>
                    <a:pt x="183" y="18507"/>
                  </a:lnTo>
                  <a:lnTo>
                    <a:pt x="459" y="17887"/>
                  </a:lnTo>
                  <a:lnTo>
                    <a:pt x="642" y="17324"/>
                  </a:lnTo>
                  <a:lnTo>
                    <a:pt x="642" y="16704"/>
                  </a:lnTo>
                  <a:lnTo>
                    <a:pt x="917" y="16085"/>
                  </a:lnTo>
                  <a:lnTo>
                    <a:pt x="1376" y="15521"/>
                  </a:lnTo>
                  <a:lnTo>
                    <a:pt x="1560" y="14873"/>
                  </a:lnTo>
                  <a:lnTo>
                    <a:pt x="1927" y="14282"/>
                  </a:lnTo>
                  <a:lnTo>
                    <a:pt x="2110" y="13718"/>
                  </a:lnTo>
                  <a:lnTo>
                    <a:pt x="2477" y="13127"/>
                  </a:lnTo>
                  <a:lnTo>
                    <a:pt x="2477" y="12620"/>
                  </a:lnTo>
                  <a:lnTo>
                    <a:pt x="2569" y="12085"/>
                  </a:lnTo>
                  <a:lnTo>
                    <a:pt x="2844" y="11465"/>
                  </a:lnTo>
                  <a:lnTo>
                    <a:pt x="2936" y="10901"/>
                  </a:lnTo>
                  <a:lnTo>
                    <a:pt x="3211" y="10366"/>
                  </a:lnTo>
                  <a:lnTo>
                    <a:pt x="3211" y="9831"/>
                  </a:lnTo>
                  <a:lnTo>
                    <a:pt x="3670" y="9239"/>
                  </a:lnTo>
                  <a:lnTo>
                    <a:pt x="4128" y="8817"/>
                  </a:lnTo>
                  <a:lnTo>
                    <a:pt x="4312" y="8197"/>
                  </a:lnTo>
                  <a:lnTo>
                    <a:pt x="4404" y="7718"/>
                  </a:lnTo>
                  <a:lnTo>
                    <a:pt x="4679" y="7211"/>
                  </a:lnTo>
                  <a:lnTo>
                    <a:pt x="4862" y="6845"/>
                  </a:lnTo>
                  <a:lnTo>
                    <a:pt x="5046" y="6366"/>
                  </a:lnTo>
                  <a:lnTo>
                    <a:pt x="5321" y="5915"/>
                  </a:lnTo>
                  <a:lnTo>
                    <a:pt x="5413" y="5380"/>
                  </a:lnTo>
                  <a:lnTo>
                    <a:pt x="5872" y="5014"/>
                  </a:lnTo>
                  <a:lnTo>
                    <a:pt x="5872" y="4563"/>
                  </a:lnTo>
                  <a:lnTo>
                    <a:pt x="6422" y="4141"/>
                  </a:lnTo>
                  <a:lnTo>
                    <a:pt x="6606" y="3803"/>
                  </a:lnTo>
                  <a:lnTo>
                    <a:pt x="6606" y="3380"/>
                  </a:lnTo>
                  <a:lnTo>
                    <a:pt x="7064" y="3014"/>
                  </a:lnTo>
                  <a:lnTo>
                    <a:pt x="7064" y="2676"/>
                  </a:lnTo>
                  <a:lnTo>
                    <a:pt x="7431" y="2479"/>
                  </a:lnTo>
                  <a:lnTo>
                    <a:pt x="7523" y="2113"/>
                  </a:lnTo>
                  <a:lnTo>
                    <a:pt x="7523" y="1831"/>
                  </a:lnTo>
                  <a:lnTo>
                    <a:pt x="7890" y="1549"/>
                  </a:lnTo>
                  <a:lnTo>
                    <a:pt x="7982" y="1324"/>
                  </a:lnTo>
                  <a:lnTo>
                    <a:pt x="8440" y="1099"/>
                  </a:lnTo>
                  <a:lnTo>
                    <a:pt x="8440" y="845"/>
                  </a:lnTo>
                  <a:lnTo>
                    <a:pt x="8899" y="676"/>
                  </a:lnTo>
                  <a:lnTo>
                    <a:pt x="8991" y="479"/>
                  </a:lnTo>
                  <a:lnTo>
                    <a:pt x="9174" y="423"/>
                  </a:lnTo>
                  <a:lnTo>
                    <a:pt x="9358" y="282"/>
                  </a:lnTo>
                  <a:lnTo>
                    <a:pt x="9358" y="141"/>
                  </a:lnTo>
                  <a:lnTo>
                    <a:pt x="9725" y="113"/>
                  </a:lnTo>
                  <a:lnTo>
                    <a:pt x="10183" y="28"/>
                  </a:lnTo>
                  <a:lnTo>
                    <a:pt x="10367" y="0"/>
                  </a:lnTo>
                  <a:lnTo>
                    <a:pt x="10642" y="28"/>
                  </a:lnTo>
                  <a:lnTo>
                    <a:pt x="10734" y="28"/>
                  </a:lnTo>
                  <a:lnTo>
                    <a:pt x="10826" y="113"/>
                  </a:lnTo>
                  <a:lnTo>
                    <a:pt x="11009" y="197"/>
                  </a:lnTo>
                  <a:lnTo>
                    <a:pt x="11468" y="423"/>
                  </a:lnTo>
                  <a:lnTo>
                    <a:pt x="11560" y="535"/>
                  </a:lnTo>
                  <a:lnTo>
                    <a:pt x="12018" y="761"/>
                  </a:lnTo>
                  <a:lnTo>
                    <a:pt x="12110" y="1014"/>
                  </a:lnTo>
                  <a:lnTo>
                    <a:pt x="12477" y="1268"/>
                  </a:lnTo>
                  <a:lnTo>
                    <a:pt x="12477" y="1549"/>
                  </a:lnTo>
                  <a:lnTo>
                    <a:pt x="12569" y="1887"/>
                  </a:lnTo>
                  <a:lnTo>
                    <a:pt x="12936" y="2310"/>
                  </a:lnTo>
                  <a:lnTo>
                    <a:pt x="12936" y="2676"/>
                  </a:lnTo>
                  <a:lnTo>
                    <a:pt x="13394" y="3127"/>
                  </a:lnTo>
                  <a:lnTo>
                    <a:pt x="13394" y="3493"/>
                  </a:lnTo>
                  <a:lnTo>
                    <a:pt x="13578" y="3972"/>
                  </a:lnTo>
                  <a:lnTo>
                    <a:pt x="14128" y="4451"/>
                  </a:lnTo>
                  <a:lnTo>
                    <a:pt x="14220" y="4986"/>
                  </a:lnTo>
                  <a:lnTo>
                    <a:pt x="14587" y="5437"/>
                  </a:lnTo>
                  <a:lnTo>
                    <a:pt x="14862" y="6000"/>
                  </a:lnTo>
                  <a:lnTo>
                    <a:pt x="15046" y="6507"/>
                  </a:lnTo>
                  <a:lnTo>
                    <a:pt x="15138" y="7070"/>
                  </a:lnTo>
                  <a:lnTo>
                    <a:pt x="15321" y="7577"/>
                  </a:lnTo>
                  <a:lnTo>
                    <a:pt x="15596" y="8169"/>
                  </a:lnTo>
                  <a:lnTo>
                    <a:pt x="15780" y="8817"/>
                  </a:lnTo>
                  <a:lnTo>
                    <a:pt x="15963" y="9324"/>
                  </a:lnTo>
                  <a:lnTo>
                    <a:pt x="16330" y="9915"/>
                  </a:lnTo>
                  <a:lnTo>
                    <a:pt x="16789" y="10451"/>
                  </a:lnTo>
                  <a:lnTo>
                    <a:pt x="16789" y="11042"/>
                  </a:lnTo>
                  <a:lnTo>
                    <a:pt x="17064" y="11634"/>
                  </a:lnTo>
                  <a:lnTo>
                    <a:pt x="17248" y="12197"/>
                  </a:lnTo>
                  <a:lnTo>
                    <a:pt x="17431" y="12789"/>
                  </a:lnTo>
                  <a:lnTo>
                    <a:pt x="17523" y="13296"/>
                  </a:lnTo>
                  <a:lnTo>
                    <a:pt x="17523" y="13803"/>
                  </a:lnTo>
                  <a:lnTo>
                    <a:pt x="17890" y="14394"/>
                  </a:lnTo>
                  <a:lnTo>
                    <a:pt x="17890" y="14930"/>
                  </a:lnTo>
                  <a:lnTo>
                    <a:pt x="18349" y="15437"/>
                  </a:lnTo>
                  <a:lnTo>
                    <a:pt x="18440" y="15887"/>
                  </a:lnTo>
                  <a:lnTo>
                    <a:pt x="18624" y="16451"/>
                  </a:lnTo>
                  <a:lnTo>
                    <a:pt x="18991" y="16845"/>
                  </a:lnTo>
                  <a:lnTo>
                    <a:pt x="19083" y="17324"/>
                  </a:lnTo>
                  <a:lnTo>
                    <a:pt x="19358" y="17718"/>
                  </a:lnTo>
                  <a:lnTo>
                    <a:pt x="19358" y="18169"/>
                  </a:lnTo>
                  <a:lnTo>
                    <a:pt x="19450" y="18563"/>
                  </a:lnTo>
                  <a:lnTo>
                    <a:pt x="19541" y="18845"/>
                  </a:lnTo>
                  <a:lnTo>
                    <a:pt x="19633" y="19155"/>
                  </a:lnTo>
                  <a:lnTo>
                    <a:pt x="19817" y="19521"/>
                  </a:lnTo>
                  <a:lnTo>
                    <a:pt x="19908" y="19718"/>
                  </a:lnTo>
                  <a:lnTo>
                    <a:pt x="19908" y="1997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8"/>
            <p:cNvSpPr>
              <a:spLocks/>
            </p:cNvSpPr>
            <p:nvPr/>
          </p:nvSpPr>
          <p:spPr bwMode="auto">
            <a:xfrm>
              <a:off x="5806732" y="3255963"/>
              <a:ext cx="228587" cy="4333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14"/>
                  </a:lnTo>
                  <a:lnTo>
                    <a:pt x="348" y="1287"/>
                  </a:lnTo>
                  <a:lnTo>
                    <a:pt x="522" y="1901"/>
                  </a:lnTo>
                  <a:lnTo>
                    <a:pt x="609" y="2544"/>
                  </a:lnTo>
                  <a:lnTo>
                    <a:pt x="870" y="3129"/>
                  </a:lnTo>
                  <a:lnTo>
                    <a:pt x="1304" y="3713"/>
                  </a:lnTo>
                  <a:lnTo>
                    <a:pt x="1304" y="4357"/>
                  </a:lnTo>
                  <a:lnTo>
                    <a:pt x="1565" y="4971"/>
                  </a:lnTo>
                  <a:lnTo>
                    <a:pt x="1652" y="5556"/>
                  </a:lnTo>
                  <a:lnTo>
                    <a:pt x="2261" y="6170"/>
                  </a:lnTo>
                  <a:lnTo>
                    <a:pt x="2435" y="6754"/>
                  </a:lnTo>
                  <a:lnTo>
                    <a:pt x="2522" y="7310"/>
                  </a:lnTo>
                  <a:lnTo>
                    <a:pt x="2609" y="7865"/>
                  </a:lnTo>
                  <a:lnTo>
                    <a:pt x="2783" y="8480"/>
                  </a:lnTo>
                  <a:lnTo>
                    <a:pt x="3043" y="9006"/>
                  </a:lnTo>
                  <a:lnTo>
                    <a:pt x="3130" y="9561"/>
                  </a:lnTo>
                  <a:lnTo>
                    <a:pt x="3130" y="10117"/>
                  </a:lnTo>
                  <a:lnTo>
                    <a:pt x="3478" y="10673"/>
                  </a:lnTo>
                  <a:lnTo>
                    <a:pt x="3652" y="11199"/>
                  </a:lnTo>
                  <a:lnTo>
                    <a:pt x="4000" y="11725"/>
                  </a:lnTo>
                  <a:lnTo>
                    <a:pt x="4174" y="12222"/>
                  </a:lnTo>
                  <a:lnTo>
                    <a:pt x="4348" y="12690"/>
                  </a:lnTo>
                  <a:lnTo>
                    <a:pt x="4435" y="13187"/>
                  </a:lnTo>
                  <a:lnTo>
                    <a:pt x="4609" y="13626"/>
                  </a:lnTo>
                  <a:lnTo>
                    <a:pt x="4870" y="14123"/>
                  </a:lnTo>
                  <a:lnTo>
                    <a:pt x="5217" y="14561"/>
                  </a:lnTo>
                  <a:lnTo>
                    <a:pt x="5478" y="15029"/>
                  </a:lnTo>
                  <a:lnTo>
                    <a:pt x="5652" y="15439"/>
                  </a:lnTo>
                  <a:lnTo>
                    <a:pt x="5739" y="15848"/>
                  </a:lnTo>
                  <a:lnTo>
                    <a:pt x="6087" y="16199"/>
                  </a:lnTo>
                  <a:lnTo>
                    <a:pt x="6174" y="16637"/>
                  </a:lnTo>
                  <a:lnTo>
                    <a:pt x="6522" y="16959"/>
                  </a:lnTo>
                  <a:lnTo>
                    <a:pt x="6783" y="17339"/>
                  </a:lnTo>
                  <a:lnTo>
                    <a:pt x="6870" y="17515"/>
                  </a:lnTo>
                  <a:lnTo>
                    <a:pt x="7130" y="17924"/>
                  </a:lnTo>
                  <a:lnTo>
                    <a:pt x="7217" y="18129"/>
                  </a:lnTo>
                  <a:lnTo>
                    <a:pt x="7565" y="18480"/>
                  </a:lnTo>
                  <a:lnTo>
                    <a:pt x="7565" y="18713"/>
                  </a:lnTo>
                  <a:lnTo>
                    <a:pt x="7652" y="18918"/>
                  </a:lnTo>
                  <a:lnTo>
                    <a:pt x="7826" y="19123"/>
                  </a:lnTo>
                  <a:lnTo>
                    <a:pt x="8087" y="19327"/>
                  </a:lnTo>
                  <a:lnTo>
                    <a:pt x="8522" y="19503"/>
                  </a:lnTo>
                  <a:lnTo>
                    <a:pt x="8609" y="19561"/>
                  </a:lnTo>
                  <a:lnTo>
                    <a:pt x="8957" y="19708"/>
                  </a:lnTo>
                  <a:lnTo>
                    <a:pt x="9130" y="19854"/>
                  </a:lnTo>
                  <a:lnTo>
                    <a:pt x="9304" y="19883"/>
                  </a:lnTo>
                  <a:lnTo>
                    <a:pt x="9478" y="19971"/>
                  </a:lnTo>
                  <a:lnTo>
                    <a:pt x="9652" y="19971"/>
                  </a:lnTo>
                  <a:lnTo>
                    <a:pt x="9826" y="19971"/>
                  </a:lnTo>
                  <a:lnTo>
                    <a:pt x="10174" y="19883"/>
                  </a:lnTo>
                  <a:lnTo>
                    <a:pt x="10348" y="19854"/>
                  </a:lnTo>
                  <a:lnTo>
                    <a:pt x="10522" y="19708"/>
                  </a:lnTo>
                  <a:lnTo>
                    <a:pt x="10696" y="19503"/>
                  </a:lnTo>
                  <a:lnTo>
                    <a:pt x="10870" y="19327"/>
                  </a:lnTo>
                  <a:lnTo>
                    <a:pt x="11391" y="19123"/>
                  </a:lnTo>
                  <a:lnTo>
                    <a:pt x="11391" y="18801"/>
                  </a:lnTo>
                  <a:lnTo>
                    <a:pt x="11913" y="18538"/>
                  </a:lnTo>
                  <a:lnTo>
                    <a:pt x="12174" y="18216"/>
                  </a:lnTo>
                  <a:lnTo>
                    <a:pt x="12348" y="17924"/>
                  </a:lnTo>
                  <a:lnTo>
                    <a:pt x="12522" y="17515"/>
                  </a:lnTo>
                  <a:lnTo>
                    <a:pt x="12522" y="17164"/>
                  </a:lnTo>
                  <a:lnTo>
                    <a:pt x="12870" y="16725"/>
                  </a:lnTo>
                  <a:lnTo>
                    <a:pt x="13130" y="16287"/>
                  </a:lnTo>
                  <a:lnTo>
                    <a:pt x="13217" y="15819"/>
                  </a:lnTo>
                  <a:lnTo>
                    <a:pt x="13565" y="15351"/>
                  </a:lnTo>
                  <a:lnTo>
                    <a:pt x="13913" y="14854"/>
                  </a:lnTo>
                  <a:lnTo>
                    <a:pt x="14087" y="14386"/>
                  </a:lnTo>
                  <a:lnTo>
                    <a:pt x="14348" y="13830"/>
                  </a:lnTo>
                  <a:lnTo>
                    <a:pt x="14696" y="13304"/>
                  </a:lnTo>
                  <a:lnTo>
                    <a:pt x="14783" y="12778"/>
                  </a:lnTo>
                  <a:lnTo>
                    <a:pt x="15304" y="12222"/>
                  </a:lnTo>
                  <a:lnTo>
                    <a:pt x="15565" y="11579"/>
                  </a:lnTo>
                  <a:lnTo>
                    <a:pt x="15652" y="11082"/>
                  </a:lnTo>
                  <a:lnTo>
                    <a:pt x="15826" y="10556"/>
                  </a:lnTo>
                  <a:lnTo>
                    <a:pt x="16087" y="10000"/>
                  </a:lnTo>
                  <a:lnTo>
                    <a:pt x="16435" y="9444"/>
                  </a:lnTo>
                  <a:lnTo>
                    <a:pt x="16783" y="8947"/>
                  </a:lnTo>
                  <a:lnTo>
                    <a:pt x="16870" y="8421"/>
                  </a:lnTo>
                  <a:lnTo>
                    <a:pt x="16957" y="7778"/>
                  </a:lnTo>
                  <a:lnTo>
                    <a:pt x="17217" y="7310"/>
                  </a:lnTo>
                  <a:lnTo>
                    <a:pt x="17391" y="6754"/>
                  </a:lnTo>
                  <a:lnTo>
                    <a:pt x="17565" y="6257"/>
                  </a:lnTo>
                  <a:lnTo>
                    <a:pt x="17565" y="5731"/>
                  </a:lnTo>
                  <a:lnTo>
                    <a:pt x="18087" y="5234"/>
                  </a:lnTo>
                  <a:lnTo>
                    <a:pt x="18348" y="4737"/>
                  </a:lnTo>
                  <a:lnTo>
                    <a:pt x="18435" y="4269"/>
                  </a:lnTo>
                  <a:lnTo>
                    <a:pt x="18696" y="3860"/>
                  </a:lnTo>
                  <a:lnTo>
                    <a:pt x="18957" y="3363"/>
                  </a:lnTo>
                  <a:lnTo>
                    <a:pt x="19130" y="2953"/>
                  </a:lnTo>
                  <a:lnTo>
                    <a:pt x="19391" y="2573"/>
                  </a:lnTo>
                  <a:lnTo>
                    <a:pt x="19391" y="2251"/>
                  </a:lnTo>
                  <a:lnTo>
                    <a:pt x="19478" y="1901"/>
                  </a:lnTo>
                  <a:lnTo>
                    <a:pt x="19565" y="1579"/>
                  </a:lnTo>
                  <a:lnTo>
                    <a:pt x="19826" y="1374"/>
                  </a:lnTo>
                  <a:lnTo>
                    <a:pt x="19826" y="1082"/>
                  </a:lnTo>
                  <a:lnTo>
                    <a:pt x="19913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9"/>
            <p:cNvSpPr>
              <a:spLocks/>
            </p:cNvSpPr>
            <p:nvPr/>
          </p:nvSpPr>
          <p:spPr bwMode="auto">
            <a:xfrm>
              <a:off x="6024207" y="2838450"/>
              <a:ext cx="215888" cy="41910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0"/>
                  </a:moveTo>
                  <a:lnTo>
                    <a:pt x="183" y="18483"/>
                  </a:lnTo>
                  <a:lnTo>
                    <a:pt x="459" y="17936"/>
                  </a:lnTo>
                  <a:lnTo>
                    <a:pt x="642" y="17269"/>
                  </a:lnTo>
                  <a:lnTo>
                    <a:pt x="642" y="16692"/>
                  </a:lnTo>
                  <a:lnTo>
                    <a:pt x="917" y="16146"/>
                  </a:lnTo>
                  <a:lnTo>
                    <a:pt x="1376" y="15539"/>
                  </a:lnTo>
                  <a:lnTo>
                    <a:pt x="1560" y="14871"/>
                  </a:lnTo>
                  <a:lnTo>
                    <a:pt x="1927" y="14325"/>
                  </a:lnTo>
                  <a:lnTo>
                    <a:pt x="2110" y="13718"/>
                  </a:lnTo>
                  <a:lnTo>
                    <a:pt x="2477" y="13111"/>
                  </a:lnTo>
                  <a:lnTo>
                    <a:pt x="2477" y="12595"/>
                  </a:lnTo>
                  <a:lnTo>
                    <a:pt x="2569" y="12049"/>
                  </a:lnTo>
                  <a:lnTo>
                    <a:pt x="2844" y="11472"/>
                  </a:lnTo>
                  <a:lnTo>
                    <a:pt x="2936" y="10926"/>
                  </a:lnTo>
                  <a:lnTo>
                    <a:pt x="3211" y="10349"/>
                  </a:lnTo>
                  <a:lnTo>
                    <a:pt x="3211" y="9894"/>
                  </a:lnTo>
                  <a:lnTo>
                    <a:pt x="3670" y="9317"/>
                  </a:lnTo>
                  <a:lnTo>
                    <a:pt x="4128" y="8741"/>
                  </a:lnTo>
                  <a:lnTo>
                    <a:pt x="4312" y="8194"/>
                  </a:lnTo>
                  <a:lnTo>
                    <a:pt x="4404" y="7709"/>
                  </a:lnTo>
                  <a:lnTo>
                    <a:pt x="4679" y="7223"/>
                  </a:lnTo>
                  <a:lnTo>
                    <a:pt x="4862" y="6798"/>
                  </a:lnTo>
                  <a:lnTo>
                    <a:pt x="5046" y="6282"/>
                  </a:lnTo>
                  <a:lnTo>
                    <a:pt x="5321" y="5857"/>
                  </a:lnTo>
                  <a:lnTo>
                    <a:pt x="5413" y="5402"/>
                  </a:lnTo>
                  <a:lnTo>
                    <a:pt x="5872" y="4947"/>
                  </a:lnTo>
                  <a:lnTo>
                    <a:pt x="5872" y="4613"/>
                  </a:lnTo>
                  <a:lnTo>
                    <a:pt x="6422" y="4188"/>
                  </a:lnTo>
                  <a:lnTo>
                    <a:pt x="6606" y="3763"/>
                  </a:lnTo>
                  <a:lnTo>
                    <a:pt x="6606" y="3399"/>
                  </a:lnTo>
                  <a:lnTo>
                    <a:pt x="7064" y="3005"/>
                  </a:lnTo>
                  <a:lnTo>
                    <a:pt x="7064" y="2731"/>
                  </a:lnTo>
                  <a:lnTo>
                    <a:pt x="7431" y="2458"/>
                  </a:lnTo>
                  <a:lnTo>
                    <a:pt x="7523" y="2064"/>
                  </a:lnTo>
                  <a:lnTo>
                    <a:pt x="7523" y="1851"/>
                  </a:lnTo>
                  <a:lnTo>
                    <a:pt x="7890" y="1548"/>
                  </a:lnTo>
                  <a:lnTo>
                    <a:pt x="7982" y="1335"/>
                  </a:lnTo>
                  <a:lnTo>
                    <a:pt x="8440" y="1062"/>
                  </a:lnTo>
                  <a:lnTo>
                    <a:pt x="8440" y="910"/>
                  </a:lnTo>
                  <a:lnTo>
                    <a:pt x="8899" y="637"/>
                  </a:lnTo>
                  <a:lnTo>
                    <a:pt x="8991" y="516"/>
                  </a:lnTo>
                  <a:lnTo>
                    <a:pt x="9174" y="455"/>
                  </a:lnTo>
                  <a:lnTo>
                    <a:pt x="9358" y="182"/>
                  </a:lnTo>
                  <a:lnTo>
                    <a:pt x="9358" y="152"/>
                  </a:lnTo>
                  <a:lnTo>
                    <a:pt x="9725" y="121"/>
                  </a:lnTo>
                  <a:lnTo>
                    <a:pt x="10183" y="30"/>
                  </a:lnTo>
                  <a:lnTo>
                    <a:pt x="10367" y="0"/>
                  </a:lnTo>
                  <a:lnTo>
                    <a:pt x="10642" y="30"/>
                  </a:lnTo>
                  <a:lnTo>
                    <a:pt x="10734" y="30"/>
                  </a:lnTo>
                  <a:lnTo>
                    <a:pt x="10826" y="121"/>
                  </a:lnTo>
                  <a:lnTo>
                    <a:pt x="11009" y="152"/>
                  </a:lnTo>
                  <a:lnTo>
                    <a:pt x="11468" y="425"/>
                  </a:lnTo>
                  <a:lnTo>
                    <a:pt x="11560" y="516"/>
                  </a:lnTo>
                  <a:lnTo>
                    <a:pt x="12018" y="819"/>
                  </a:lnTo>
                  <a:lnTo>
                    <a:pt x="12110" y="1002"/>
                  </a:lnTo>
                  <a:lnTo>
                    <a:pt x="12477" y="1275"/>
                  </a:lnTo>
                  <a:lnTo>
                    <a:pt x="12477" y="1548"/>
                  </a:lnTo>
                  <a:lnTo>
                    <a:pt x="12569" y="1851"/>
                  </a:lnTo>
                  <a:lnTo>
                    <a:pt x="12936" y="2307"/>
                  </a:lnTo>
                  <a:lnTo>
                    <a:pt x="12936" y="2731"/>
                  </a:lnTo>
                  <a:lnTo>
                    <a:pt x="13394" y="3065"/>
                  </a:lnTo>
                  <a:lnTo>
                    <a:pt x="13394" y="3490"/>
                  </a:lnTo>
                  <a:lnTo>
                    <a:pt x="13578" y="3976"/>
                  </a:lnTo>
                  <a:lnTo>
                    <a:pt x="14128" y="4431"/>
                  </a:lnTo>
                  <a:lnTo>
                    <a:pt x="14220" y="4917"/>
                  </a:lnTo>
                  <a:lnTo>
                    <a:pt x="14587" y="5524"/>
                  </a:lnTo>
                  <a:lnTo>
                    <a:pt x="14862" y="5979"/>
                  </a:lnTo>
                  <a:lnTo>
                    <a:pt x="15046" y="6616"/>
                  </a:lnTo>
                  <a:lnTo>
                    <a:pt x="15138" y="7041"/>
                  </a:lnTo>
                  <a:lnTo>
                    <a:pt x="15321" y="7587"/>
                  </a:lnTo>
                  <a:lnTo>
                    <a:pt x="15596" y="8164"/>
                  </a:lnTo>
                  <a:lnTo>
                    <a:pt x="15780" y="8741"/>
                  </a:lnTo>
                  <a:lnTo>
                    <a:pt x="15963" y="9317"/>
                  </a:lnTo>
                  <a:lnTo>
                    <a:pt x="16330" y="9924"/>
                  </a:lnTo>
                  <a:lnTo>
                    <a:pt x="16789" y="10501"/>
                  </a:lnTo>
                  <a:lnTo>
                    <a:pt x="16789" y="11047"/>
                  </a:lnTo>
                  <a:lnTo>
                    <a:pt x="17064" y="11624"/>
                  </a:lnTo>
                  <a:lnTo>
                    <a:pt x="17248" y="12231"/>
                  </a:lnTo>
                  <a:lnTo>
                    <a:pt x="17431" y="12777"/>
                  </a:lnTo>
                  <a:lnTo>
                    <a:pt x="17523" y="13293"/>
                  </a:lnTo>
                  <a:lnTo>
                    <a:pt x="17523" y="13809"/>
                  </a:lnTo>
                  <a:lnTo>
                    <a:pt x="17890" y="14385"/>
                  </a:lnTo>
                  <a:lnTo>
                    <a:pt x="17890" y="14932"/>
                  </a:lnTo>
                  <a:lnTo>
                    <a:pt x="18349" y="15387"/>
                  </a:lnTo>
                  <a:lnTo>
                    <a:pt x="18440" y="15873"/>
                  </a:lnTo>
                  <a:lnTo>
                    <a:pt x="18624" y="16358"/>
                  </a:lnTo>
                  <a:lnTo>
                    <a:pt x="18991" y="16844"/>
                  </a:lnTo>
                  <a:lnTo>
                    <a:pt x="19083" y="17269"/>
                  </a:lnTo>
                  <a:lnTo>
                    <a:pt x="19358" y="17724"/>
                  </a:lnTo>
                  <a:lnTo>
                    <a:pt x="19358" y="18149"/>
                  </a:lnTo>
                  <a:lnTo>
                    <a:pt x="19450" y="18513"/>
                  </a:lnTo>
                  <a:lnTo>
                    <a:pt x="19541" y="18877"/>
                  </a:lnTo>
                  <a:lnTo>
                    <a:pt x="19633" y="19150"/>
                  </a:lnTo>
                  <a:lnTo>
                    <a:pt x="19817" y="19484"/>
                  </a:lnTo>
                  <a:lnTo>
                    <a:pt x="19908" y="19818"/>
                  </a:lnTo>
                  <a:lnTo>
                    <a:pt x="19908" y="199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40"/>
            <p:cNvSpPr>
              <a:spLocks/>
            </p:cNvSpPr>
            <p:nvPr/>
          </p:nvSpPr>
          <p:spPr bwMode="auto">
            <a:xfrm>
              <a:off x="6238508" y="3238500"/>
              <a:ext cx="228587" cy="403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99"/>
                  </a:lnTo>
                  <a:lnTo>
                    <a:pt x="348" y="1325"/>
                  </a:lnTo>
                  <a:lnTo>
                    <a:pt x="522" y="1924"/>
                  </a:lnTo>
                  <a:lnTo>
                    <a:pt x="609" y="2524"/>
                  </a:lnTo>
                  <a:lnTo>
                    <a:pt x="870" y="3155"/>
                  </a:lnTo>
                  <a:lnTo>
                    <a:pt x="1304" y="3691"/>
                  </a:lnTo>
                  <a:lnTo>
                    <a:pt x="1304" y="4385"/>
                  </a:lnTo>
                  <a:lnTo>
                    <a:pt x="1565" y="4984"/>
                  </a:lnTo>
                  <a:lnTo>
                    <a:pt x="1652" y="5552"/>
                  </a:lnTo>
                  <a:lnTo>
                    <a:pt x="2261" y="6151"/>
                  </a:lnTo>
                  <a:lnTo>
                    <a:pt x="2435" y="6845"/>
                  </a:lnTo>
                  <a:lnTo>
                    <a:pt x="2522" y="7350"/>
                  </a:lnTo>
                  <a:lnTo>
                    <a:pt x="2609" y="7886"/>
                  </a:lnTo>
                  <a:lnTo>
                    <a:pt x="2783" y="8486"/>
                  </a:lnTo>
                  <a:lnTo>
                    <a:pt x="3043" y="8991"/>
                  </a:lnTo>
                  <a:lnTo>
                    <a:pt x="3130" y="9590"/>
                  </a:lnTo>
                  <a:lnTo>
                    <a:pt x="3130" y="10126"/>
                  </a:lnTo>
                  <a:lnTo>
                    <a:pt x="3478" y="10631"/>
                  </a:lnTo>
                  <a:lnTo>
                    <a:pt x="3652" y="11167"/>
                  </a:lnTo>
                  <a:lnTo>
                    <a:pt x="4000" y="11703"/>
                  </a:lnTo>
                  <a:lnTo>
                    <a:pt x="4174" y="12177"/>
                  </a:lnTo>
                  <a:lnTo>
                    <a:pt x="4348" y="12650"/>
                  </a:lnTo>
                  <a:lnTo>
                    <a:pt x="4435" y="13155"/>
                  </a:lnTo>
                  <a:lnTo>
                    <a:pt x="4609" y="13628"/>
                  </a:lnTo>
                  <a:lnTo>
                    <a:pt x="4870" y="14164"/>
                  </a:lnTo>
                  <a:lnTo>
                    <a:pt x="5217" y="14479"/>
                  </a:lnTo>
                  <a:lnTo>
                    <a:pt x="5478" y="15016"/>
                  </a:lnTo>
                  <a:lnTo>
                    <a:pt x="5652" y="15426"/>
                  </a:lnTo>
                  <a:lnTo>
                    <a:pt x="5739" y="15868"/>
                  </a:lnTo>
                  <a:lnTo>
                    <a:pt x="6087" y="16183"/>
                  </a:lnTo>
                  <a:lnTo>
                    <a:pt x="6174" y="16625"/>
                  </a:lnTo>
                  <a:lnTo>
                    <a:pt x="6522" y="17003"/>
                  </a:lnTo>
                  <a:lnTo>
                    <a:pt x="6783" y="17350"/>
                  </a:lnTo>
                  <a:lnTo>
                    <a:pt x="6870" y="17571"/>
                  </a:lnTo>
                  <a:lnTo>
                    <a:pt x="7130" y="17950"/>
                  </a:lnTo>
                  <a:lnTo>
                    <a:pt x="7217" y="18170"/>
                  </a:lnTo>
                  <a:lnTo>
                    <a:pt x="7565" y="18454"/>
                  </a:lnTo>
                  <a:lnTo>
                    <a:pt x="7565" y="18675"/>
                  </a:lnTo>
                  <a:lnTo>
                    <a:pt x="7652" y="18896"/>
                  </a:lnTo>
                  <a:lnTo>
                    <a:pt x="7826" y="19117"/>
                  </a:lnTo>
                  <a:lnTo>
                    <a:pt x="8087" y="19369"/>
                  </a:lnTo>
                  <a:lnTo>
                    <a:pt x="8522" y="19464"/>
                  </a:lnTo>
                  <a:lnTo>
                    <a:pt x="8609" y="19558"/>
                  </a:lnTo>
                  <a:lnTo>
                    <a:pt x="8957" y="19811"/>
                  </a:lnTo>
                  <a:lnTo>
                    <a:pt x="9130" y="19842"/>
                  </a:lnTo>
                  <a:lnTo>
                    <a:pt x="9304" y="19874"/>
                  </a:lnTo>
                  <a:lnTo>
                    <a:pt x="9478" y="19968"/>
                  </a:lnTo>
                  <a:lnTo>
                    <a:pt x="9652" y="19968"/>
                  </a:lnTo>
                  <a:lnTo>
                    <a:pt x="9826" y="19968"/>
                  </a:lnTo>
                  <a:lnTo>
                    <a:pt x="10174" y="19874"/>
                  </a:lnTo>
                  <a:lnTo>
                    <a:pt x="10348" y="19842"/>
                  </a:lnTo>
                  <a:lnTo>
                    <a:pt x="10522" y="19811"/>
                  </a:lnTo>
                  <a:lnTo>
                    <a:pt x="10696" y="19464"/>
                  </a:lnTo>
                  <a:lnTo>
                    <a:pt x="10870" y="19369"/>
                  </a:lnTo>
                  <a:lnTo>
                    <a:pt x="11391" y="19054"/>
                  </a:lnTo>
                  <a:lnTo>
                    <a:pt x="11391" y="18864"/>
                  </a:lnTo>
                  <a:lnTo>
                    <a:pt x="11913" y="18486"/>
                  </a:lnTo>
                  <a:lnTo>
                    <a:pt x="12174" y="18233"/>
                  </a:lnTo>
                  <a:lnTo>
                    <a:pt x="12348" y="17950"/>
                  </a:lnTo>
                  <a:lnTo>
                    <a:pt x="12522" y="17476"/>
                  </a:lnTo>
                  <a:lnTo>
                    <a:pt x="12522" y="17161"/>
                  </a:lnTo>
                  <a:lnTo>
                    <a:pt x="12870" y="16688"/>
                  </a:lnTo>
                  <a:lnTo>
                    <a:pt x="13130" y="16309"/>
                  </a:lnTo>
                  <a:lnTo>
                    <a:pt x="13217" y="15868"/>
                  </a:lnTo>
                  <a:lnTo>
                    <a:pt x="13565" y="15363"/>
                  </a:lnTo>
                  <a:lnTo>
                    <a:pt x="13913" y="14890"/>
                  </a:lnTo>
                  <a:lnTo>
                    <a:pt x="14087" y="14353"/>
                  </a:lnTo>
                  <a:lnTo>
                    <a:pt x="14348" y="13849"/>
                  </a:lnTo>
                  <a:lnTo>
                    <a:pt x="14696" y="13312"/>
                  </a:lnTo>
                  <a:lnTo>
                    <a:pt x="14783" y="12808"/>
                  </a:lnTo>
                  <a:lnTo>
                    <a:pt x="15304" y="12177"/>
                  </a:lnTo>
                  <a:lnTo>
                    <a:pt x="15565" y="11672"/>
                  </a:lnTo>
                  <a:lnTo>
                    <a:pt x="15652" y="11073"/>
                  </a:lnTo>
                  <a:lnTo>
                    <a:pt x="15826" y="10536"/>
                  </a:lnTo>
                  <a:lnTo>
                    <a:pt x="16087" y="10000"/>
                  </a:lnTo>
                  <a:lnTo>
                    <a:pt x="16435" y="9464"/>
                  </a:lnTo>
                  <a:lnTo>
                    <a:pt x="16783" y="8927"/>
                  </a:lnTo>
                  <a:lnTo>
                    <a:pt x="16870" y="8360"/>
                  </a:lnTo>
                  <a:lnTo>
                    <a:pt x="16957" y="7823"/>
                  </a:lnTo>
                  <a:lnTo>
                    <a:pt x="17217" y="7350"/>
                  </a:lnTo>
                  <a:lnTo>
                    <a:pt x="17391" y="6845"/>
                  </a:lnTo>
                  <a:lnTo>
                    <a:pt x="17565" y="6151"/>
                  </a:lnTo>
                  <a:lnTo>
                    <a:pt x="17565" y="5741"/>
                  </a:lnTo>
                  <a:lnTo>
                    <a:pt x="18087" y="5174"/>
                  </a:lnTo>
                  <a:lnTo>
                    <a:pt x="18348" y="4732"/>
                  </a:lnTo>
                  <a:lnTo>
                    <a:pt x="18435" y="4290"/>
                  </a:lnTo>
                  <a:lnTo>
                    <a:pt x="18696" y="3849"/>
                  </a:lnTo>
                  <a:lnTo>
                    <a:pt x="18957" y="3375"/>
                  </a:lnTo>
                  <a:lnTo>
                    <a:pt x="19130" y="2965"/>
                  </a:lnTo>
                  <a:lnTo>
                    <a:pt x="19391" y="2555"/>
                  </a:lnTo>
                  <a:lnTo>
                    <a:pt x="19391" y="2334"/>
                  </a:lnTo>
                  <a:lnTo>
                    <a:pt x="19478" y="1924"/>
                  </a:lnTo>
                  <a:lnTo>
                    <a:pt x="19565" y="1577"/>
                  </a:lnTo>
                  <a:lnTo>
                    <a:pt x="19826" y="1388"/>
                  </a:lnTo>
                  <a:lnTo>
                    <a:pt x="19826" y="1104"/>
                  </a:lnTo>
                  <a:lnTo>
                    <a:pt x="19913" y="88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41"/>
            <p:cNvSpPr>
              <a:spLocks/>
            </p:cNvSpPr>
            <p:nvPr/>
          </p:nvSpPr>
          <p:spPr bwMode="auto">
            <a:xfrm>
              <a:off x="6475031" y="2947988"/>
              <a:ext cx="215888" cy="3016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89"/>
                  </a:moveTo>
                  <a:lnTo>
                    <a:pt x="183" y="18484"/>
                  </a:lnTo>
                  <a:lnTo>
                    <a:pt x="459" y="17895"/>
                  </a:lnTo>
                  <a:lnTo>
                    <a:pt x="642" y="17432"/>
                  </a:lnTo>
                  <a:lnTo>
                    <a:pt x="642" y="16632"/>
                  </a:lnTo>
                  <a:lnTo>
                    <a:pt x="917" y="16042"/>
                  </a:lnTo>
                  <a:lnTo>
                    <a:pt x="1376" y="15537"/>
                  </a:lnTo>
                  <a:lnTo>
                    <a:pt x="1560" y="14947"/>
                  </a:lnTo>
                  <a:lnTo>
                    <a:pt x="1927" y="14232"/>
                  </a:lnTo>
                  <a:lnTo>
                    <a:pt x="2110" y="13768"/>
                  </a:lnTo>
                  <a:lnTo>
                    <a:pt x="2477" y="13221"/>
                  </a:lnTo>
                  <a:lnTo>
                    <a:pt x="2477" y="12589"/>
                  </a:lnTo>
                  <a:lnTo>
                    <a:pt x="2569" y="12042"/>
                  </a:lnTo>
                  <a:lnTo>
                    <a:pt x="2844" y="11326"/>
                  </a:lnTo>
                  <a:lnTo>
                    <a:pt x="2936" y="10737"/>
                  </a:lnTo>
                  <a:lnTo>
                    <a:pt x="3211" y="10232"/>
                  </a:lnTo>
                  <a:lnTo>
                    <a:pt x="3211" y="9853"/>
                  </a:lnTo>
                  <a:lnTo>
                    <a:pt x="3670" y="9347"/>
                  </a:lnTo>
                  <a:lnTo>
                    <a:pt x="4128" y="8758"/>
                  </a:lnTo>
                  <a:lnTo>
                    <a:pt x="4312" y="8253"/>
                  </a:lnTo>
                  <a:lnTo>
                    <a:pt x="4404" y="7789"/>
                  </a:lnTo>
                  <a:lnTo>
                    <a:pt x="4679" y="7284"/>
                  </a:lnTo>
                  <a:lnTo>
                    <a:pt x="4862" y="6779"/>
                  </a:lnTo>
                  <a:lnTo>
                    <a:pt x="5046" y="6358"/>
                  </a:lnTo>
                  <a:lnTo>
                    <a:pt x="5321" y="5937"/>
                  </a:lnTo>
                  <a:lnTo>
                    <a:pt x="5413" y="5516"/>
                  </a:lnTo>
                  <a:lnTo>
                    <a:pt x="5872" y="5011"/>
                  </a:lnTo>
                  <a:lnTo>
                    <a:pt x="5872" y="4463"/>
                  </a:lnTo>
                  <a:lnTo>
                    <a:pt x="6422" y="4253"/>
                  </a:lnTo>
                  <a:lnTo>
                    <a:pt x="6606" y="3747"/>
                  </a:lnTo>
                  <a:lnTo>
                    <a:pt x="6606" y="3411"/>
                  </a:lnTo>
                  <a:lnTo>
                    <a:pt x="7064" y="3032"/>
                  </a:lnTo>
                  <a:lnTo>
                    <a:pt x="7064" y="2568"/>
                  </a:lnTo>
                  <a:lnTo>
                    <a:pt x="7431" y="2358"/>
                  </a:lnTo>
                  <a:lnTo>
                    <a:pt x="7523" y="2105"/>
                  </a:lnTo>
                  <a:lnTo>
                    <a:pt x="7523" y="1853"/>
                  </a:lnTo>
                  <a:lnTo>
                    <a:pt x="7890" y="1558"/>
                  </a:lnTo>
                  <a:lnTo>
                    <a:pt x="7982" y="1389"/>
                  </a:lnTo>
                  <a:lnTo>
                    <a:pt x="8440" y="1053"/>
                  </a:lnTo>
                  <a:lnTo>
                    <a:pt x="8440" y="884"/>
                  </a:lnTo>
                  <a:lnTo>
                    <a:pt x="8899" y="674"/>
                  </a:lnTo>
                  <a:lnTo>
                    <a:pt x="8991" y="463"/>
                  </a:lnTo>
                  <a:lnTo>
                    <a:pt x="9174" y="421"/>
                  </a:lnTo>
                  <a:lnTo>
                    <a:pt x="9358" y="211"/>
                  </a:lnTo>
                  <a:lnTo>
                    <a:pt x="9358" y="168"/>
                  </a:lnTo>
                  <a:lnTo>
                    <a:pt x="9725" y="168"/>
                  </a:lnTo>
                  <a:lnTo>
                    <a:pt x="10183" y="42"/>
                  </a:lnTo>
                  <a:lnTo>
                    <a:pt x="10367" y="0"/>
                  </a:lnTo>
                  <a:lnTo>
                    <a:pt x="10642" y="42"/>
                  </a:lnTo>
                  <a:lnTo>
                    <a:pt x="10734" y="42"/>
                  </a:lnTo>
                  <a:lnTo>
                    <a:pt x="10826" y="168"/>
                  </a:lnTo>
                  <a:lnTo>
                    <a:pt x="11009" y="211"/>
                  </a:lnTo>
                  <a:lnTo>
                    <a:pt x="11468" y="421"/>
                  </a:lnTo>
                  <a:lnTo>
                    <a:pt x="11560" y="463"/>
                  </a:lnTo>
                  <a:lnTo>
                    <a:pt x="12018" y="800"/>
                  </a:lnTo>
                  <a:lnTo>
                    <a:pt x="12110" y="1011"/>
                  </a:lnTo>
                  <a:lnTo>
                    <a:pt x="12477" y="1305"/>
                  </a:lnTo>
                  <a:lnTo>
                    <a:pt x="12477" y="1558"/>
                  </a:lnTo>
                  <a:lnTo>
                    <a:pt x="12569" y="1895"/>
                  </a:lnTo>
                  <a:lnTo>
                    <a:pt x="12936" y="2232"/>
                  </a:lnTo>
                  <a:lnTo>
                    <a:pt x="12936" y="2568"/>
                  </a:lnTo>
                  <a:lnTo>
                    <a:pt x="13394" y="3158"/>
                  </a:lnTo>
                  <a:lnTo>
                    <a:pt x="13394" y="3537"/>
                  </a:lnTo>
                  <a:lnTo>
                    <a:pt x="13578" y="4000"/>
                  </a:lnTo>
                  <a:lnTo>
                    <a:pt x="14128" y="4379"/>
                  </a:lnTo>
                  <a:lnTo>
                    <a:pt x="14220" y="4926"/>
                  </a:lnTo>
                  <a:lnTo>
                    <a:pt x="14587" y="5516"/>
                  </a:lnTo>
                  <a:lnTo>
                    <a:pt x="14862" y="6021"/>
                  </a:lnTo>
                  <a:lnTo>
                    <a:pt x="15046" y="6400"/>
                  </a:lnTo>
                  <a:lnTo>
                    <a:pt x="15138" y="7074"/>
                  </a:lnTo>
                  <a:lnTo>
                    <a:pt x="15321" y="7705"/>
                  </a:lnTo>
                  <a:lnTo>
                    <a:pt x="15596" y="8126"/>
                  </a:lnTo>
                  <a:lnTo>
                    <a:pt x="15780" y="8758"/>
                  </a:lnTo>
                  <a:lnTo>
                    <a:pt x="15963" y="9347"/>
                  </a:lnTo>
                  <a:lnTo>
                    <a:pt x="16330" y="9979"/>
                  </a:lnTo>
                  <a:lnTo>
                    <a:pt x="16789" y="10358"/>
                  </a:lnTo>
                  <a:lnTo>
                    <a:pt x="16789" y="11032"/>
                  </a:lnTo>
                  <a:lnTo>
                    <a:pt x="17064" y="11663"/>
                  </a:lnTo>
                  <a:lnTo>
                    <a:pt x="17248" y="12168"/>
                  </a:lnTo>
                  <a:lnTo>
                    <a:pt x="17431" y="12716"/>
                  </a:lnTo>
                  <a:lnTo>
                    <a:pt x="17523" y="13221"/>
                  </a:lnTo>
                  <a:lnTo>
                    <a:pt x="17523" y="13853"/>
                  </a:lnTo>
                  <a:lnTo>
                    <a:pt x="17890" y="14316"/>
                  </a:lnTo>
                  <a:lnTo>
                    <a:pt x="17890" y="14947"/>
                  </a:lnTo>
                  <a:lnTo>
                    <a:pt x="18349" y="15537"/>
                  </a:lnTo>
                  <a:lnTo>
                    <a:pt x="18440" y="15916"/>
                  </a:lnTo>
                  <a:lnTo>
                    <a:pt x="18624" y="16463"/>
                  </a:lnTo>
                  <a:lnTo>
                    <a:pt x="18991" y="16842"/>
                  </a:lnTo>
                  <a:lnTo>
                    <a:pt x="19083" y="17432"/>
                  </a:lnTo>
                  <a:lnTo>
                    <a:pt x="19358" y="17768"/>
                  </a:lnTo>
                  <a:lnTo>
                    <a:pt x="19358" y="18147"/>
                  </a:lnTo>
                  <a:lnTo>
                    <a:pt x="19450" y="18484"/>
                  </a:lnTo>
                  <a:lnTo>
                    <a:pt x="19541" y="18947"/>
                  </a:lnTo>
                  <a:lnTo>
                    <a:pt x="19633" y="19158"/>
                  </a:lnTo>
                  <a:lnTo>
                    <a:pt x="19817" y="19537"/>
                  </a:lnTo>
                  <a:lnTo>
                    <a:pt x="19908" y="19789"/>
                  </a:lnTo>
                  <a:lnTo>
                    <a:pt x="19908" y="1995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2"/>
            <p:cNvSpPr>
              <a:spLocks/>
            </p:cNvSpPr>
            <p:nvPr/>
          </p:nvSpPr>
          <p:spPr bwMode="auto">
            <a:xfrm>
              <a:off x="6689332" y="3240088"/>
              <a:ext cx="228587" cy="292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52"/>
                  </a:lnTo>
                  <a:lnTo>
                    <a:pt x="348" y="1348"/>
                  </a:lnTo>
                  <a:lnTo>
                    <a:pt x="522" y="1913"/>
                  </a:lnTo>
                  <a:lnTo>
                    <a:pt x="609" y="2435"/>
                  </a:lnTo>
                  <a:lnTo>
                    <a:pt x="870" y="3087"/>
                  </a:lnTo>
                  <a:lnTo>
                    <a:pt x="1304" y="3696"/>
                  </a:lnTo>
                  <a:lnTo>
                    <a:pt x="1304" y="4304"/>
                  </a:lnTo>
                  <a:lnTo>
                    <a:pt x="1565" y="5000"/>
                  </a:lnTo>
                  <a:lnTo>
                    <a:pt x="1652" y="5565"/>
                  </a:lnTo>
                  <a:lnTo>
                    <a:pt x="2261" y="6130"/>
                  </a:lnTo>
                  <a:lnTo>
                    <a:pt x="2435" y="6609"/>
                  </a:lnTo>
                  <a:lnTo>
                    <a:pt x="2522" y="7391"/>
                  </a:lnTo>
                  <a:lnTo>
                    <a:pt x="2609" y="7913"/>
                  </a:lnTo>
                  <a:lnTo>
                    <a:pt x="2783" y="8478"/>
                  </a:lnTo>
                  <a:lnTo>
                    <a:pt x="3043" y="9000"/>
                  </a:lnTo>
                  <a:lnTo>
                    <a:pt x="3130" y="9652"/>
                  </a:lnTo>
                  <a:lnTo>
                    <a:pt x="3130" y="10043"/>
                  </a:lnTo>
                  <a:lnTo>
                    <a:pt x="3478" y="10522"/>
                  </a:lnTo>
                  <a:lnTo>
                    <a:pt x="3652" y="11130"/>
                  </a:lnTo>
                  <a:lnTo>
                    <a:pt x="4000" y="11609"/>
                  </a:lnTo>
                  <a:lnTo>
                    <a:pt x="4174" y="12174"/>
                  </a:lnTo>
                  <a:lnTo>
                    <a:pt x="4348" y="12609"/>
                  </a:lnTo>
                  <a:lnTo>
                    <a:pt x="4435" y="13087"/>
                  </a:lnTo>
                  <a:lnTo>
                    <a:pt x="4609" y="13652"/>
                  </a:lnTo>
                  <a:lnTo>
                    <a:pt x="4870" y="14087"/>
                  </a:lnTo>
                  <a:lnTo>
                    <a:pt x="5217" y="14522"/>
                  </a:lnTo>
                  <a:lnTo>
                    <a:pt x="5478" y="15000"/>
                  </a:lnTo>
                  <a:lnTo>
                    <a:pt x="5652" y="15609"/>
                  </a:lnTo>
                  <a:lnTo>
                    <a:pt x="5739" y="15870"/>
                  </a:lnTo>
                  <a:lnTo>
                    <a:pt x="6087" y="16174"/>
                  </a:lnTo>
                  <a:lnTo>
                    <a:pt x="6174" y="16565"/>
                  </a:lnTo>
                  <a:lnTo>
                    <a:pt x="6522" y="16957"/>
                  </a:lnTo>
                  <a:lnTo>
                    <a:pt x="6783" y="17348"/>
                  </a:lnTo>
                  <a:lnTo>
                    <a:pt x="6870" y="17652"/>
                  </a:lnTo>
                  <a:lnTo>
                    <a:pt x="7130" y="17870"/>
                  </a:lnTo>
                  <a:lnTo>
                    <a:pt x="7217" y="18087"/>
                  </a:lnTo>
                  <a:lnTo>
                    <a:pt x="7565" y="18435"/>
                  </a:lnTo>
                  <a:lnTo>
                    <a:pt x="7565" y="18652"/>
                  </a:lnTo>
                  <a:lnTo>
                    <a:pt x="7652" y="18957"/>
                  </a:lnTo>
                  <a:lnTo>
                    <a:pt x="7826" y="19130"/>
                  </a:lnTo>
                  <a:lnTo>
                    <a:pt x="8087" y="19304"/>
                  </a:lnTo>
                  <a:lnTo>
                    <a:pt x="8522" y="19522"/>
                  </a:lnTo>
                  <a:lnTo>
                    <a:pt x="8609" y="19565"/>
                  </a:lnTo>
                  <a:lnTo>
                    <a:pt x="8957" y="19783"/>
                  </a:lnTo>
                  <a:lnTo>
                    <a:pt x="9130" y="19826"/>
                  </a:lnTo>
                  <a:lnTo>
                    <a:pt x="9304" y="19826"/>
                  </a:lnTo>
                  <a:lnTo>
                    <a:pt x="9478" y="19957"/>
                  </a:lnTo>
                  <a:lnTo>
                    <a:pt x="9652" y="19957"/>
                  </a:lnTo>
                  <a:lnTo>
                    <a:pt x="9826" y="19957"/>
                  </a:lnTo>
                  <a:lnTo>
                    <a:pt x="10174" y="19826"/>
                  </a:lnTo>
                  <a:lnTo>
                    <a:pt x="10348" y="19826"/>
                  </a:lnTo>
                  <a:lnTo>
                    <a:pt x="10522" y="19565"/>
                  </a:lnTo>
                  <a:lnTo>
                    <a:pt x="10696" y="19565"/>
                  </a:lnTo>
                  <a:lnTo>
                    <a:pt x="10870" y="19304"/>
                  </a:lnTo>
                  <a:lnTo>
                    <a:pt x="11391" y="19087"/>
                  </a:lnTo>
                  <a:lnTo>
                    <a:pt x="11391" y="18913"/>
                  </a:lnTo>
                  <a:lnTo>
                    <a:pt x="11913" y="18478"/>
                  </a:lnTo>
                  <a:lnTo>
                    <a:pt x="12174" y="18304"/>
                  </a:lnTo>
                  <a:lnTo>
                    <a:pt x="12348" y="17826"/>
                  </a:lnTo>
                  <a:lnTo>
                    <a:pt x="12522" y="17565"/>
                  </a:lnTo>
                  <a:lnTo>
                    <a:pt x="12522" y="17174"/>
                  </a:lnTo>
                  <a:lnTo>
                    <a:pt x="12870" y="16652"/>
                  </a:lnTo>
                  <a:lnTo>
                    <a:pt x="13130" y="16304"/>
                  </a:lnTo>
                  <a:lnTo>
                    <a:pt x="13217" y="15870"/>
                  </a:lnTo>
                  <a:lnTo>
                    <a:pt x="13565" y="15435"/>
                  </a:lnTo>
                  <a:lnTo>
                    <a:pt x="13913" y="14870"/>
                  </a:lnTo>
                  <a:lnTo>
                    <a:pt x="14087" y="14348"/>
                  </a:lnTo>
                  <a:lnTo>
                    <a:pt x="14348" y="13870"/>
                  </a:lnTo>
                  <a:lnTo>
                    <a:pt x="14696" y="13391"/>
                  </a:lnTo>
                  <a:lnTo>
                    <a:pt x="14783" y="12870"/>
                  </a:lnTo>
                  <a:lnTo>
                    <a:pt x="15304" y="12174"/>
                  </a:lnTo>
                  <a:lnTo>
                    <a:pt x="15565" y="11609"/>
                  </a:lnTo>
                  <a:lnTo>
                    <a:pt x="15652" y="11000"/>
                  </a:lnTo>
                  <a:lnTo>
                    <a:pt x="15826" y="10478"/>
                  </a:lnTo>
                  <a:lnTo>
                    <a:pt x="16087" y="10000"/>
                  </a:lnTo>
                  <a:lnTo>
                    <a:pt x="16435" y="9522"/>
                  </a:lnTo>
                  <a:lnTo>
                    <a:pt x="16783" y="9000"/>
                  </a:lnTo>
                  <a:lnTo>
                    <a:pt x="16870" y="8391"/>
                  </a:lnTo>
                  <a:lnTo>
                    <a:pt x="16957" y="7826"/>
                  </a:lnTo>
                  <a:lnTo>
                    <a:pt x="17217" y="7391"/>
                  </a:lnTo>
                  <a:lnTo>
                    <a:pt x="17391" y="6826"/>
                  </a:lnTo>
                  <a:lnTo>
                    <a:pt x="17565" y="6174"/>
                  </a:lnTo>
                  <a:lnTo>
                    <a:pt x="17565" y="5652"/>
                  </a:lnTo>
                  <a:lnTo>
                    <a:pt x="18087" y="5217"/>
                  </a:lnTo>
                  <a:lnTo>
                    <a:pt x="18348" y="4609"/>
                  </a:lnTo>
                  <a:lnTo>
                    <a:pt x="18435" y="4304"/>
                  </a:lnTo>
                  <a:lnTo>
                    <a:pt x="18696" y="3826"/>
                  </a:lnTo>
                  <a:lnTo>
                    <a:pt x="18957" y="3435"/>
                  </a:lnTo>
                  <a:lnTo>
                    <a:pt x="19130" y="3043"/>
                  </a:lnTo>
                  <a:lnTo>
                    <a:pt x="19391" y="2609"/>
                  </a:lnTo>
                  <a:lnTo>
                    <a:pt x="19391" y="2217"/>
                  </a:lnTo>
                  <a:lnTo>
                    <a:pt x="19478" y="1913"/>
                  </a:lnTo>
                  <a:lnTo>
                    <a:pt x="19565" y="1609"/>
                  </a:lnTo>
                  <a:lnTo>
                    <a:pt x="19826" y="1435"/>
                  </a:lnTo>
                  <a:lnTo>
                    <a:pt x="19826" y="1043"/>
                  </a:lnTo>
                  <a:lnTo>
                    <a:pt x="19913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3"/>
            <p:cNvSpPr>
              <a:spLocks/>
            </p:cNvSpPr>
            <p:nvPr/>
          </p:nvSpPr>
          <p:spPr bwMode="auto">
            <a:xfrm>
              <a:off x="4693958" y="3106738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4"/>
            <p:cNvSpPr>
              <a:spLocks/>
            </p:cNvSpPr>
            <p:nvPr/>
          </p:nvSpPr>
          <p:spPr bwMode="auto">
            <a:xfrm>
              <a:off x="4908258" y="3271838"/>
              <a:ext cx="226999" cy="165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38"/>
                  </a:lnTo>
                  <a:lnTo>
                    <a:pt x="348" y="1308"/>
                  </a:lnTo>
                  <a:lnTo>
                    <a:pt x="522" y="1923"/>
                  </a:lnTo>
                  <a:lnTo>
                    <a:pt x="609" y="2462"/>
                  </a:lnTo>
                  <a:lnTo>
                    <a:pt x="870" y="3154"/>
                  </a:lnTo>
                  <a:lnTo>
                    <a:pt x="1304" y="3692"/>
                  </a:lnTo>
                  <a:lnTo>
                    <a:pt x="1304" y="4308"/>
                  </a:lnTo>
                  <a:lnTo>
                    <a:pt x="1565" y="5000"/>
                  </a:lnTo>
                  <a:lnTo>
                    <a:pt x="1652" y="5615"/>
                  </a:lnTo>
                  <a:lnTo>
                    <a:pt x="2261" y="6154"/>
                  </a:lnTo>
                  <a:lnTo>
                    <a:pt x="2435" y="6769"/>
                  </a:lnTo>
                  <a:lnTo>
                    <a:pt x="2522" y="7308"/>
                  </a:lnTo>
                  <a:lnTo>
                    <a:pt x="2609" y="7769"/>
                  </a:lnTo>
                  <a:lnTo>
                    <a:pt x="2783" y="8462"/>
                  </a:lnTo>
                  <a:lnTo>
                    <a:pt x="3043" y="9000"/>
                  </a:lnTo>
                  <a:lnTo>
                    <a:pt x="3130" y="9615"/>
                  </a:lnTo>
                  <a:lnTo>
                    <a:pt x="3130" y="10077"/>
                  </a:lnTo>
                  <a:lnTo>
                    <a:pt x="3478" y="10615"/>
                  </a:lnTo>
                  <a:lnTo>
                    <a:pt x="3652" y="11154"/>
                  </a:lnTo>
                  <a:lnTo>
                    <a:pt x="4000" y="11615"/>
                  </a:lnTo>
                  <a:lnTo>
                    <a:pt x="4174" y="12231"/>
                  </a:lnTo>
                  <a:lnTo>
                    <a:pt x="4348" y="12692"/>
                  </a:lnTo>
                  <a:lnTo>
                    <a:pt x="4435" y="13077"/>
                  </a:lnTo>
                  <a:lnTo>
                    <a:pt x="4609" y="13769"/>
                  </a:lnTo>
                  <a:lnTo>
                    <a:pt x="4870" y="14077"/>
                  </a:lnTo>
                  <a:lnTo>
                    <a:pt x="5217" y="14615"/>
                  </a:lnTo>
                  <a:lnTo>
                    <a:pt x="5478" y="15000"/>
                  </a:lnTo>
                  <a:lnTo>
                    <a:pt x="5652" y="15385"/>
                  </a:lnTo>
                  <a:lnTo>
                    <a:pt x="5739" y="15923"/>
                  </a:lnTo>
                  <a:lnTo>
                    <a:pt x="6087" y="16308"/>
                  </a:lnTo>
                  <a:lnTo>
                    <a:pt x="6174" y="16615"/>
                  </a:lnTo>
                  <a:lnTo>
                    <a:pt x="6522" y="16846"/>
                  </a:lnTo>
                  <a:lnTo>
                    <a:pt x="6783" y="17308"/>
                  </a:lnTo>
                  <a:lnTo>
                    <a:pt x="6870" y="17615"/>
                  </a:lnTo>
                  <a:lnTo>
                    <a:pt x="7130" y="17846"/>
                  </a:lnTo>
                  <a:lnTo>
                    <a:pt x="7217" y="18154"/>
                  </a:lnTo>
                  <a:lnTo>
                    <a:pt x="7565" y="18385"/>
                  </a:lnTo>
                  <a:lnTo>
                    <a:pt x="7565" y="18692"/>
                  </a:lnTo>
                  <a:lnTo>
                    <a:pt x="7652" y="18846"/>
                  </a:lnTo>
                  <a:lnTo>
                    <a:pt x="7826" y="18923"/>
                  </a:lnTo>
                  <a:lnTo>
                    <a:pt x="8087" y="19231"/>
                  </a:lnTo>
                  <a:lnTo>
                    <a:pt x="8522" y="19538"/>
                  </a:lnTo>
                  <a:lnTo>
                    <a:pt x="8609" y="19615"/>
                  </a:lnTo>
                  <a:lnTo>
                    <a:pt x="8957" y="19692"/>
                  </a:lnTo>
                  <a:lnTo>
                    <a:pt x="9130" y="19692"/>
                  </a:lnTo>
                  <a:lnTo>
                    <a:pt x="9304" y="19923"/>
                  </a:lnTo>
                  <a:lnTo>
                    <a:pt x="9478" y="19923"/>
                  </a:lnTo>
                  <a:lnTo>
                    <a:pt x="9652" y="19923"/>
                  </a:lnTo>
                  <a:lnTo>
                    <a:pt x="9826" y="19923"/>
                  </a:lnTo>
                  <a:lnTo>
                    <a:pt x="10174" y="19923"/>
                  </a:lnTo>
                  <a:lnTo>
                    <a:pt x="10348" y="19692"/>
                  </a:lnTo>
                  <a:lnTo>
                    <a:pt x="10522" y="19615"/>
                  </a:lnTo>
                  <a:lnTo>
                    <a:pt x="10696" y="19538"/>
                  </a:lnTo>
                  <a:lnTo>
                    <a:pt x="10870" y="19231"/>
                  </a:lnTo>
                  <a:lnTo>
                    <a:pt x="11391" y="18923"/>
                  </a:lnTo>
                  <a:lnTo>
                    <a:pt x="11391" y="18846"/>
                  </a:lnTo>
                  <a:lnTo>
                    <a:pt x="11913" y="18615"/>
                  </a:lnTo>
                  <a:lnTo>
                    <a:pt x="12174" y="18385"/>
                  </a:lnTo>
                  <a:lnTo>
                    <a:pt x="12348" y="17692"/>
                  </a:lnTo>
                  <a:lnTo>
                    <a:pt x="12522" y="17538"/>
                  </a:lnTo>
                  <a:lnTo>
                    <a:pt x="12522" y="17000"/>
                  </a:lnTo>
                  <a:lnTo>
                    <a:pt x="12870" y="16615"/>
                  </a:lnTo>
                  <a:lnTo>
                    <a:pt x="13130" y="16308"/>
                  </a:lnTo>
                  <a:lnTo>
                    <a:pt x="13217" y="15923"/>
                  </a:lnTo>
                  <a:lnTo>
                    <a:pt x="13565" y="15385"/>
                  </a:lnTo>
                  <a:lnTo>
                    <a:pt x="13913" y="15000"/>
                  </a:lnTo>
                  <a:lnTo>
                    <a:pt x="14087" y="14308"/>
                  </a:lnTo>
                  <a:lnTo>
                    <a:pt x="14348" y="13846"/>
                  </a:lnTo>
                  <a:lnTo>
                    <a:pt x="14696" y="13385"/>
                  </a:lnTo>
                  <a:lnTo>
                    <a:pt x="14783" y="12923"/>
                  </a:lnTo>
                  <a:lnTo>
                    <a:pt x="15304" y="12231"/>
                  </a:lnTo>
                  <a:lnTo>
                    <a:pt x="15565" y="11615"/>
                  </a:lnTo>
                  <a:lnTo>
                    <a:pt x="15652" y="11000"/>
                  </a:lnTo>
                  <a:lnTo>
                    <a:pt x="15826" y="10615"/>
                  </a:lnTo>
                  <a:lnTo>
                    <a:pt x="16087" y="10000"/>
                  </a:lnTo>
                  <a:lnTo>
                    <a:pt x="16435" y="9538"/>
                  </a:lnTo>
                  <a:lnTo>
                    <a:pt x="16783" y="9000"/>
                  </a:lnTo>
                  <a:lnTo>
                    <a:pt x="16870" y="8385"/>
                  </a:lnTo>
                  <a:lnTo>
                    <a:pt x="16957" y="7769"/>
                  </a:lnTo>
                  <a:lnTo>
                    <a:pt x="17217" y="7308"/>
                  </a:lnTo>
                  <a:lnTo>
                    <a:pt x="17391" y="6769"/>
                  </a:lnTo>
                  <a:lnTo>
                    <a:pt x="17565" y="6154"/>
                  </a:lnTo>
                  <a:lnTo>
                    <a:pt x="17565" y="5692"/>
                  </a:lnTo>
                  <a:lnTo>
                    <a:pt x="18087" y="5077"/>
                  </a:lnTo>
                  <a:lnTo>
                    <a:pt x="18348" y="4923"/>
                  </a:lnTo>
                  <a:lnTo>
                    <a:pt x="18435" y="4308"/>
                  </a:lnTo>
                  <a:lnTo>
                    <a:pt x="18696" y="3692"/>
                  </a:lnTo>
                  <a:lnTo>
                    <a:pt x="18957" y="3385"/>
                  </a:lnTo>
                  <a:lnTo>
                    <a:pt x="19130" y="3154"/>
                  </a:lnTo>
                  <a:lnTo>
                    <a:pt x="19391" y="2615"/>
                  </a:lnTo>
                  <a:lnTo>
                    <a:pt x="19391" y="2308"/>
                  </a:lnTo>
                  <a:lnTo>
                    <a:pt x="19478" y="1923"/>
                  </a:lnTo>
                  <a:lnTo>
                    <a:pt x="19565" y="1615"/>
                  </a:lnTo>
                  <a:lnTo>
                    <a:pt x="19826" y="1385"/>
                  </a:lnTo>
                  <a:lnTo>
                    <a:pt x="19826" y="1154"/>
                  </a:lnTo>
                  <a:lnTo>
                    <a:pt x="19913" y="10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5"/>
            <p:cNvSpPr>
              <a:spLocks/>
            </p:cNvSpPr>
            <p:nvPr/>
          </p:nvSpPr>
          <p:spPr bwMode="auto">
            <a:xfrm>
              <a:off x="6925856" y="3090863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6"/>
            <p:cNvSpPr>
              <a:spLocks/>
            </p:cNvSpPr>
            <p:nvPr/>
          </p:nvSpPr>
          <p:spPr bwMode="auto">
            <a:xfrm>
              <a:off x="7140156" y="3216275"/>
              <a:ext cx="236524" cy="873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8" y="580"/>
                  </a:lnTo>
                  <a:lnTo>
                    <a:pt x="336" y="1449"/>
                  </a:lnTo>
                  <a:lnTo>
                    <a:pt x="504" y="2174"/>
                  </a:lnTo>
                  <a:lnTo>
                    <a:pt x="588" y="2464"/>
                  </a:lnTo>
                  <a:lnTo>
                    <a:pt x="840" y="3043"/>
                  </a:lnTo>
                  <a:lnTo>
                    <a:pt x="1345" y="3913"/>
                  </a:lnTo>
                  <a:lnTo>
                    <a:pt x="1345" y="4348"/>
                  </a:lnTo>
                  <a:lnTo>
                    <a:pt x="1597" y="5072"/>
                  </a:lnTo>
                  <a:lnTo>
                    <a:pt x="1681" y="5507"/>
                  </a:lnTo>
                  <a:lnTo>
                    <a:pt x="2269" y="6232"/>
                  </a:lnTo>
                  <a:lnTo>
                    <a:pt x="2437" y="6957"/>
                  </a:lnTo>
                  <a:lnTo>
                    <a:pt x="2521" y="7536"/>
                  </a:lnTo>
                  <a:lnTo>
                    <a:pt x="2605" y="7971"/>
                  </a:lnTo>
                  <a:lnTo>
                    <a:pt x="2773" y="8406"/>
                  </a:lnTo>
                  <a:lnTo>
                    <a:pt x="2941" y="9130"/>
                  </a:lnTo>
                  <a:lnTo>
                    <a:pt x="3109" y="9855"/>
                  </a:lnTo>
                  <a:lnTo>
                    <a:pt x="3109" y="10000"/>
                  </a:lnTo>
                  <a:lnTo>
                    <a:pt x="3445" y="10580"/>
                  </a:lnTo>
                  <a:lnTo>
                    <a:pt x="3613" y="11014"/>
                  </a:lnTo>
                  <a:lnTo>
                    <a:pt x="3950" y="11739"/>
                  </a:lnTo>
                  <a:lnTo>
                    <a:pt x="4118" y="12029"/>
                  </a:lnTo>
                  <a:lnTo>
                    <a:pt x="4286" y="12464"/>
                  </a:lnTo>
                  <a:lnTo>
                    <a:pt x="4370" y="13043"/>
                  </a:lnTo>
                  <a:lnTo>
                    <a:pt x="4538" y="13623"/>
                  </a:lnTo>
                  <a:lnTo>
                    <a:pt x="4790" y="14058"/>
                  </a:lnTo>
                  <a:lnTo>
                    <a:pt x="5210" y="14638"/>
                  </a:lnTo>
                  <a:lnTo>
                    <a:pt x="5462" y="14928"/>
                  </a:lnTo>
                  <a:lnTo>
                    <a:pt x="5714" y="15507"/>
                  </a:lnTo>
                  <a:lnTo>
                    <a:pt x="5798" y="15797"/>
                  </a:lnTo>
                  <a:lnTo>
                    <a:pt x="6134" y="16087"/>
                  </a:lnTo>
                  <a:lnTo>
                    <a:pt x="6218" y="16522"/>
                  </a:lnTo>
                  <a:lnTo>
                    <a:pt x="6555" y="16957"/>
                  </a:lnTo>
                  <a:lnTo>
                    <a:pt x="6807" y="17246"/>
                  </a:lnTo>
                  <a:lnTo>
                    <a:pt x="6891" y="17536"/>
                  </a:lnTo>
                  <a:lnTo>
                    <a:pt x="7143" y="17681"/>
                  </a:lnTo>
                  <a:lnTo>
                    <a:pt x="7227" y="18116"/>
                  </a:lnTo>
                  <a:lnTo>
                    <a:pt x="7563" y="18406"/>
                  </a:lnTo>
                  <a:lnTo>
                    <a:pt x="7563" y="18551"/>
                  </a:lnTo>
                  <a:lnTo>
                    <a:pt x="7647" y="18986"/>
                  </a:lnTo>
                  <a:lnTo>
                    <a:pt x="7899" y="19130"/>
                  </a:lnTo>
                  <a:lnTo>
                    <a:pt x="8151" y="19275"/>
                  </a:lnTo>
                  <a:lnTo>
                    <a:pt x="8571" y="19420"/>
                  </a:lnTo>
                  <a:lnTo>
                    <a:pt x="8655" y="19420"/>
                  </a:lnTo>
                  <a:lnTo>
                    <a:pt x="8992" y="19855"/>
                  </a:lnTo>
                  <a:lnTo>
                    <a:pt x="9160" y="19855"/>
                  </a:lnTo>
                  <a:lnTo>
                    <a:pt x="9328" y="19855"/>
                  </a:lnTo>
                  <a:lnTo>
                    <a:pt x="9496" y="19855"/>
                  </a:lnTo>
                  <a:lnTo>
                    <a:pt x="9664" y="19855"/>
                  </a:lnTo>
                  <a:lnTo>
                    <a:pt x="9832" y="19855"/>
                  </a:lnTo>
                  <a:lnTo>
                    <a:pt x="10168" y="19855"/>
                  </a:lnTo>
                  <a:lnTo>
                    <a:pt x="10336" y="19855"/>
                  </a:lnTo>
                  <a:lnTo>
                    <a:pt x="10504" y="19420"/>
                  </a:lnTo>
                  <a:lnTo>
                    <a:pt x="10672" y="19420"/>
                  </a:lnTo>
                  <a:lnTo>
                    <a:pt x="10840" y="19275"/>
                  </a:lnTo>
                  <a:lnTo>
                    <a:pt x="11345" y="19130"/>
                  </a:lnTo>
                  <a:lnTo>
                    <a:pt x="11345" y="18986"/>
                  </a:lnTo>
                  <a:lnTo>
                    <a:pt x="11849" y="18551"/>
                  </a:lnTo>
                  <a:lnTo>
                    <a:pt x="12101" y="18406"/>
                  </a:lnTo>
                  <a:lnTo>
                    <a:pt x="12353" y="17681"/>
                  </a:lnTo>
                  <a:lnTo>
                    <a:pt x="12521" y="17536"/>
                  </a:lnTo>
                  <a:lnTo>
                    <a:pt x="12521" y="17101"/>
                  </a:lnTo>
                  <a:lnTo>
                    <a:pt x="12857" y="16667"/>
                  </a:lnTo>
                  <a:lnTo>
                    <a:pt x="13109" y="16087"/>
                  </a:lnTo>
                  <a:lnTo>
                    <a:pt x="13193" y="15797"/>
                  </a:lnTo>
                  <a:lnTo>
                    <a:pt x="13529" y="15507"/>
                  </a:lnTo>
                  <a:lnTo>
                    <a:pt x="13866" y="14928"/>
                  </a:lnTo>
                  <a:lnTo>
                    <a:pt x="14034" y="14058"/>
                  </a:lnTo>
                  <a:lnTo>
                    <a:pt x="14286" y="13768"/>
                  </a:lnTo>
                  <a:lnTo>
                    <a:pt x="14706" y="13188"/>
                  </a:lnTo>
                  <a:lnTo>
                    <a:pt x="14790" y="12899"/>
                  </a:lnTo>
                  <a:lnTo>
                    <a:pt x="15378" y="12029"/>
                  </a:lnTo>
                  <a:lnTo>
                    <a:pt x="15630" y="11739"/>
                  </a:lnTo>
                  <a:lnTo>
                    <a:pt x="15714" y="10870"/>
                  </a:lnTo>
                  <a:lnTo>
                    <a:pt x="15882" y="10580"/>
                  </a:lnTo>
                  <a:lnTo>
                    <a:pt x="16134" y="10000"/>
                  </a:lnTo>
                  <a:lnTo>
                    <a:pt x="16471" y="9710"/>
                  </a:lnTo>
                  <a:lnTo>
                    <a:pt x="16807" y="9130"/>
                  </a:lnTo>
                  <a:lnTo>
                    <a:pt x="16891" y="8261"/>
                  </a:lnTo>
                  <a:lnTo>
                    <a:pt x="17059" y="7971"/>
                  </a:lnTo>
                  <a:lnTo>
                    <a:pt x="17227" y="7536"/>
                  </a:lnTo>
                  <a:lnTo>
                    <a:pt x="17395" y="6957"/>
                  </a:lnTo>
                  <a:lnTo>
                    <a:pt x="17563" y="6232"/>
                  </a:lnTo>
                  <a:lnTo>
                    <a:pt x="17563" y="5942"/>
                  </a:lnTo>
                  <a:lnTo>
                    <a:pt x="18067" y="5072"/>
                  </a:lnTo>
                  <a:lnTo>
                    <a:pt x="18319" y="5072"/>
                  </a:lnTo>
                  <a:lnTo>
                    <a:pt x="18403" y="4348"/>
                  </a:lnTo>
                  <a:lnTo>
                    <a:pt x="18655" y="3913"/>
                  </a:lnTo>
                  <a:lnTo>
                    <a:pt x="19076" y="3478"/>
                  </a:lnTo>
                  <a:lnTo>
                    <a:pt x="19160" y="3043"/>
                  </a:lnTo>
                  <a:lnTo>
                    <a:pt x="19412" y="2464"/>
                  </a:lnTo>
                  <a:lnTo>
                    <a:pt x="19412" y="2319"/>
                  </a:lnTo>
                  <a:lnTo>
                    <a:pt x="19496" y="2174"/>
                  </a:lnTo>
                  <a:lnTo>
                    <a:pt x="19580" y="1594"/>
                  </a:lnTo>
                  <a:lnTo>
                    <a:pt x="19832" y="1449"/>
                  </a:lnTo>
                  <a:lnTo>
                    <a:pt x="19832" y="1014"/>
                  </a:lnTo>
                  <a:lnTo>
                    <a:pt x="19916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7"/>
            <p:cNvSpPr>
              <a:spLocks/>
            </p:cNvSpPr>
            <p:nvPr/>
          </p:nvSpPr>
          <p:spPr bwMode="auto">
            <a:xfrm>
              <a:off x="4544741" y="3232150"/>
              <a:ext cx="128581" cy="1079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54" y="702"/>
                  </a:lnTo>
                  <a:lnTo>
                    <a:pt x="308" y="1287"/>
                  </a:lnTo>
                  <a:lnTo>
                    <a:pt x="615" y="1988"/>
                  </a:lnTo>
                  <a:lnTo>
                    <a:pt x="615" y="2339"/>
                  </a:lnTo>
                  <a:lnTo>
                    <a:pt x="769" y="3158"/>
                  </a:lnTo>
                  <a:lnTo>
                    <a:pt x="1231" y="3743"/>
                  </a:lnTo>
                  <a:lnTo>
                    <a:pt x="1231" y="4327"/>
                  </a:lnTo>
                  <a:lnTo>
                    <a:pt x="1538" y="5029"/>
                  </a:lnTo>
                  <a:lnTo>
                    <a:pt x="1538" y="5731"/>
                  </a:lnTo>
                  <a:lnTo>
                    <a:pt x="2462" y="6082"/>
                  </a:lnTo>
                  <a:lnTo>
                    <a:pt x="2462" y="6784"/>
                  </a:lnTo>
                  <a:lnTo>
                    <a:pt x="2769" y="7251"/>
                  </a:lnTo>
                  <a:lnTo>
                    <a:pt x="2769" y="7836"/>
                  </a:lnTo>
                  <a:lnTo>
                    <a:pt x="2923" y="8304"/>
                  </a:lnTo>
                  <a:lnTo>
                    <a:pt x="3077" y="9123"/>
                  </a:lnTo>
                  <a:lnTo>
                    <a:pt x="3231" y="9825"/>
                  </a:lnTo>
                  <a:lnTo>
                    <a:pt x="3231" y="10058"/>
                  </a:lnTo>
                  <a:lnTo>
                    <a:pt x="3692" y="10643"/>
                  </a:lnTo>
                  <a:lnTo>
                    <a:pt x="3846" y="11111"/>
                  </a:lnTo>
                  <a:lnTo>
                    <a:pt x="4000" y="11696"/>
                  </a:lnTo>
                  <a:lnTo>
                    <a:pt x="4154" y="12164"/>
                  </a:lnTo>
                  <a:lnTo>
                    <a:pt x="4308" y="12749"/>
                  </a:lnTo>
                  <a:lnTo>
                    <a:pt x="4308" y="13216"/>
                  </a:lnTo>
                  <a:lnTo>
                    <a:pt x="4615" y="13684"/>
                  </a:lnTo>
                  <a:lnTo>
                    <a:pt x="4769" y="14035"/>
                  </a:lnTo>
                  <a:lnTo>
                    <a:pt x="5077" y="14854"/>
                  </a:lnTo>
                  <a:lnTo>
                    <a:pt x="5231" y="14971"/>
                  </a:lnTo>
                  <a:lnTo>
                    <a:pt x="5692" y="15088"/>
                  </a:lnTo>
                  <a:lnTo>
                    <a:pt x="5692" y="15789"/>
                  </a:lnTo>
                  <a:lnTo>
                    <a:pt x="6308" y="16257"/>
                  </a:lnTo>
                  <a:lnTo>
                    <a:pt x="6462" y="16725"/>
                  </a:lnTo>
                  <a:lnTo>
                    <a:pt x="6769" y="16842"/>
                  </a:lnTo>
                  <a:lnTo>
                    <a:pt x="6923" y="17193"/>
                  </a:lnTo>
                  <a:lnTo>
                    <a:pt x="6923" y="17895"/>
                  </a:lnTo>
                  <a:lnTo>
                    <a:pt x="7231" y="17895"/>
                  </a:lnTo>
                  <a:lnTo>
                    <a:pt x="7231" y="18129"/>
                  </a:lnTo>
                  <a:lnTo>
                    <a:pt x="7692" y="18129"/>
                  </a:lnTo>
                  <a:lnTo>
                    <a:pt x="7692" y="18713"/>
                  </a:lnTo>
                  <a:lnTo>
                    <a:pt x="7692" y="18830"/>
                  </a:lnTo>
                  <a:lnTo>
                    <a:pt x="7846" y="19181"/>
                  </a:lnTo>
                  <a:lnTo>
                    <a:pt x="8154" y="19298"/>
                  </a:lnTo>
                  <a:lnTo>
                    <a:pt x="8615" y="19298"/>
                  </a:lnTo>
                  <a:lnTo>
                    <a:pt x="8615" y="19532"/>
                  </a:lnTo>
                  <a:lnTo>
                    <a:pt x="8923" y="19883"/>
                  </a:lnTo>
                  <a:lnTo>
                    <a:pt x="9077" y="19883"/>
                  </a:lnTo>
                  <a:lnTo>
                    <a:pt x="9231" y="19883"/>
                  </a:lnTo>
                  <a:lnTo>
                    <a:pt x="9538" y="19883"/>
                  </a:lnTo>
                  <a:lnTo>
                    <a:pt x="9692" y="19883"/>
                  </a:lnTo>
                  <a:lnTo>
                    <a:pt x="10462" y="19883"/>
                  </a:lnTo>
                  <a:lnTo>
                    <a:pt x="10615" y="19883"/>
                  </a:lnTo>
                  <a:lnTo>
                    <a:pt x="10769" y="19532"/>
                  </a:lnTo>
                  <a:lnTo>
                    <a:pt x="10923" y="19298"/>
                  </a:lnTo>
                  <a:lnTo>
                    <a:pt x="11077" y="19298"/>
                  </a:lnTo>
                  <a:lnTo>
                    <a:pt x="11385" y="19181"/>
                  </a:lnTo>
                  <a:lnTo>
                    <a:pt x="11385" y="18830"/>
                  </a:lnTo>
                  <a:lnTo>
                    <a:pt x="12000" y="18713"/>
                  </a:lnTo>
                  <a:lnTo>
                    <a:pt x="12308" y="18129"/>
                  </a:lnTo>
                  <a:lnTo>
                    <a:pt x="12462" y="17895"/>
                  </a:lnTo>
                  <a:lnTo>
                    <a:pt x="12615" y="17661"/>
                  </a:lnTo>
                  <a:lnTo>
                    <a:pt x="12615" y="17076"/>
                  </a:lnTo>
                  <a:lnTo>
                    <a:pt x="12923" y="16725"/>
                  </a:lnTo>
                  <a:lnTo>
                    <a:pt x="13231" y="16257"/>
                  </a:lnTo>
                  <a:lnTo>
                    <a:pt x="13231" y="15789"/>
                  </a:lnTo>
                  <a:lnTo>
                    <a:pt x="13538" y="15088"/>
                  </a:lnTo>
                  <a:lnTo>
                    <a:pt x="14154" y="14971"/>
                  </a:lnTo>
                  <a:lnTo>
                    <a:pt x="14308" y="14269"/>
                  </a:lnTo>
                  <a:lnTo>
                    <a:pt x="14462" y="13918"/>
                  </a:lnTo>
                  <a:lnTo>
                    <a:pt x="14923" y="13450"/>
                  </a:lnTo>
                  <a:lnTo>
                    <a:pt x="15077" y="12982"/>
                  </a:lnTo>
                  <a:lnTo>
                    <a:pt x="15385" y="12164"/>
                  </a:lnTo>
                  <a:lnTo>
                    <a:pt x="15692" y="11696"/>
                  </a:lnTo>
                  <a:lnTo>
                    <a:pt x="15692" y="10877"/>
                  </a:lnTo>
                  <a:lnTo>
                    <a:pt x="16000" y="10643"/>
                  </a:lnTo>
                  <a:lnTo>
                    <a:pt x="16308" y="10058"/>
                  </a:lnTo>
                  <a:lnTo>
                    <a:pt x="16462" y="9357"/>
                  </a:lnTo>
                  <a:lnTo>
                    <a:pt x="16769" y="9123"/>
                  </a:lnTo>
                  <a:lnTo>
                    <a:pt x="16769" y="8304"/>
                  </a:lnTo>
                  <a:lnTo>
                    <a:pt x="17077" y="7836"/>
                  </a:lnTo>
                  <a:lnTo>
                    <a:pt x="17231" y="7251"/>
                  </a:lnTo>
                  <a:lnTo>
                    <a:pt x="17385" y="6784"/>
                  </a:lnTo>
                  <a:lnTo>
                    <a:pt x="17538" y="6082"/>
                  </a:lnTo>
                  <a:lnTo>
                    <a:pt x="17538" y="5731"/>
                  </a:lnTo>
                  <a:lnTo>
                    <a:pt x="18462" y="5029"/>
                  </a:lnTo>
                  <a:lnTo>
                    <a:pt x="18615" y="5029"/>
                  </a:lnTo>
                  <a:lnTo>
                    <a:pt x="18615" y="4327"/>
                  </a:lnTo>
                  <a:lnTo>
                    <a:pt x="18923" y="3743"/>
                  </a:lnTo>
                  <a:lnTo>
                    <a:pt x="19231" y="3275"/>
                  </a:lnTo>
                  <a:lnTo>
                    <a:pt x="19385" y="3158"/>
                  </a:lnTo>
                  <a:lnTo>
                    <a:pt x="19538" y="2339"/>
                  </a:lnTo>
                  <a:lnTo>
                    <a:pt x="19538" y="2105"/>
                  </a:lnTo>
                  <a:lnTo>
                    <a:pt x="19538" y="1988"/>
                  </a:lnTo>
                  <a:lnTo>
                    <a:pt x="19692" y="1871"/>
                  </a:lnTo>
                  <a:lnTo>
                    <a:pt x="19846" y="1287"/>
                  </a:lnTo>
                  <a:lnTo>
                    <a:pt x="19846" y="1170"/>
                  </a:lnTo>
                  <a:lnTo>
                    <a:pt x="19846" y="81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50"/>
            <p:cNvSpPr>
              <a:spLocks/>
            </p:cNvSpPr>
            <p:nvPr/>
          </p:nvSpPr>
          <p:spPr bwMode="auto">
            <a:xfrm>
              <a:off x="1130223" y="3265488"/>
              <a:ext cx="157153" cy="1730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0 w 20000"/>
                <a:gd name="T53" fmla="*/ 2147483646 h 20000"/>
                <a:gd name="T54" fmla="*/ 0 w 20000"/>
                <a:gd name="T55" fmla="*/ 2147483646 h 20000"/>
                <a:gd name="T56" fmla="*/ 0 w 20000"/>
                <a:gd name="T57" fmla="*/ 2147483646 h 20000"/>
                <a:gd name="T58" fmla="*/ 0 w 20000"/>
                <a:gd name="T59" fmla="*/ 2147483646 h 20000"/>
                <a:gd name="T60" fmla="*/ 0 w 20000"/>
                <a:gd name="T61" fmla="*/ 2147483646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26" y="662"/>
                  </a:lnTo>
                  <a:lnTo>
                    <a:pt x="377" y="1324"/>
                  </a:lnTo>
                  <a:lnTo>
                    <a:pt x="503" y="1912"/>
                  </a:lnTo>
                  <a:lnTo>
                    <a:pt x="629" y="2426"/>
                  </a:lnTo>
                  <a:lnTo>
                    <a:pt x="881" y="3088"/>
                  </a:lnTo>
                  <a:lnTo>
                    <a:pt x="1132" y="3676"/>
                  </a:lnTo>
                  <a:lnTo>
                    <a:pt x="1132" y="4338"/>
                  </a:lnTo>
                  <a:lnTo>
                    <a:pt x="1509" y="5000"/>
                  </a:lnTo>
                  <a:lnTo>
                    <a:pt x="1509" y="5588"/>
                  </a:lnTo>
                  <a:lnTo>
                    <a:pt x="2390" y="6176"/>
                  </a:lnTo>
                  <a:lnTo>
                    <a:pt x="2516" y="6618"/>
                  </a:lnTo>
                  <a:lnTo>
                    <a:pt x="2516" y="7426"/>
                  </a:lnTo>
                  <a:lnTo>
                    <a:pt x="2642" y="7941"/>
                  </a:lnTo>
                  <a:lnTo>
                    <a:pt x="2893" y="8456"/>
                  </a:lnTo>
                  <a:lnTo>
                    <a:pt x="3019" y="8971"/>
                  </a:lnTo>
                  <a:lnTo>
                    <a:pt x="3145" y="9632"/>
                  </a:lnTo>
                  <a:lnTo>
                    <a:pt x="3145" y="10147"/>
                  </a:lnTo>
                  <a:lnTo>
                    <a:pt x="3522" y="10588"/>
                  </a:lnTo>
                  <a:lnTo>
                    <a:pt x="3648" y="11176"/>
                  </a:lnTo>
                  <a:lnTo>
                    <a:pt x="3899" y="11618"/>
                  </a:lnTo>
                  <a:lnTo>
                    <a:pt x="4151" y="12206"/>
                  </a:lnTo>
                  <a:lnTo>
                    <a:pt x="4277" y="12574"/>
                  </a:lnTo>
                  <a:lnTo>
                    <a:pt x="4403" y="13088"/>
                  </a:lnTo>
                  <a:lnTo>
                    <a:pt x="4528" y="13676"/>
                  </a:lnTo>
                  <a:lnTo>
                    <a:pt x="4780" y="14118"/>
                  </a:lnTo>
                  <a:lnTo>
                    <a:pt x="5157" y="14559"/>
                  </a:lnTo>
                  <a:lnTo>
                    <a:pt x="5535" y="15000"/>
                  </a:lnTo>
                  <a:lnTo>
                    <a:pt x="5660" y="15588"/>
                  </a:lnTo>
                  <a:lnTo>
                    <a:pt x="5786" y="15882"/>
                  </a:lnTo>
                  <a:lnTo>
                    <a:pt x="6164" y="16250"/>
                  </a:lnTo>
                  <a:lnTo>
                    <a:pt x="6289" y="16544"/>
                  </a:lnTo>
                  <a:lnTo>
                    <a:pt x="6541" y="16985"/>
                  </a:lnTo>
                  <a:lnTo>
                    <a:pt x="6792" y="17353"/>
                  </a:lnTo>
                  <a:lnTo>
                    <a:pt x="6918" y="17647"/>
                  </a:lnTo>
                  <a:lnTo>
                    <a:pt x="7170" y="17868"/>
                  </a:lnTo>
                  <a:lnTo>
                    <a:pt x="7170" y="18088"/>
                  </a:lnTo>
                  <a:lnTo>
                    <a:pt x="7547" y="18456"/>
                  </a:lnTo>
                  <a:lnTo>
                    <a:pt x="7547" y="18676"/>
                  </a:lnTo>
                  <a:lnTo>
                    <a:pt x="7547" y="18897"/>
                  </a:lnTo>
                  <a:lnTo>
                    <a:pt x="7799" y="19118"/>
                  </a:lnTo>
                  <a:lnTo>
                    <a:pt x="8050" y="19338"/>
                  </a:lnTo>
                  <a:lnTo>
                    <a:pt x="8553" y="19559"/>
                  </a:lnTo>
                  <a:lnTo>
                    <a:pt x="8679" y="19559"/>
                  </a:lnTo>
                  <a:lnTo>
                    <a:pt x="8931" y="19779"/>
                  </a:lnTo>
                  <a:lnTo>
                    <a:pt x="9057" y="19853"/>
                  </a:lnTo>
                  <a:lnTo>
                    <a:pt x="9182" y="19853"/>
                  </a:lnTo>
                  <a:lnTo>
                    <a:pt x="9434" y="19926"/>
                  </a:lnTo>
                  <a:lnTo>
                    <a:pt x="9560" y="19926"/>
                  </a:lnTo>
                  <a:lnTo>
                    <a:pt x="9811" y="19926"/>
                  </a:lnTo>
                  <a:lnTo>
                    <a:pt x="10189" y="19853"/>
                  </a:lnTo>
                  <a:lnTo>
                    <a:pt x="10440" y="19853"/>
                  </a:lnTo>
                  <a:lnTo>
                    <a:pt x="10566" y="19559"/>
                  </a:lnTo>
                  <a:lnTo>
                    <a:pt x="10818" y="19559"/>
                  </a:lnTo>
                  <a:lnTo>
                    <a:pt x="10943" y="19338"/>
                  </a:lnTo>
                  <a:lnTo>
                    <a:pt x="11321" y="19044"/>
                  </a:lnTo>
                  <a:lnTo>
                    <a:pt x="11321" y="18897"/>
                  </a:lnTo>
                  <a:lnTo>
                    <a:pt x="11950" y="18456"/>
                  </a:lnTo>
                  <a:lnTo>
                    <a:pt x="12201" y="18382"/>
                  </a:lnTo>
                  <a:lnTo>
                    <a:pt x="12453" y="17794"/>
                  </a:lnTo>
                  <a:lnTo>
                    <a:pt x="12453" y="17574"/>
                  </a:lnTo>
                  <a:lnTo>
                    <a:pt x="12453" y="17206"/>
                  </a:lnTo>
                  <a:lnTo>
                    <a:pt x="12830" y="16691"/>
                  </a:lnTo>
                  <a:lnTo>
                    <a:pt x="13082" y="16324"/>
                  </a:lnTo>
                  <a:lnTo>
                    <a:pt x="13208" y="15882"/>
                  </a:lnTo>
                  <a:lnTo>
                    <a:pt x="13459" y="15368"/>
                  </a:lnTo>
                  <a:lnTo>
                    <a:pt x="13836" y="14926"/>
                  </a:lnTo>
                  <a:lnTo>
                    <a:pt x="14088" y="14338"/>
                  </a:lnTo>
                  <a:lnTo>
                    <a:pt x="14340" y="13824"/>
                  </a:lnTo>
                  <a:lnTo>
                    <a:pt x="14717" y="13382"/>
                  </a:lnTo>
                  <a:lnTo>
                    <a:pt x="14843" y="12868"/>
                  </a:lnTo>
                  <a:lnTo>
                    <a:pt x="15346" y="12206"/>
                  </a:lnTo>
                  <a:lnTo>
                    <a:pt x="15597" y="11618"/>
                  </a:lnTo>
                  <a:lnTo>
                    <a:pt x="15723" y="11029"/>
                  </a:lnTo>
                  <a:lnTo>
                    <a:pt x="15849" y="10515"/>
                  </a:lnTo>
                  <a:lnTo>
                    <a:pt x="16226" y="10074"/>
                  </a:lnTo>
                  <a:lnTo>
                    <a:pt x="16478" y="9485"/>
                  </a:lnTo>
                  <a:lnTo>
                    <a:pt x="16855" y="8971"/>
                  </a:lnTo>
                  <a:lnTo>
                    <a:pt x="16855" y="8382"/>
                  </a:lnTo>
                  <a:lnTo>
                    <a:pt x="16981" y="7794"/>
                  </a:lnTo>
                  <a:lnTo>
                    <a:pt x="17107" y="7426"/>
                  </a:lnTo>
                  <a:lnTo>
                    <a:pt x="17358" y="6765"/>
                  </a:lnTo>
                  <a:lnTo>
                    <a:pt x="17484" y="6250"/>
                  </a:lnTo>
                  <a:lnTo>
                    <a:pt x="17484" y="5662"/>
                  </a:lnTo>
                  <a:lnTo>
                    <a:pt x="18113" y="5221"/>
                  </a:lnTo>
                  <a:lnTo>
                    <a:pt x="18491" y="4632"/>
                  </a:lnTo>
                  <a:lnTo>
                    <a:pt x="18491" y="4338"/>
                  </a:lnTo>
                  <a:lnTo>
                    <a:pt x="18868" y="3824"/>
                  </a:lnTo>
                  <a:lnTo>
                    <a:pt x="18994" y="3456"/>
                  </a:lnTo>
                  <a:lnTo>
                    <a:pt x="19119" y="3015"/>
                  </a:lnTo>
                  <a:lnTo>
                    <a:pt x="19371" y="2574"/>
                  </a:lnTo>
                  <a:lnTo>
                    <a:pt x="19371" y="2206"/>
                  </a:lnTo>
                  <a:lnTo>
                    <a:pt x="19497" y="1912"/>
                  </a:lnTo>
                  <a:lnTo>
                    <a:pt x="19497" y="1618"/>
                  </a:lnTo>
                  <a:lnTo>
                    <a:pt x="19874" y="1397"/>
                  </a:lnTo>
                  <a:lnTo>
                    <a:pt x="19874" y="1103"/>
                  </a:lnTo>
                  <a:lnTo>
                    <a:pt x="19874" y="88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51"/>
            <p:cNvSpPr>
              <a:spLocks/>
            </p:cNvSpPr>
            <p:nvPr/>
          </p:nvSpPr>
          <p:spPr bwMode="auto">
            <a:xfrm>
              <a:off x="1288964" y="3019425"/>
              <a:ext cx="190489" cy="2428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6"/>
                  </a:moveTo>
                  <a:lnTo>
                    <a:pt x="209" y="18486"/>
                  </a:lnTo>
                  <a:lnTo>
                    <a:pt x="524" y="17807"/>
                  </a:lnTo>
                  <a:lnTo>
                    <a:pt x="733" y="17337"/>
                  </a:lnTo>
                  <a:lnTo>
                    <a:pt x="733" y="16658"/>
                  </a:lnTo>
                  <a:lnTo>
                    <a:pt x="1047" y="16136"/>
                  </a:lnTo>
                  <a:lnTo>
                    <a:pt x="1257" y="15614"/>
                  </a:lnTo>
                  <a:lnTo>
                    <a:pt x="1361" y="14935"/>
                  </a:lnTo>
                  <a:lnTo>
                    <a:pt x="1885" y="14465"/>
                  </a:lnTo>
                  <a:lnTo>
                    <a:pt x="2199" y="13734"/>
                  </a:lnTo>
                  <a:lnTo>
                    <a:pt x="2513" y="13264"/>
                  </a:lnTo>
                  <a:lnTo>
                    <a:pt x="2513" y="12533"/>
                  </a:lnTo>
                  <a:lnTo>
                    <a:pt x="2618" y="12010"/>
                  </a:lnTo>
                  <a:lnTo>
                    <a:pt x="2932" y="11436"/>
                  </a:lnTo>
                  <a:lnTo>
                    <a:pt x="3037" y="10862"/>
                  </a:lnTo>
                  <a:lnTo>
                    <a:pt x="3246" y="10287"/>
                  </a:lnTo>
                  <a:lnTo>
                    <a:pt x="3246" y="9922"/>
                  </a:lnTo>
                  <a:lnTo>
                    <a:pt x="3665" y="9452"/>
                  </a:lnTo>
                  <a:lnTo>
                    <a:pt x="4084" y="8721"/>
                  </a:lnTo>
                  <a:lnTo>
                    <a:pt x="4293" y="8303"/>
                  </a:lnTo>
                  <a:lnTo>
                    <a:pt x="4293" y="7781"/>
                  </a:lnTo>
                  <a:lnTo>
                    <a:pt x="4607" y="7311"/>
                  </a:lnTo>
                  <a:lnTo>
                    <a:pt x="4817" y="6789"/>
                  </a:lnTo>
                  <a:lnTo>
                    <a:pt x="5026" y="6319"/>
                  </a:lnTo>
                  <a:lnTo>
                    <a:pt x="5340" y="5901"/>
                  </a:lnTo>
                  <a:lnTo>
                    <a:pt x="5445" y="5483"/>
                  </a:lnTo>
                  <a:lnTo>
                    <a:pt x="5864" y="4909"/>
                  </a:lnTo>
                  <a:lnTo>
                    <a:pt x="5864" y="4439"/>
                  </a:lnTo>
                  <a:lnTo>
                    <a:pt x="6492" y="4125"/>
                  </a:lnTo>
                  <a:lnTo>
                    <a:pt x="6702" y="3708"/>
                  </a:lnTo>
                  <a:lnTo>
                    <a:pt x="6702" y="3394"/>
                  </a:lnTo>
                  <a:lnTo>
                    <a:pt x="7120" y="2977"/>
                  </a:lnTo>
                  <a:lnTo>
                    <a:pt x="7120" y="2715"/>
                  </a:lnTo>
                  <a:lnTo>
                    <a:pt x="7435" y="2298"/>
                  </a:lnTo>
                  <a:lnTo>
                    <a:pt x="7435" y="2245"/>
                  </a:lnTo>
                  <a:lnTo>
                    <a:pt x="7435" y="1775"/>
                  </a:lnTo>
                  <a:lnTo>
                    <a:pt x="7749" y="1514"/>
                  </a:lnTo>
                  <a:lnTo>
                    <a:pt x="7853" y="1305"/>
                  </a:lnTo>
                  <a:lnTo>
                    <a:pt x="8482" y="1097"/>
                  </a:lnTo>
                  <a:lnTo>
                    <a:pt x="8482" y="992"/>
                  </a:lnTo>
                  <a:lnTo>
                    <a:pt x="8901" y="731"/>
                  </a:lnTo>
                  <a:lnTo>
                    <a:pt x="9005" y="418"/>
                  </a:lnTo>
                  <a:lnTo>
                    <a:pt x="9110" y="366"/>
                  </a:lnTo>
                  <a:lnTo>
                    <a:pt x="9319" y="261"/>
                  </a:lnTo>
                  <a:lnTo>
                    <a:pt x="9738" y="104"/>
                  </a:lnTo>
                  <a:lnTo>
                    <a:pt x="10157" y="104"/>
                  </a:lnTo>
                  <a:lnTo>
                    <a:pt x="10366" y="0"/>
                  </a:lnTo>
                  <a:lnTo>
                    <a:pt x="10681" y="104"/>
                  </a:lnTo>
                  <a:lnTo>
                    <a:pt x="10785" y="104"/>
                  </a:lnTo>
                  <a:lnTo>
                    <a:pt x="10890" y="104"/>
                  </a:lnTo>
                  <a:lnTo>
                    <a:pt x="10995" y="261"/>
                  </a:lnTo>
                  <a:lnTo>
                    <a:pt x="11414" y="366"/>
                  </a:lnTo>
                  <a:lnTo>
                    <a:pt x="11518" y="418"/>
                  </a:lnTo>
                  <a:lnTo>
                    <a:pt x="12147" y="731"/>
                  </a:lnTo>
                  <a:lnTo>
                    <a:pt x="12251" y="1097"/>
                  </a:lnTo>
                  <a:lnTo>
                    <a:pt x="12565" y="1253"/>
                  </a:lnTo>
                  <a:lnTo>
                    <a:pt x="12565" y="1514"/>
                  </a:lnTo>
                  <a:lnTo>
                    <a:pt x="12565" y="1775"/>
                  </a:lnTo>
                  <a:lnTo>
                    <a:pt x="12880" y="2298"/>
                  </a:lnTo>
                  <a:lnTo>
                    <a:pt x="12880" y="2715"/>
                  </a:lnTo>
                  <a:lnTo>
                    <a:pt x="13298" y="3290"/>
                  </a:lnTo>
                  <a:lnTo>
                    <a:pt x="13298" y="3708"/>
                  </a:lnTo>
                  <a:lnTo>
                    <a:pt x="13508" y="4021"/>
                  </a:lnTo>
                  <a:lnTo>
                    <a:pt x="14136" y="4386"/>
                  </a:lnTo>
                  <a:lnTo>
                    <a:pt x="14241" y="4752"/>
                  </a:lnTo>
                  <a:lnTo>
                    <a:pt x="14555" y="5483"/>
                  </a:lnTo>
                  <a:lnTo>
                    <a:pt x="14869" y="5901"/>
                  </a:lnTo>
                  <a:lnTo>
                    <a:pt x="15079" y="6475"/>
                  </a:lnTo>
                  <a:lnTo>
                    <a:pt x="15183" y="7154"/>
                  </a:lnTo>
                  <a:lnTo>
                    <a:pt x="15393" y="7520"/>
                  </a:lnTo>
                  <a:lnTo>
                    <a:pt x="15707" y="8303"/>
                  </a:lnTo>
                  <a:lnTo>
                    <a:pt x="15812" y="8721"/>
                  </a:lnTo>
                  <a:lnTo>
                    <a:pt x="16021" y="9452"/>
                  </a:lnTo>
                  <a:lnTo>
                    <a:pt x="16335" y="10026"/>
                  </a:lnTo>
                  <a:lnTo>
                    <a:pt x="16754" y="10496"/>
                  </a:lnTo>
                  <a:lnTo>
                    <a:pt x="16754" y="11018"/>
                  </a:lnTo>
                  <a:lnTo>
                    <a:pt x="16963" y="11540"/>
                  </a:lnTo>
                  <a:lnTo>
                    <a:pt x="17173" y="12063"/>
                  </a:lnTo>
                  <a:lnTo>
                    <a:pt x="17382" y="12742"/>
                  </a:lnTo>
                  <a:lnTo>
                    <a:pt x="17487" y="13264"/>
                  </a:lnTo>
                  <a:lnTo>
                    <a:pt x="17487" y="13943"/>
                  </a:lnTo>
                  <a:lnTo>
                    <a:pt x="17801" y="14517"/>
                  </a:lnTo>
                  <a:lnTo>
                    <a:pt x="17801" y="14935"/>
                  </a:lnTo>
                  <a:lnTo>
                    <a:pt x="18534" y="15614"/>
                  </a:lnTo>
                  <a:lnTo>
                    <a:pt x="18639" y="16031"/>
                  </a:lnTo>
                  <a:lnTo>
                    <a:pt x="18743" y="16345"/>
                  </a:lnTo>
                  <a:lnTo>
                    <a:pt x="18953" y="16762"/>
                  </a:lnTo>
                  <a:lnTo>
                    <a:pt x="18953" y="17337"/>
                  </a:lnTo>
                  <a:lnTo>
                    <a:pt x="19267" y="17755"/>
                  </a:lnTo>
                  <a:lnTo>
                    <a:pt x="19267" y="18277"/>
                  </a:lnTo>
                  <a:lnTo>
                    <a:pt x="19372" y="18538"/>
                  </a:lnTo>
                  <a:lnTo>
                    <a:pt x="19476" y="18956"/>
                  </a:lnTo>
                  <a:lnTo>
                    <a:pt x="19581" y="19060"/>
                  </a:lnTo>
                  <a:lnTo>
                    <a:pt x="19791" y="19634"/>
                  </a:lnTo>
                  <a:lnTo>
                    <a:pt x="19895" y="19791"/>
                  </a:lnTo>
                  <a:lnTo>
                    <a:pt x="19895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52"/>
            <p:cNvSpPr>
              <a:spLocks/>
            </p:cNvSpPr>
            <p:nvPr/>
          </p:nvSpPr>
          <p:spPr bwMode="auto">
            <a:xfrm>
              <a:off x="1501677" y="3246438"/>
              <a:ext cx="226999" cy="777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488"/>
                  </a:lnTo>
                  <a:lnTo>
                    <a:pt x="351" y="1463"/>
                  </a:lnTo>
                  <a:lnTo>
                    <a:pt x="526" y="2114"/>
                  </a:lnTo>
                  <a:lnTo>
                    <a:pt x="614" y="2439"/>
                  </a:lnTo>
                  <a:lnTo>
                    <a:pt x="877" y="3089"/>
                  </a:lnTo>
                  <a:lnTo>
                    <a:pt x="1228" y="3740"/>
                  </a:lnTo>
                  <a:lnTo>
                    <a:pt x="1228" y="4390"/>
                  </a:lnTo>
                  <a:lnTo>
                    <a:pt x="1579" y="5041"/>
                  </a:lnTo>
                  <a:lnTo>
                    <a:pt x="1667" y="5528"/>
                  </a:lnTo>
                  <a:lnTo>
                    <a:pt x="2281" y="6179"/>
                  </a:lnTo>
                  <a:lnTo>
                    <a:pt x="2456" y="6667"/>
                  </a:lnTo>
                  <a:lnTo>
                    <a:pt x="2544" y="7317"/>
                  </a:lnTo>
                  <a:lnTo>
                    <a:pt x="2632" y="7967"/>
                  </a:lnTo>
                  <a:lnTo>
                    <a:pt x="2807" y="8455"/>
                  </a:lnTo>
                  <a:lnTo>
                    <a:pt x="2982" y="9106"/>
                  </a:lnTo>
                  <a:lnTo>
                    <a:pt x="3070" y="9756"/>
                  </a:lnTo>
                  <a:lnTo>
                    <a:pt x="3070" y="10081"/>
                  </a:lnTo>
                  <a:lnTo>
                    <a:pt x="3509" y="10569"/>
                  </a:lnTo>
                  <a:lnTo>
                    <a:pt x="3684" y="11220"/>
                  </a:lnTo>
                  <a:lnTo>
                    <a:pt x="3947" y="11870"/>
                  </a:lnTo>
                  <a:lnTo>
                    <a:pt x="4123" y="12033"/>
                  </a:lnTo>
                  <a:lnTo>
                    <a:pt x="4386" y="12683"/>
                  </a:lnTo>
                  <a:lnTo>
                    <a:pt x="4474" y="13333"/>
                  </a:lnTo>
                  <a:lnTo>
                    <a:pt x="4649" y="13659"/>
                  </a:lnTo>
                  <a:lnTo>
                    <a:pt x="4912" y="14146"/>
                  </a:lnTo>
                  <a:lnTo>
                    <a:pt x="5175" y="14797"/>
                  </a:lnTo>
                  <a:lnTo>
                    <a:pt x="5439" y="14959"/>
                  </a:lnTo>
                  <a:lnTo>
                    <a:pt x="5702" y="15447"/>
                  </a:lnTo>
                  <a:lnTo>
                    <a:pt x="5789" y="15772"/>
                  </a:lnTo>
                  <a:lnTo>
                    <a:pt x="6140" y="16260"/>
                  </a:lnTo>
                  <a:lnTo>
                    <a:pt x="6228" y="16423"/>
                  </a:lnTo>
                  <a:lnTo>
                    <a:pt x="6491" y="16911"/>
                  </a:lnTo>
                  <a:lnTo>
                    <a:pt x="6754" y="17236"/>
                  </a:lnTo>
                  <a:lnTo>
                    <a:pt x="6842" y="17561"/>
                  </a:lnTo>
                  <a:lnTo>
                    <a:pt x="7018" y="17724"/>
                  </a:lnTo>
                  <a:lnTo>
                    <a:pt x="7193" y="18374"/>
                  </a:lnTo>
                  <a:lnTo>
                    <a:pt x="7544" y="18537"/>
                  </a:lnTo>
                  <a:lnTo>
                    <a:pt x="7632" y="19024"/>
                  </a:lnTo>
                  <a:lnTo>
                    <a:pt x="7895" y="19187"/>
                  </a:lnTo>
                  <a:lnTo>
                    <a:pt x="8158" y="19350"/>
                  </a:lnTo>
                  <a:lnTo>
                    <a:pt x="8596" y="19512"/>
                  </a:lnTo>
                  <a:lnTo>
                    <a:pt x="8684" y="19512"/>
                  </a:lnTo>
                  <a:lnTo>
                    <a:pt x="8947" y="19837"/>
                  </a:lnTo>
                  <a:lnTo>
                    <a:pt x="9035" y="19837"/>
                  </a:lnTo>
                  <a:lnTo>
                    <a:pt x="9211" y="19837"/>
                  </a:lnTo>
                  <a:lnTo>
                    <a:pt x="9386" y="19837"/>
                  </a:lnTo>
                  <a:lnTo>
                    <a:pt x="9561" y="19837"/>
                  </a:lnTo>
                  <a:lnTo>
                    <a:pt x="9737" y="19837"/>
                  </a:lnTo>
                  <a:lnTo>
                    <a:pt x="10263" y="19837"/>
                  </a:lnTo>
                  <a:lnTo>
                    <a:pt x="10439" y="19837"/>
                  </a:lnTo>
                  <a:lnTo>
                    <a:pt x="10614" y="19512"/>
                  </a:lnTo>
                  <a:lnTo>
                    <a:pt x="10789" y="19512"/>
                  </a:lnTo>
                  <a:lnTo>
                    <a:pt x="10965" y="19350"/>
                  </a:lnTo>
                  <a:lnTo>
                    <a:pt x="11316" y="19187"/>
                  </a:lnTo>
                  <a:lnTo>
                    <a:pt x="11316" y="19024"/>
                  </a:lnTo>
                  <a:lnTo>
                    <a:pt x="11842" y="18537"/>
                  </a:lnTo>
                  <a:lnTo>
                    <a:pt x="12105" y="18537"/>
                  </a:lnTo>
                  <a:lnTo>
                    <a:pt x="12368" y="17724"/>
                  </a:lnTo>
                  <a:lnTo>
                    <a:pt x="12544" y="17561"/>
                  </a:lnTo>
                  <a:lnTo>
                    <a:pt x="12544" y="17073"/>
                  </a:lnTo>
                  <a:lnTo>
                    <a:pt x="12982" y="16585"/>
                  </a:lnTo>
                  <a:lnTo>
                    <a:pt x="13158" y="16260"/>
                  </a:lnTo>
                  <a:lnTo>
                    <a:pt x="13246" y="15772"/>
                  </a:lnTo>
                  <a:lnTo>
                    <a:pt x="13596" y="15447"/>
                  </a:lnTo>
                  <a:lnTo>
                    <a:pt x="13860" y="14959"/>
                  </a:lnTo>
                  <a:lnTo>
                    <a:pt x="14035" y="14146"/>
                  </a:lnTo>
                  <a:lnTo>
                    <a:pt x="14298" y="13821"/>
                  </a:lnTo>
                  <a:lnTo>
                    <a:pt x="14737" y="13496"/>
                  </a:lnTo>
                  <a:lnTo>
                    <a:pt x="14825" y="13008"/>
                  </a:lnTo>
                  <a:lnTo>
                    <a:pt x="15263" y="12033"/>
                  </a:lnTo>
                  <a:lnTo>
                    <a:pt x="15526" y="11870"/>
                  </a:lnTo>
                  <a:lnTo>
                    <a:pt x="15614" y="10894"/>
                  </a:lnTo>
                  <a:lnTo>
                    <a:pt x="15877" y="10569"/>
                  </a:lnTo>
                  <a:lnTo>
                    <a:pt x="16140" y="10081"/>
                  </a:lnTo>
                  <a:lnTo>
                    <a:pt x="16404" y="9431"/>
                  </a:lnTo>
                  <a:lnTo>
                    <a:pt x="16842" y="9106"/>
                  </a:lnTo>
                  <a:lnTo>
                    <a:pt x="16930" y="8130"/>
                  </a:lnTo>
                  <a:lnTo>
                    <a:pt x="17018" y="7967"/>
                  </a:lnTo>
                  <a:lnTo>
                    <a:pt x="17193" y="7317"/>
                  </a:lnTo>
                  <a:lnTo>
                    <a:pt x="17368" y="6667"/>
                  </a:lnTo>
                  <a:lnTo>
                    <a:pt x="17544" y="6179"/>
                  </a:lnTo>
                  <a:lnTo>
                    <a:pt x="17544" y="5854"/>
                  </a:lnTo>
                  <a:lnTo>
                    <a:pt x="18070" y="5041"/>
                  </a:lnTo>
                  <a:lnTo>
                    <a:pt x="18333" y="5041"/>
                  </a:lnTo>
                  <a:lnTo>
                    <a:pt x="18421" y="4390"/>
                  </a:lnTo>
                  <a:lnTo>
                    <a:pt x="18772" y="3740"/>
                  </a:lnTo>
                  <a:lnTo>
                    <a:pt x="19035" y="3577"/>
                  </a:lnTo>
                  <a:lnTo>
                    <a:pt x="19123" y="3089"/>
                  </a:lnTo>
                  <a:lnTo>
                    <a:pt x="19386" y="2439"/>
                  </a:lnTo>
                  <a:lnTo>
                    <a:pt x="19386" y="2276"/>
                  </a:lnTo>
                  <a:lnTo>
                    <a:pt x="19474" y="2114"/>
                  </a:lnTo>
                  <a:lnTo>
                    <a:pt x="19561" y="1463"/>
                  </a:lnTo>
                  <a:lnTo>
                    <a:pt x="19825" y="1463"/>
                  </a:lnTo>
                  <a:lnTo>
                    <a:pt x="19825" y="976"/>
                  </a:lnTo>
                  <a:lnTo>
                    <a:pt x="19912" y="81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Line 55"/>
            <p:cNvSpPr>
              <a:spLocks noChangeShapeType="1"/>
            </p:cNvSpPr>
            <p:nvPr/>
          </p:nvSpPr>
          <p:spPr bwMode="auto">
            <a:xfrm>
              <a:off x="1736614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Line 56"/>
            <p:cNvSpPr>
              <a:spLocks noChangeShapeType="1"/>
            </p:cNvSpPr>
            <p:nvPr/>
          </p:nvSpPr>
          <p:spPr bwMode="auto">
            <a:xfrm>
              <a:off x="4479658" y="2740025"/>
              <a:ext cx="0" cy="914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Line 57"/>
            <p:cNvSpPr>
              <a:spLocks noChangeShapeType="1"/>
            </p:cNvSpPr>
            <p:nvPr/>
          </p:nvSpPr>
          <p:spPr bwMode="auto">
            <a:xfrm>
              <a:off x="7298897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410" name="AutoShape 58"/>
          <p:cNvSpPr>
            <a:spLocks noChangeArrowheads="1"/>
          </p:cNvSpPr>
          <p:nvPr/>
        </p:nvSpPr>
        <p:spPr bwMode="auto">
          <a:xfrm>
            <a:off x="3887788" y="4041775"/>
            <a:ext cx="4800600" cy="685800"/>
          </a:xfrm>
          <a:prstGeom prst="wedgeRectCallout">
            <a:avLst>
              <a:gd name="adj1" fmla="val -45667"/>
              <a:gd name="adj2" fmla="val -137963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合振动振幅的周期性变化</a:t>
            </a:r>
          </a:p>
        </p:txBody>
      </p:sp>
      <p:sp>
        <p:nvSpPr>
          <p:cNvPr id="399411" name="AutoShape 59"/>
          <p:cNvSpPr>
            <a:spLocks noChangeArrowheads="1"/>
          </p:cNvSpPr>
          <p:nvPr/>
        </p:nvSpPr>
        <p:spPr bwMode="auto">
          <a:xfrm>
            <a:off x="3455988" y="1881188"/>
            <a:ext cx="4343400" cy="609600"/>
          </a:xfrm>
          <a:prstGeom prst="wedgeRectCallout">
            <a:avLst>
              <a:gd name="adj1" fmla="val -50986"/>
              <a:gd name="adj2" fmla="val 131773"/>
            </a:avLst>
          </a:prstGeom>
          <a:solidFill>
            <a:srgbClr val="FFFFCC"/>
          </a:solidFill>
          <a:ln w="9525">
            <a:solidFill>
              <a:srgbClr val="3366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合振动位移与时间的关系</a:t>
            </a:r>
          </a:p>
        </p:txBody>
      </p:sp>
      <p:sp>
        <p:nvSpPr>
          <p:cNvPr id="399412" name="Rectangle 60"/>
          <p:cNvSpPr>
            <a:spLocks noChangeArrowheads="1"/>
          </p:cNvSpPr>
          <p:nvPr/>
        </p:nvSpPr>
        <p:spPr bwMode="auto">
          <a:xfrm>
            <a:off x="684213" y="4705350"/>
            <a:ext cx="60483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en-US" altLang="zh-CN" sz="2800" b="1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>
                <a:solidFill>
                  <a:schemeClr val="accent2"/>
                </a:solidFill>
              </a:rPr>
              <a:t>当</a:t>
            </a:r>
            <a:r>
              <a:rPr kumimoji="0" lang="zh-CN" altLang="en-US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 </a:t>
            </a:r>
            <a:r>
              <a:rPr kumimoji="0" lang="zh-CN" altLang="en-US" sz="2400" b="1" i="1">
                <a:solidFill>
                  <a:schemeClr val="accent2"/>
                </a:solidFill>
                <a:sym typeface="Symbol" panose="05050102010706020507" pitchFamily="18" charset="2"/>
              </a:rPr>
              <a:t>、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相差很小时出现</a:t>
            </a:r>
            <a:r>
              <a:rPr kumimoji="0" lang="zh-CN" altLang="en-US" sz="2800" b="1">
                <a:solidFill>
                  <a:srgbClr val="FF0000"/>
                </a:solidFill>
              </a:rPr>
              <a:t>拍现象</a:t>
            </a:r>
            <a:endParaRPr kumimoji="0"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99413" name="Text Box 61"/>
          <p:cNvSpPr txBox="1">
            <a:spLocks noChangeArrowheads="1"/>
          </p:cNvSpPr>
          <p:nvPr/>
        </p:nvSpPr>
        <p:spPr bwMode="auto">
          <a:xfrm>
            <a:off x="611188" y="5337175"/>
            <a:ext cx="79565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“</a:t>
            </a:r>
            <a:r>
              <a:rPr kumimoji="0" lang="zh-CN" altLang="en-US" sz="2800" b="1">
                <a:ea typeface="楷体_GB2312" pitchFamily="49" charset="-122"/>
              </a:rPr>
              <a:t>拍现象”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合振幅时强时弱的现象。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在声振动、电振动 、波动、激光等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问题中常遇到。</a:t>
            </a:r>
          </a:p>
        </p:txBody>
      </p:sp>
      <p:sp>
        <p:nvSpPr>
          <p:cNvPr id="10252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animBg="1" autoUpdateAnimBg="0"/>
      <p:bldP spid="399366" grpId="0" autoUpdateAnimBg="0"/>
      <p:bldP spid="399367" grpId="0" autoUpdateAnimBg="0"/>
      <p:bldP spid="399410" grpId="0" animBg="1" autoUpdateAnimBg="0"/>
      <p:bldP spid="399411" grpId="0" animBg="1" autoUpdateAnimBg="0"/>
      <p:bldP spid="399412" grpId="0" autoUpdateAnimBg="0"/>
      <p:bldP spid="3994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611188" y="3213100"/>
            <a:ext cx="8101012" cy="1235075"/>
            <a:chOff x="611188" y="3213100"/>
            <a:chExt cx="8101012" cy="1235075"/>
          </a:xfrm>
        </p:grpSpPr>
        <p:grpSp>
          <p:nvGrpSpPr>
            <p:cNvPr id="11371" name="组合 147"/>
            <p:cNvGrpSpPr>
              <a:grpSpLocks/>
            </p:cNvGrpSpPr>
            <p:nvPr/>
          </p:nvGrpSpPr>
          <p:grpSpPr bwMode="auto">
            <a:xfrm>
              <a:off x="611188" y="3213100"/>
              <a:ext cx="8101012" cy="1235075"/>
              <a:chOff x="611188" y="3213100"/>
              <a:chExt cx="8101012" cy="1235075"/>
            </a:xfrm>
          </p:grpSpPr>
          <p:sp>
            <p:nvSpPr>
              <p:cNvPr id="11413" name="Text Box 40"/>
              <p:cNvSpPr txBox="1">
                <a:spLocks noChangeArrowheads="1"/>
              </p:cNvSpPr>
              <p:nvPr/>
            </p:nvSpPr>
            <p:spPr bwMode="auto">
              <a:xfrm>
                <a:off x="611188" y="3213100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11414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11372" name="组合 146"/>
            <p:cNvGrpSpPr>
              <a:grpSpLocks/>
            </p:cNvGrpSpPr>
            <p:nvPr/>
          </p:nvGrpSpPr>
          <p:grpSpPr bwMode="auto">
            <a:xfrm>
              <a:off x="1069975" y="3392487"/>
              <a:ext cx="7067550" cy="1016000"/>
              <a:chOff x="1069975" y="3416300"/>
              <a:chExt cx="7067550" cy="1016000"/>
            </a:xfrm>
          </p:grpSpPr>
          <p:sp>
            <p:nvSpPr>
              <p:cNvPr id="11373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5"/>
              <p:cNvSpPr>
                <a:spLocks/>
              </p:cNvSpPr>
              <p:nvPr/>
            </p:nvSpPr>
            <p:spPr bwMode="auto">
              <a:xfrm>
                <a:off x="2363788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6"/>
              <p:cNvSpPr>
                <a:spLocks/>
              </p:cNvSpPr>
              <p:nvPr/>
            </p:nvSpPr>
            <p:spPr bwMode="auto">
              <a:xfrm>
                <a:off x="2568575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7"/>
              <p:cNvSpPr>
                <a:spLocks/>
              </p:cNvSpPr>
              <p:nvPr/>
            </p:nvSpPr>
            <p:spPr bwMode="auto">
              <a:xfrm>
                <a:off x="2794000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8"/>
              <p:cNvSpPr>
                <a:spLocks/>
              </p:cNvSpPr>
              <p:nvPr/>
            </p:nvSpPr>
            <p:spPr bwMode="auto">
              <a:xfrm>
                <a:off x="2998788" y="3979863"/>
                <a:ext cx="219075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17487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11"/>
              <p:cNvSpPr>
                <a:spLocks/>
              </p:cNvSpPr>
              <p:nvPr/>
            </p:nvSpPr>
            <p:spPr bwMode="auto">
              <a:xfrm>
                <a:off x="3638550" y="3660775"/>
                <a:ext cx="207963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12"/>
              <p:cNvSpPr>
                <a:spLocks/>
              </p:cNvSpPr>
              <p:nvPr/>
            </p:nvSpPr>
            <p:spPr bwMode="auto">
              <a:xfrm>
                <a:off x="3843338" y="3963988"/>
                <a:ext cx="217487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14"/>
              <p:cNvSpPr>
                <a:spLocks/>
              </p:cNvSpPr>
              <p:nvPr/>
            </p:nvSpPr>
            <p:spPr bwMode="auto">
              <a:xfrm>
                <a:off x="2136775" y="3997325"/>
                <a:ext cx="217488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15"/>
              <p:cNvSpPr>
                <a:spLocks/>
              </p:cNvSpPr>
              <p:nvPr/>
            </p:nvSpPr>
            <p:spPr bwMode="auto">
              <a:xfrm>
                <a:off x="4068763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16"/>
              <p:cNvSpPr>
                <a:spLocks/>
              </p:cNvSpPr>
              <p:nvPr/>
            </p:nvSpPr>
            <p:spPr bwMode="auto">
              <a:xfrm>
                <a:off x="4276725" y="3940175"/>
                <a:ext cx="227013" cy="904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18"/>
              <p:cNvSpPr>
                <a:spLocks/>
              </p:cNvSpPr>
              <p:nvPr/>
            </p:nvSpPr>
            <p:spPr bwMode="auto">
              <a:xfrm>
                <a:off x="1827213" y="3951288"/>
                <a:ext cx="2676525" cy="461962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79"/>
                    </a:moveTo>
                    <a:lnTo>
                      <a:pt x="186" y="1456"/>
                    </a:lnTo>
                    <a:lnTo>
                      <a:pt x="431" y="2115"/>
                    </a:lnTo>
                    <a:lnTo>
                      <a:pt x="572" y="2692"/>
                    </a:lnTo>
                    <a:lnTo>
                      <a:pt x="840" y="3269"/>
                    </a:lnTo>
                    <a:lnTo>
                      <a:pt x="1004" y="3901"/>
                    </a:lnTo>
                    <a:lnTo>
                      <a:pt x="1323" y="4478"/>
                    </a:lnTo>
                    <a:lnTo>
                      <a:pt x="1413" y="5055"/>
                    </a:lnTo>
                    <a:lnTo>
                      <a:pt x="1599" y="5659"/>
                    </a:lnTo>
                    <a:lnTo>
                      <a:pt x="1978" y="6264"/>
                    </a:lnTo>
                    <a:lnTo>
                      <a:pt x="2327" y="6868"/>
                    </a:lnTo>
                    <a:lnTo>
                      <a:pt x="2602" y="7363"/>
                    </a:lnTo>
                    <a:lnTo>
                      <a:pt x="2743" y="7940"/>
                    </a:lnTo>
                    <a:lnTo>
                      <a:pt x="3078" y="8516"/>
                    </a:lnTo>
                    <a:lnTo>
                      <a:pt x="3167" y="9093"/>
                    </a:lnTo>
                    <a:lnTo>
                      <a:pt x="3257" y="9643"/>
                    </a:lnTo>
                    <a:lnTo>
                      <a:pt x="3584" y="10165"/>
                    </a:lnTo>
                    <a:lnTo>
                      <a:pt x="3740" y="10659"/>
                    </a:lnTo>
                    <a:lnTo>
                      <a:pt x="4067" y="11209"/>
                    </a:lnTo>
                    <a:lnTo>
                      <a:pt x="4164" y="11786"/>
                    </a:lnTo>
                    <a:lnTo>
                      <a:pt x="4349" y="12225"/>
                    </a:lnTo>
                    <a:lnTo>
                      <a:pt x="4684" y="12747"/>
                    </a:lnTo>
                    <a:lnTo>
                      <a:pt x="4825" y="13132"/>
                    </a:lnTo>
                    <a:lnTo>
                      <a:pt x="5152" y="13654"/>
                    </a:lnTo>
                    <a:lnTo>
                      <a:pt x="5331" y="14066"/>
                    </a:lnTo>
                    <a:lnTo>
                      <a:pt x="5494" y="14478"/>
                    </a:lnTo>
                    <a:lnTo>
                      <a:pt x="5822" y="14945"/>
                    </a:lnTo>
                    <a:lnTo>
                      <a:pt x="5896" y="15412"/>
                    </a:lnTo>
                    <a:lnTo>
                      <a:pt x="6424" y="15769"/>
                    </a:lnTo>
                    <a:lnTo>
                      <a:pt x="6513" y="16236"/>
                    </a:lnTo>
                    <a:lnTo>
                      <a:pt x="6758" y="16566"/>
                    </a:lnTo>
                    <a:lnTo>
                      <a:pt x="6907" y="16923"/>
                    </a:lnTo>
                    <a:lnTo>
                      <a:pt x="7078" y="17225"/>
                    </a:lnTo>
                    <a:lnTo>
                      <a:pt x="7323" y="17527"/>
                    </a:lnTo>
                    <a:lnTo>
                      <a:pt x="7502" y="17885"/>
                    </a:lnTo>
                    <a:lnTo>
                      <a:pt x="7755" y="18132"/>
                    </a:lnTo>
                    <a:lnTo>
                      <a:pt x="7933" y="18407"/>
                    </a:lnTo>
                    <a:lnTo>
                      <a:pt x="8171" y="18681"/>
                    </a:lnTo>
                    <a:lnTo>
                      <a:pt x="8506" y="18929"/>
                    </a:lnTo>
                    <a:lnTo>
                      <a:pt x="8595" y="19121"/>
                    </a:lnTo>
                    <a:lnTo>
                      <a:pt x="8840" y="19286"/>
                    </a:lnTo>
                    <a:lnTo>
                      <a:pt x="8989" y="19423"/>
                    </a:lnTo>
                    <a:lnTo>
                      <a:pt x="9160" y="19560"/>
                    </a:lnTo>
                    <a:lnTo>
                      <a:pt x="9494" y="19725"/>
                    </a:lnTo>
                    <a:lnTo>
                      <a:pt x="9591" y="19835"/>
                    </a:lnTo>
                    <a:lnTo>
                      <a:pt x="9836" y="19863"/>
                    </a:lnTo>
                    <a:lnTo>
                      <a:pt x="10156" y="19890"/>
                    </a:lnTo>
                    <a:lnTo>
                      <a:pt x="10401" y="19973"/>
                    </a:lnTo>
                    <a:lnTo>
                      <a:pt x="10595" y="19890"/>
                    </a:lnTo>
                    <a:lnTo>
                      <a:pt x="10684" y="19890"/>
                    </a:lnTo>
                    <a:lnTo>
                      <a:pt x="10922" y="19863"/>
                    </a:lnTo>
                    <a:lnTo>
                      <a:pt x="11152" y="19725"/>
                    </a:lnTo>
                    <a:lnTo>
                      <a:pt x="11428" y="19588"/>
                    </a:lnTo>
                    <a:lnTo>
                      <a:pt x="11487" y="19423"/>
                    </a:lnTo>
                    <a:lnTo>
                      <a:pt x="11918" y="19203"/>
                    </a:lnTo>
                    <a:lnTo>
                      <a:pt x="12149" y="18956"/>
                    </a:lnTo>
                    <a:lnTo>
                      <a:pt x="12335" y="18736"/>
                    </a:lnTo>
                    <a:lnTo>
                      <a:pt x="12431" y="18407"/>
                    </a:lnTo>
                    <a:lnTo>
                      <a:pt x="12758" y="18077"/>
                    </a:lnTo>
                    <a:lnTo>
                      <a:pt x="13004" y="17720"/>
                    </a:lnTo>
                    <a:lnTo>
                      <a:pt x="13167" y="17225"/>
                    </a:lnTo>
                    <a:lnTo>
                      <a:pt x="13323" y="16813"/>
                    </a:lnTo>
                    <a:lnTo>
                      <a:pt x="13569" y="16456"/>
                    </a:lnTo>
                    <a:lnTo>
                      <a:pt x="13651" y="15962"/>
                    </a:lnTo>
                    <a:lnTo>
                      <a:pt x="14171" y="15549"/>
                    </a:lnTo>
                    <a:lnTo>
                      <a:pt x="14320" y="14973"/>
                    </a:lnTo>
                    <a:lnTo>
                      <a:pt x="14610" y="14451"/>
                    </a:lnTo>
                    <a:lnTo>
                      <a:pt x="14840" y="14011"/>
                    </a:lnTo>
                    <a:lnTo>
                      <a:pt x="15257" y="13434"/>
                    </a:lnTo>
                    <a:lnTo>
                      <a:pt x="15257" y="12940"/>
                    </a:lnTo>
                    <a:lnTo>
                      <a:pt x="15502" y="12363"/>
                    </a:lnTo>
                    <a:lnTo>
                      <a:pt x="15829" y="11813"/>
                    </a:lnTo>
                    <a:lnTo>
                      <a:pt x="16015" y="11181"/>
                    </a:lnTo>
                    <a:lnTo>
                      <a:pt x="16253" y="10604"/>
                    </a:lnTo>
                    <a:lnTo>
                      <a:pt x="16342" y="10027"/>
                    </a:lnTo>
                    <a:lnTo>
                      <a:pt x="16587" y="9505"/>
                    </a:lnTo>
                    <a:lnTo>
                      <a:pt x="16825" y="8984"/>
                    </a:lnTo>
                    <a:lnTo>
                      <a:pt x="16914" y="8352"/>
                    </a:lnTo>
                    <a:lnTo>
                      <a:pt x="17100" y="7775"/>
                    </a:lnTo>
                    <a:lnTo>
                      <a:pt x="17338" y="7225"/>
                    </a:lnTo>
                    <a:lnTo>
                      <a:pt x="17494" y="6676"/>
                    </a:lnTo>
                    <a:lnTo>
                      <a:pt x="17755" y="6071"/>
                    </a:lnTo>
                    <a:lnTo>
                      <a:pt x="17814" y="5604"/>
                    </a:lnTo>
                    <a:lnTo>
                      <a:pt x="18104" y="5027"/>
                    </a:lnTo>
                    <a:lnTo>
                      <a:pt x="18572" y="4505"/>
                    </a:lnTo>
                    <a:lnTo>
                      <a:pt x="18669" y="4038"/>
                    </a:lnTo>
                    <a:lnTo>
                      <a:pt x="18758" y="3489"/>
                    </a:lnTo>
                    <a:lnTo>
                      <a:pt x="19086" y="3077"/>
                    </a:lnTo>
                    <a:lnTo>
                      <a:pt x="19182" y="2665"/>
                    </a:lnTo>
                    <a:lnTo>
                      <a:pt x="19234" y="2225"/>
                    </a:lnTo>
                    <a:lnTo>
                      <a:pt x="19420" y="1868"/>
                    </a:lnTo>
                    <a:lnTo>
                      <a:pt x="19561" y="1429"/>
                    </a:lnTo>
                    <a:lnTo>
                      <a:pt x="19658" y="1044"/>
                    </a:lnTo>
                    <a:lnTo>
                      <a:pt x="19747" y="797"/>
                    </a:lnTo>
                    <a:lnTo>
                      <a:pt x="19903" y="495"/>
                    </a:lnTo>
                    <a:lnTo>
                      <a:pt x="19993" y="192"/>
                    </a:lnTo>
                    <a:lnTo>
                      <a:pt x="19993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19"/>
              <p:cNvSpPr>
                <a:spLocks/>
              </p:cNvSpPr>
              <p:nvPr/>
            </p:nvSpPr>
            <p:spPr bwMode="auto">
              <a:xfrm>
                <a:off x="4494213" y="3522663"/>
                <a:ext cx="2855912" cy="447675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2"/>
                    </a:moveTo>
                    <a:lnTo>
                      <a:pt x="174" y="19318"/>
                    </a:lnTo>
                    <a:lnTo>
                      <a:pt x="314" y="18750"/>
                    </a:lnTo>
                    <a:lnTo>
                      <a:pt x="481" y="18068"/>
                    </a:lnTo>
                    <a:lnTo>
                      <a:pt x="794" y="17443"/>
                    </a:lnTo>
                    <a:lnTo>
                      <a:pt x="850" y="16847"/>
                    </a:lnTo>
                    <a:lnTo>
                      <a:pt x="1094" y="16278"/>
                    </a:lnTo>
                    <a:lnTo>
                      <a:pt x="1240" y="15625"/>
                    </a:lnTo>
                    <a:lnTo>
                      <a:pt x="1554" y="15000"/>
                    </a:lnTo>
                    <a:lnTo>
                      <a:pt x="1798" y="14375"/>
                    </a:lnTo>
                    <a:lnTo>
                      <a:pt x="2188" y="13807"/>
                    </a:lnTo>
                    <a:lnTo>
                      <a:pt x="2188" y="13182"/>
                    </a:lnTo>
                    <a:lnTo>
                      <a:pt x="2488" y="12670"/>
                    </a:lnTo>
                    <a:lnTo>
                      <a:pt x="2662" y="12102"/>
                    </a:lnTo>
                    <a:lnTo>
                      <a:pt x="2892" y="11477"/>
                    </a:lnTo>
                    <a:lnTo>
                      <a:pt x="2976" y="10966"/>
                    </a:lnTo>
                    <a:lnTo>
                      <a:pt x="3143" y="10369"/>
                    </a:lnTo>
                    <a:lnTo>
                      <a:pt x="3352" y="9801"/>
                    </a:lnTo>
                    <a:lnTo>
                      <a:pt x="3512" y="9290"/>
                    </a:lnTo>
                    <a:lnTo>
                      <a:pt x="3756" y="8778"/>
                    </a:lnTo>
                    <a:lnTo>
                      <a:pt x="3902" y="8239"/>
                    </a:lnTo>
                    <a:lnTo>
                      <a:pt x="4077" y="7756"/>
                    </a:lnTo>
                    <a:lnTo>
                      <a:pt x="4439" y="7216"/>
                    </a:lnTo>
                    <a:lnTo>
                      <a:pt x="4613" y="6818"/>
                    </a:lnTo>
                    <a:lnTo>
                      <a:pt x="4697" y="6278"/>
                    </a:lnTo>
                    <a:lnTo>
                      <a:pt x="5010" y="5824"/>
                    </a:lnTo>
                    <a:lnTo>
                      <a:pt x="5233" y="5426"/>
                    </a:lnTo>
                    <a:lnTo>
                      <a:pt x="5456" y="4915"/>
                    </a:lnTo>
                    <a:lnTo>
                      <a:pt x="5540" y="4460"/>
                    </a:lnTo>
                    <a:lnTo>
                      <a:pt x="5707" y="4091"/>
                    </a:lnTo>
                    <a:lnTo>
                      <a:pt x="6167" y="3750"/>
                    </a:lnTo>
                    <a:lnTo>
                      <a:pt x="6328" y="3324"/>
                    </a:lnTo>
                    <a:lnTo>
                      <a:pt x="6418" y="2983"/>
                    </a:lnTo>
                    <a:lnTo>
                      <a:pt x="6564" y="2699"/>
                    </a:lnTo>
                    <a:lnTo>
                      <a:pt x="6655" y="2386"/>
                    </a:lnTo>
                    <a:lnTo>
                      <a:pt x="6962" y="2074"/>
                    </a:lnTo>
                    <a:lnTo>
                      <a:pt x="7261" y="1818"/>
                    </a:lnTo>
                    <a:lnTo>
                      <a:pt x="7491" y="1477"/>
                    </a:lnTo>
                    <a:lnTo>
                      <a:pt x="7666" y="1250"/>
                    </a:lnTo>
                    <a:lnTo>
                      <a:pt x="7979" y="966"/>
                    </a:lnTo>
                    <a:lnTo>
                      <a:pt x="7979" y="824"/>
                    </a:lnTo>
                    <a:lnTo>
                      <a:pt x="8105" y="625"/>
                    </a:lnTo>
                    <a:lnTo>
                      <a:pt x="8516" y="511"/>
                    </a:lnTo>
                    <a:lnTo>
                      <a:pt x="8683" y="313"/>
                    </a:lnTo>
                    <a:lnTo>
                      <a:pt x="8920" y="199"/>
                    </a:lnTo>
                    <a:lnTo>
                      <a:pt x="9045" y="114"/>
                    </a:lnTo>
                    <a:lnTo>
                      <a:pt x="9213" y="114"/>
                    </a:lnTo>
                    <a:lnTo>
                      <a:pt x="9443" y="0"/>
                    </a:lnTo>
                    <a:lnTo>
                      <a:pt x="9519" y="0"/>
                    </a:lnTo>
                    <a:lnTo>
                      <a:pt x="9847" y="0"/>
                    </a:lnTo>
                    <a:lnTo>
                      <a:pt x="10230" y="28"/>
                    </a:lnTo>
                    <a:lnTo>
                      <a:pt x="10551" y="114"/>
                    </a:lnTo>
                    <a:lnTo>
                      <a:pt x="10641" y="284"/>
                    </a:lnTo>
                    <a:lnTo>
                      <a:pt x="10864" y="455"/>
                    </a:lnTo>
                    <a:lnTo>
                      <a:pt x="11171" y="625"/>
                    </a:lnTo>
                    <a:lnTo>
                      <a:pt x="11338" y="881"/>
                    </a:lnTo>
                    <a:lnTo>
                      <a:pt x="11477" y="1080"/>
                    </a:lnTo>
                    <a:lnTo>
                      <a:pt x="11958" y="1392"/>
                    </a:lnTo>
                    <a:lnTo>
                      <a:pt x="12014" y="1733"/>
                    </a:lnTo>
                    <a:lnTo>
                      <a:pt x="12098" y="2102"/>
                    </a:lnTo>
                    <a:lnTo>
                      <a:pt x="12578" y="2500"/>
                    </a:lnTo>
                    <a:lnTo>
                      <a:pt x="12669" y="2813"/>
                    </a:lnTo>
                    <a:lnTo>
                      <a:pt x="13031" y="3182"/>
                    </a:lnTo>
                    <a:lnTo>
                      <a:pt x="13422" y="3693"/>
                    </a:lnTo>
                    <a:lnTo>
                      <a:pt x="13519" y="4148"/>
                    </a:lnTo>
                    <a:lnTo>
                      <a:pt x="13749" y="4602"/>
                    </a:lnTo>
                    <a:lnTo>
                      <a:pt x="13902" y="5085"/>
                    </a:lnTo>
                    <a:lnTo>
                      <a:pt x="14223" y="5625"/>
                    </a:lnTo>
                    <a:lnTo>
                      <a:pt x="14537" y="6165"/>
                    </a:lnTo>
                    <a:lnTo>
                      <a:pt x="14683" y="6705"/>
                    </a:lnTo>
                    <a:lnTo>
                      <a:pt x="14927" y="7159"/>
                    </a:lnTo>
                    <a:lnTo>
                      <a:pt x="15240" y="7756"/>
                    </a:lnTo>
                    <a:lnTo>
                      <a:pt x="15463" y="8267"/>
                    </a:lnTo>
                    <a:lnTo>
                      <a:pt x="15645" y="8892"/>
                    </a:lnTo>
                    <a:lnTo>
                      <a:pt x="16091" y="9375"/>
                    </a:lnTo>
                    <a:lnTo>
                      <a:pt x="16181" y="9915"/>
                    </a:lnTo>
                    <a:lnTo>
                      <a:pt x="16481" y="10511"/>
                    </a:lnTo>
                    <a:lnTo>
                      <a:pt x="16641" y="11051"/>
                    </a:lnTo>
                    <a:lnTo>
                      <a:pt x="16941" y="11591"/>
                    </a:lnTo>
                    <a:lnTo>
                      <a:pt x="17094" y="12188"/>
                    </a:lnTo>
                    <a:lnTo>
                      <a:pt x="17192" y="12699"/>
                    </a:lnTo>
                    <a:lnTo>
                      <a:pt x="17422" y="13153"/>
                    </a:lnTo>
                    <a:lnTo>
                      <a:pt x="17645" y="13722"/>
                    </a:lnTo>
                    <a:lnTo>
                      <a:pt x="17895" y="14261"/>
                    </a:lnTo>
                    <a:lnTo>
                      <a:pt x="18279" y="14744"/>
                    </a:lnTo>
                    <a:lnTo>
                      <a:pt x="18279" y="15227"/>
                    </a:lnTo>
                    <a:lnTo>
                      <a:pt x="18523" y="15682"/>
                    </a:lnTo>
                    <a:lnTo>
                      <a:pt x="18983" y="16108"/>
                    </a:lnTo>
                    <a:lnTo>
                      <a:pt x="19143" y="16591"/>
                    </a:lnTo>
                    <a:lnTo>
                      <a:pt x="19226" y="16932"/>
                    </a:lnTo>
                    <a:lnTo>
                      <a:pt x="19282" y="17330"/>
                    </a:lnTo>
                    <a:lnTo>
                      <a:pt x="19456" y="17699"/>
                    </a:lnTo>
                    <a:lnTo>
                      <a:pt x="19589" y="18068"/>
                    </a:lnTo>
                    <a:lnTo>
                      <a:pt x="19679" y="18352"/>
                    </a:lnTo>
                    <a:lnTo>
                      <a:pt x="19763" y="18636"/>
                    </a:lnTo>
                    <a:lnTo>
                      <a:pt x="19909" y="18949"/>
                    </a:lnTo>
                    <a:lnTo>
                      <a:pt x="19993" y="19119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20"/>
              <p:cNvSpPr>
                <a:spLocks/>
              </p:cNvSpPr>
              <p:nvPr/>
            </p:nvSpPr>
            <p:spPr bwMode="auto">
              <a:xfrm>
                <a:off x="1808163" y="3497263"/>
                <a:ext cx="2689225" cy="461962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66"/>
                    </a:moveTo>
                    <a:lnTo>
                      <a:pt x="178" y="18516"/>
                    </a:lnTo>
                    <a:lnTo>
                      <a:pt x="437" y="17885"/>
                    </a:lnTo>
                    <a:lnTo>
                      <a:pt x="570" y="17280"/>
                    </a:lnTo>
                    <a:lnTo>
                      <a:pt x="844" y="16703"/>
                    </a:lnTo>
                    <a:lnTo>
                      <a:pt x="999" y="16071"/>
                    </a:lnTo>
                    <a:lnTo>
                      <a:pt x="1325" y="15495"/>
                    </a:lnTo>
                    <a:lnTo>
                      <a:pt x="1414" y="14863"/>
                    </a:lnTo>
                    <a:lnTo>
                      <a:pt x="1599" y="14286"/>
                    </a:lnTo>
                    <a:lnTo>
                      <a:pt x="1976" y="13709"/>
                    </a:lnTo>
                    <a:lnTo>
                      <a:pt x="2324" y="13104"/>
                    </a:lnTo>
                    <a:lnTo>
                      <a:pt x="2605" y="12555"/>
                    </a:lnTo>
                    <a:lnTo>
                      <a:pt x="2739" y="12033"/>
                    </a:lnTo>
                    <a:lnTo>
                      <a:pt x="3072" y="11456"/>
                    </a:lnTo>
                    <a:lnTo>
                      <a:pt x="3168" y="10907"/>
                    </a:lnTo>
                    <a:lnTo>
                      <a:pt x="3257" y="10330"/>
                    </a:lnTo>
                    <a:lnTo>
                      <a:pt x="3583" y="9808"/>
                    </a:lnTo>
                    <a:lnTo>
                      <a:pt x="3738" y="9313"/>
                    </a:lnTo>
                    <a:lnTo>
                      <a:pt x="4071" y="8764"/>
                    </a:lnTo>
                    <a:lnTo>
                      <a:pt x="4160" y="8187"/>
                    </a:lnTo>
                    <a:lnTo>
                      <a:pt x="4345" y="7747"/>
                    </a:lnTo>
                    <a:lnTo>
                      <a:pt x="4685" y="7253"/>
                    </a:lnTo>
                    <a:lnTo>
                      <a:pt x="4819" y="6786"/>
                    </a:lnTo>
                    <a:lnTo>
                      <a:pt x="5152" y="6319"/>
                    </a:lnTo>
                    <a:lnTo>
                      <a:pt x="5329" y="5907"/>
                    </a:lnTo>
                    <a:lnTo>
                      <a:pt x="5500" y="5495"/>
                    </a:lnTo>
                    <a:lnTo>
                      <a:pt x="5818" y="5055"/>
                    </a:lnTo>
                    <a:lnTo>
                      <a:pt x="5899" y="4560"/>
                    </a:lnTo>
                    <a:lnTo>
                      <a:pt x="6425" y="4176"/>
                    </a:lnTo>
                    <a:lnTo>
                      <a:pt x="6514" y="3764"/>
                    </a:lnTo>
                    <a:lnTo>
                      <a:pt x="6758" y="3379"/>
                    </a:lnTo>
                    <a:lnTo>
                      <a:pt x="6906" y="3049"/>
                    </a:lnTo>
                    <a:lnTo>
                      <a:pt x="7076" y="2720"/>
                    </a:lnTo>
                    <a:lnTo>
                      <a:pt x="7321" y="2445"/>
                    </a:lnTo>
                    <a:lnTo>
                      <a:pt x="7506" y="2115"/>
                    </a:lnTo>
                    <a:lnTo>
                      <a:pt x="7750" y="1868"/>
                    </a:lnTo>
                    <a:lnTo>
                      <a:pt x="7935" y="1538"/>
                    </a:lnTo>
                    <a:lnTo>
                      <a:pt x="8172" y="1264"/>
                    </a:lnTo>
                    <a:lnTo>
                      <a:pt x="8505" y="1044"/>
                    </a:lnTo>
                    <a:lnTo>
                      <a:pt x="8594" y="852"/>
                    </a:lnTo>
                    <a:lnTo>
                      <a:pt x="8838" y="687"/>
                    </a:lnTo>
                    <a:lnTo>
                      <a:pt x="8993" y="549"/>
                    </a:lnTo>
                    <a:lnTo>
                      <a:pt x="9156" y="412"/>
                    </a:lnTo>
                    <a:lnTo>
                      <a:pt x="9497" y="275"/>
                    </a:lnTo>
                    <a:lnTo>
                      <a:pt x="9593" y="137"/>
                    </a:lnTo>
                    <a:lnTo>
                      <a:pt x="9830" y="110"/>
                    </a:lnTo>
                    <a:lnTo>
                      <a:pt x="10163" y="27"/>
                    </a:lnTo>
                    <a:lnTo>
                      <a:pt x="10400" y="0"/>
                    </a:lnTo>
                    <a:lnTo>
                      <a:pt x="10592" y="27"/>
                    </a:lnTo>
                    <a:lnTo>
                      <a:pt x="10681" y="27"/>
                    </a:lnTo>
                    <a:lnTo>
                      <a:pt x="10918" y="110"/>
                    </a:lnTo>
                    <a:lnTo>
                      <a:pt x="11155" y="192"/>
                    </a:lnTo>
                    <a:lnTo>
                      <a:pt x="11429" y="385"/>
                    </a:lnTo>
                    <a:lnTo>
                      <a:pt x="11488" y="549"/>
                    </a:lnTo>
                    <a:lnTo>
                      <a:pt x="11917" y="769"/>
                    </a:lnTo>
                    <a:lnTo>
                      <a:pt x="12154" y="1016"/>
                    </a:lnTo>
                    <a:lnTo>
                      <a:pt x="12332" y="1236"/>
                    </a:lnTo>
                    <a:lnTo>
                      <a:pt x="12428" y="1538"/>
                    </a:lnTo>
                    <a:lnTo>
                      <a:pt x="12754" y="1868"/>
                    </a:lnTo>
                    <a:lnTo>
                      <a:pt x="13005" y="2253"/>
                    </a:lnTo>
                    <a:lnTo>
                      <a:pt x="13168" y="2720"/>
                    </a:lnTo>
                    <a:lnTo>
                      <a:pt x="13323" y="3132"/>
                    </a:lnTo>
                    <a:lnTo>
                      <a:pt x="13568" y="3489"/>
                    </a:lnTo>
                    <a:lnTo>
                      <a:pt x="13657" y="3984"/>
                    </a:lnTo>
                    <a:lnTo>
                      <a:pt x="14175" y="4423"/>
                    </a:lnTo>
                    <a:lnTo>
                      <a:pt x="14323" y="4945"/>
                    </a:lnTo>
                    <a:lnTo>
                      <a:pt x="14604" y="5522"/>
                    </a:lnTo>
                    <a:lnTo>
                      <a:pt x="14841" y="5989"/>
                    </a:lnTo>
                    <a:lnTo>
                      <a:pt x="15255" y="6511"/>
                    </a:lnTo>
                    <a:lnTo>
                      <a:pt x="15255" y="7033"/>
                    </a:lnTo>
                    <a:lnTo>
                      <a:pt x="15500" y="7637"/>
                    </a:lnTo>
                    <a:lnTo>
                      <a:pt x="15833" y="8159"/>
                    </a:lnTo>
                    <a:lnTo>
                      <a:pt x="16010" y="8791"/>
                    </a:lnTo>
                    <a:lnTo>
                      <a:pt x="16255" y="9368"/>
                    </a:lnTo>
                    <a:lnTo>
                      <a:pt x="16343" y="9918"/>
                    </a:lnTo>
                    <a:lnTo>
                      <a:pt x="16588" y="10440"/>
                    </a:lnTo>
                    <a:lnTo>
                      <a:pt x="16825" y="10989"/>
                    </a:lnTo>
                    <a:lnTo>
                      <a:pt x="16921" y="11621"/>
                    </a:lnTo>
                    <a:lnTo>
                      <a:pt x="17098" y="12198"/>
                    </a:lnTo>
                    <a:lnTo>
                      <a:pt x="17335" y="12747"/>
                    </a:lnTo>
                    <a:lnTo>
                      <a:pt x="17491" y="13269"/>
                    </a:lnTo>
                    <a:lnTo>
                      <a:pt x="17757" y="13874"/>
                    </a:lnTo>
                    <a:lnTo>
                      <a:pt x="17816" y="14396"/>
                    </a:lnTo>
                    <a:lnTo>
                      <a:pt x="18098" y="14945"/>
                    </a:lnTo>
                    <a:lnTo>
                      <a:pt x="18571" y="15440"/>
                    </a:lnTo>
                    <a:lnTo>
                      <a:pt x="18668" y="15934"/>
                    </a:lnTo>
                    <a:lnTo>
                      <a:pt x="18756" y="16456"/>
                    </a:lnTo>
                    <a:lnTo>
                      <a:pt x="19090" y="16868"/>
                    </a:lnTo>
                    <a:lnTo>
                      <a:pt x="19178" y="17308"/>
                    </a:lnTo>
                    <a:lnTo>
                      <a:pt x="19238" y="17747"/>
                    </a:lnTo>
                    <a:lnTo>
                      <a:pt x="19423" y="18132"/>
                    </a:lnTo>
                    <a:lnTo>
                      <a:pt x="19556" y="18544"/>
                    </a:lnTo>
                    <a:lnTo>
                      <a:pt x="19660" y="18929"/>
                    </a:lnTo>
                    <a:lnTo>
                      <a:pt x="19756" y="19148"/>
                    </a:lnTo>
                    <a:lnTo>
                      <a:pt x="19904" y="19451"/>
                    </a:lnTo>
                    <a:lnTo>
                      <a:pt x="19993" y="19725"/>
                    </a:lnTo>
                    <a:lnTo>
                      <a:pt x="19993" y="1997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21"/>
              <p:cNvSpPr>
                <a:spLocks/>
              </p:cNvSpPr>
              <p:nvPr/>
            </p:nvSpPr>
            <p:spPr bwMode="auto">
              <a:xfrm>
                <a:off x="4487863" y="3941763"/>
                <a:ext cx="2867025" cy="447675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0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7" y="625"/>
                    </a:lnTo>
                    <a:lnTo>
                      <a:pt x="312" y="1250"/>
                    </a:lnTo>
                    <a:lnTo>
                      <a:pt x="486" y="1903"/>
                    </a:lnTo>
                    <a:lnTo>
                      <a:pt x="798" y="2528"/>
                    </a:lnTo>
                    <a:lnTo>
                      <a:pt x="847" y="3125"/>
                    </a:lnTo>
                    <a:lnTo>
                      <a:pt x="1096" y="3722"/>
                    </a:lnTo>
                    <a:lnTo>
                      <a:pt x="1242" y="4318"/>
                    </a:lnTo>
                    <a:lnTo>
                      <a:pt x="1548" y="4972"/>
                    </a:lnTo>
                    <a:lnTo>
                      <a:pt x="1804" y="5597"/>
                    </a:lnTo>
                    <a:lnTo>
                      <a:pt x="2179" y="6165"/>
                    </a:lnTo>
                    <a:lnTo>
                      <a:pt x="2179" y="6761"/>
                    </a:lnTo>
                    <a:lnTo>
                      <a:pt x="2491" y="7301"/>
                    </a:lnTo>
                    <a:lnTo>
                      <a:pt x="2658" y="7898"/>
                    </a:lnTo>
                    <a:lnTo>
                      <a:pt x="2887" y="8494"/>
                    </a:lnTo>
                    <a:lnTo>
                      <a:pt x="2977" y="8977"/>
                    </a:lnTo>
                    <a:lnTo>
                      <a:pt x="3144" y="9602"/>
                    </a:lnTo>
                    <a:lnTo>
                      <a:pt x="3352" y="10142"/>
                    </a:lnTo>
                    <a:lnTo>
                      <a:pt x="3505" y="10710"/>
                    </a:lnTo>
                    <a:lnTo>
                      <a:pt x="3761" y="11193"/>
                    </a:lnTo>
                    <a:lnTo>
                      <a:pt x="3900" y="11733"/>
                    </a:lnTo>
                    <a:lnTo>
                      <a:pt x="4074" y="12216"/>
                    </a:lnTo>
                    <a:lnTo>
                      <a:pt x="4441" y="12784"/>
                    </a:lnTo>
                    <a:lnTo>
                      <a:pt x="4608" y="13153"/>
                    </a:lnTo>
                    <a:lnTo>
                      <a:pt x="4698" y="13693"/>
                    </a:lnTo>
                    <a:lnTo>
                      <a:pt x="5010" y="14119"/>
                    </a:lnTo>
                    <a:lnTo>
                      <a:pt x="5232" y="14545"/>
                    </a:lnTo>
                    <a:lnTo>
                      <a:pt x="5455" y="15028"/>
                    </a:lnTo>
                    <a:lnTo>
                      <a:pt x="5538" y="15511"/>
                    </a:lnTo>
                    <a:lnTo>
                      <a:pt x="5711" y="15852"/>
                    </a:lnTo>
                    <a:lnTo>
                      <a:pt x="6169" y="16250"/>
                    </a:lnTo>
                    <a:lnTo>
                      <a:pt x="6329" y="16619"/>
                    </a:lnTo>
                    <a:lnTo>
                      <a:pt x="6419" y="16932"/>
                    </a:lnTo>
                    <a:lnTo>
                      <a:pt x="6558" y="17244"/>
                    </a:lnTo>
                    <a:lnTo>
                      <a:pt x="6655" y="17614"/>
                    </a:lnTo>
                    <a:lnTo>
                      <a:pt x="6960" y="17898"/>
                    </a:lnTo>
                    <a:lnTo>
                      <a:pt x="7259" y="18097"/>
                    </a:lnTo>
                    <a:lnTo>
                      <a:pt x="7495" y="18494"/>
                    </a:lnTo>
                    <a:lnTo>
                      <a:pt x="7668" y="18750"/>
                    </a:lnTo>
                    <a:lnTo>
                      <a:pt x="7974" y="18977"/>
                    </a:lnTo>
                    <a:lnTo>
                      <a:pt x="7974" y="19119"/>
                    </a:lnTo>
                    <a:lnTo>
                      <a:pt x="8112" y="19318"/>
                    </a:lnTo>
                    <a:lnTo>
                      <a:pt x="8508" y="19432"/>
                    </a:lnTo>
                    <a:lnTo>
                      <a:pt x="8681" y="19602"/>
                    </a:lnTo>
                    <a:lnTo>
                      <a:pt x="8917" y="19716"/>
                    </a:lnTo>
                    <a:lnTo>
                      <a:pt x="9049" y="19858"/>
                    </a:lnTo>
                    <a:lnTo>
                      <a:pt x="9209" y="19886"/>
                    </a:lnTo>
                    <a:lnTo>
                      <a:pt x="9445" y="19972"/>
                    </a:lnTo>
                    <a:lnTo>
                      <a:pt x="9521" y="19972"/>
                    </a:lnTo>
                    <a:lnTo>
                      <a:pt x="9840" y="19972"/>
                    </a:lnTo>
                    <a:lnTo>
                      <a:pt x="10229" y="19886"/>
                    </a:lnTo>
                    <a:lnTo>
                      <a:pt x="10548" y="19858"/>
                    </a:lnTo>
                    <a:lnTo>
                      <a:pt x="10638" y="19716"/>
                    </a:lnTo>
                    <a:lnTo>
                      <a:pt x="10861" y="19517"/>
                    </a:lnTo>
                    <a:lnTo>
                      <a:pt x="11166" y="19318"/>
                    </a:lnTo>
                    <a:lnTo>
                      <a:pt x="11339" y="19119"/>
                    </a:lnTo>
                    <a:lnTo>
                      <a:pt x="11485" y="18892"/>
                    </a:lnTo>
                    <a:lnTo>
                      <a:pt x="11964" y="18580"/>
                    </a:lnTo>
                    <a:lnTo>
                      <a:pt x="12019" y="18210"/>
                    </a:lnTo>
                    <a:lnTo>
                      <a:pt x="12103" y="17869"/>
                    </a:lnTo>
                    <a:lnTo>
                      <a:pt x="12582" y="17472"/>
                    </a:lnTo>
                    <a:lnTo>
                      <a:pt x="12672" y="17131"/>
                    </a:lnTo>
                    <a:lnTo>
                      <a:pt x="13033" y="16761"/>
                    </a:lnTo>
                    <a:lnTo>
                      <a:pt x="13428" y="16278"/>
                    </a:lnTo>
                    <a:lnTo>
                      <a:pt x="13518" y="15824"/>
                    </a:lnTo>
                    <a:lnTo>
                      <a:pt x="13747" y="15369"/>
                    </a:lnTo>
                    <a:lnTo>
                      <a:pt x="13907" y="14886"/>
                    </a:lnTo>
                    <a:lnTo>
                      <a:pt x="14219" y="14318"/>
                    </a:lnTo>
                    <a:lnTo>
                      <a:pt x="14539" y="13807"/>
                    </a:lnTo>
                    <a:lnTo>
                      <a:pt x="14684" y="13267"/>
                    </a:lnTo>
                    <a:lnTo>
                      <a:pt x="14927" y="12813"/>
                    </a:lnTo>
                    <a:lnTo>
                      <a:pt x="15239" y="12216"/>
                    </a:lnTo>
                    <a:lnTo>
                      <a:pt x="15468" y="11705"/>
                    </a:lnTo>
                    <a:lnTo>
                      <a:pt x="15642" y="11080"/>
                    </a:lnTo>
                    <a:lnTo>
                      <a:pt x="16093" y="10597"/>
                    </a:lnTo>
                    <a:lnTo>
                      <a:pt x="16176" y="10000"/>
                    </a:lnTo>
                    <a:lnTo>
                      <a:pt x="16489" y="9403"/>
                    </a:lnTo>
                    <a:lnTo>
                      <a:pt x="16641" y="8920"/>
                    </a:lnTo>
                    <a:lnTo>
                      <a:pt x="16940" y="8381"/>
                    </a:lnTo>
                    <a:lnTo>
                      <a:pt x="17099" y="7784"/>
                    </a:lnTo>
                    <a:lnTo>
                      <a:pt x="17189" y="7216"/>
                    </a:lnTo>
                    <a:lnTo>
                      <a:pt x="17425" y="6818"/>
                    </a:lnTo>
                    <a:lnTo>
                      <a:pt x="17641" y="6250"/>
                    </a:lnTo>
                    <a:lnTo>
                      <a:pt x="17897" y="5710"/>
                    </a:lnTo>
                    <a:lnTo>
                      <a:pt x="18272" y="5227"/>
                    </a:lnTo>
                    <a:lnTo>
                      <a:pt x="18272" y="4744"/>
                    </a:lnTo>
                    <a:lnTo>
                      <a:pt x="18522" y="4290"/>
                    </a:lnTo>
                    <a:lnTo>
                      <a:pt x="18980" y="3864"/>
                    </a:lnTo>
                    <a:lnTo>
                      <a:pt x="19146" y="3381"/>
                    </a:lnTo>
                    <a:lnTo>
                      <a:pt x="19223" y="2983"/>
                    </a:lnTo>
                    <a:lnTo>
                      <a:pt x="19285" y="2614"/>
                    </a:lnTo>
                    <a:lnTo>
                      <a:pt x="19459" y="2244"/>
                    </a:lnTo>
                    <a:lnTo>
                      <a:pt x="19584" y="1932"/>
                    </a:lnTo>
                    <a:lnTo>
                      <a:pt x="19681" y="1619"/>
                    </a:lnTo>
                    <a:lnTo>
                      <a:pt x="19771" y="1307"/>
                    </a:lnTo>
                    <a:lnTo>
                      <a:pt x="19910" y="1023"/>
                    </a:lnTo>
                    <a:lnTo>
                      <a:pt x="19993" y="881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22"/>
              <p:cNvSpPr>
                <a:spLocks/>
              </p:cNvSpPr>
              <p:nvPr/>
            </p:nvSpPr>
            <p:spPr bwMode="auto">
              <a:xfrm>
                <a:off x="5175250" y="3617913"/>
                <a:ext cx="217488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23"/>
              <p:cNvSpPr>
                <a:spLocks/>
              </p:cNvSpPr>
              <p:nvPr/>
            </p:nvSpPr>
            <p:spPr bwMode="auto">
              <a:xfrm>
                <a:off x="5391150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24"/>
              <p:cNvSpPr>
                <a:spLocks/>
              </p:cNvSpPr>
              <p:nvPr/>
            </p:nvSpPr>
            <p:spPr bwMode="auto">
              <a:xfrm>
                <a:off x="5616575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25"/>
              <p:cNvSpPr>
                <a:spLocks/>
              </p:cNvSpPr>
              <p:nvPr/>
            </p:nvSpPr>
            <p:spPr bwMode="auto">
              <a:xfrm>
                <a:off x="5838825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396" name="Freeform 26"/>
              <p:cNvSpPr>
                <a:spLocks/>
              </p:cNvSpPr>
              <p:nvPr/>
            </p:nvSpPr>
            <p:spPr bwMode="auto">
              <a:xfrm>
                <a:off x="6057900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27"/>
              <p:cNvSpPr>
                <a:spLocks/>
              </p:cNvSpPr>
              <p:nvPr/>
            </p:nvSpPr>
            <p:spPr bwMode="auto">
              <a:xfrm>
                <a:off x="6272213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28"/>
              <p:cNvSpPr>
                <a:spLocks/>
              </p:cNvSpPr>
              <p:nvPr/>
            </p:nvSpPr>
            <p:spPr bwMode="auto">
              <a:xfrm>
                <a:off x="6510338" y="3649663"/>
                <a:ext cx="215900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29"/>
              <p:cNvSpPr>
                <a:spLocks/>
              </p:cNvSpPr>
              <p:nvPr/>
            </p:nvSpPr>
            <p:spPr bwMode="auto">
              <a:xfrm>
                <a:off x="6724650" y="3941763"/>
                <a:ext cx="228600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31"/>
              <p:cNvSpPr>
                <a:spLocks/>
              </p:cNvSpPr>
              <p:nvPr/>
            </p:nvSpPr>
            <p:spPr bwMode="auto">
              <a:xfrm>
                <a:off x="4938713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32"/>
              <p:cNvSpPr>
                <a:spLocks/>
              </p:cNvSpPr>
              <p:nvPr/>
            </p:nvSpPr>
            <p:spPr bwMode="auto">
              <a:xfrm>
                <a:off x="696277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34"/>
              <p:cNvSpPr>
                <a:spLocks/>
              </p:cNvSpPr>
              <p:nvPr/>
            </p:nvSpPr>
            <p:spPr bwMode="auto">
              <a:xfrm>
                <a:off x="4573588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Arc 35"/>
              <p:cNvSpPr>
                <a:spLocks/>
              </p:cNvSpPr>
              <p:nvPr/>
            </p:nvSpPr>
            <p:spPr bwMode="auto">
              <a:xfrm>
                <a:off x="1092200" y="3719513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Arc 36"/>
              <p:cNvSpPr>
                <a:spLocks/>
              </p:cNvSpPr>
              <p:nvPr/>
            </p:nvSpPr>
            <p:spPr bwMode="auto">
              <a:xfrm flipV="1">
                <a:off x="1092200" y="3927475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sp>
            <p:nvSpPr>
              <p:cNvPr id="11407" name="Freeform 37"/>
              <p:cNvSpPr>
                <a:spLocks/>
              </p:cNvSpPr>
              <p:nvPr/>
            </p:nvSpPr>
            <p:spPr bwMode="auto">
              <a:xfrm>
                <a:off x="1149350" y="3967163"/>
                <a:ext cx="157163" cy="1730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Line 42"/>
              <p:cNvSpPr>
                <a:spLocks noChangeShapeType="1"/>
              </p:cNvSpPr>
              <p:nvPr/>
            </p:nvSpPr>
            <p:spPr bwMode="auto">
              <a:xfrm>
                <a:off x="1757363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1" name="Line 43"/>
              <p:cNvSpPr>
                <a:spLocks noChangeShapeType="1"/>
              </p:cNvSpPr>
              <p:nvPr/>
            </p:nvSpPr>
            <p:spPr bwMode="auto">
              <a:xfrm>
                <a:off x="4508500" y="3441700"/>
                <a:ext cx="0" cy="9144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2" name="Line 44"/>
              <p:cNvSpPr>
                <a:spLocks noChangeShapeType="1"/>
              </p:cNvSpPr>
              <p:nvPr/>
            </p:nvSpPr>
            <p:spPr bwMode="auto">
              <a:xfrm>
                <a:off x="7335838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291" name="Line 80"/>
          <p:cNvSpPr>
            <a:spLocks noChangeShapeType="1"/>
          </p:cNvSpPr>
          <p:nvPr/>
        </p:nvSpPr>
        <p:spPr bwMode="auto">
          <a:xfrm>
            <a:off x="1766716" y="2252663"/>
            <a:ext cx="0" cy="1143000"/>
          </a:xfrm>
          <a:prstGeom prst="line">
            <a:avLst/>
          </a:prstGeom>
          <a:noFill/>
          <a:ln w="12700">
            <a:solidFill>
              <a:srgbClr val="0000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组合 150"/>
          <p:cNvGrpSpPr>
            <a:grpSpLocks/>
          </p:cNvGrpSpPr>
          <p:nvPr/>
        </p:nvGrpSpPr>
        <p:grpSpPr bwMode="auto">
          <a:xfrm>
            <a:off x="527050" y="2024063"/>
            <a:ext cx="8040688" cy="1447800"/>
            <a:chOff x="527050" y="2024063"/>
            <a:chExt cx="8040688" cy="1447800"/>
          </a:xfrm>
        </p:grpSpPr>
        <p:sp>
          <p:nvSpPr>
            <p:cNvPr id="15423" name="Line 77"/>
            <p:cNvSpPr>
              <a:spLocks noChangeShapeType="1"/>
            </p:cNvSpPr>
            <p:nvPr/>
          </p:nvSpPr>
          <p:spPr bwMode="auto">
            <a:xfrm>
              <a:off x="1076325" y="2252663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335" name="组合 145"/>
            <p:cNvGrpSpPr>
              <a:grpSpLocks/>
            </p:cNvGrpSpPr>
            <p:nvPr/>
          </p:nvGrpSpPr>
          <p:grpSpPr bwMode="auto">
            <a:xfrm>
              <a:off x="527050" y="2024063"/>
              <a:ext cx="8040688" cy="1174750"/>
              <a:chOff x="527050" y="2024063"/>
              <a:chExt cx="8040688" cy="1174750"/>
            </a:xfrm>
          </p:grpSpPr>
          <p:grpSp>
            <p:nvGrpSpPr>
              <p:cNvPr id="11338" name="Group 44"/>
              <p:cNvGrpSpPr>
                <a:grpSpLocks/>
              </p:cNvGrpSpPr>
              <p:nvPr/>
            </p:nvGrpSpPr>
            <p:grpSpPr bwMode="auto">
              <a:xfrm>
                <a:off x="1096963" y="2595563"/>
                <a:ext cx="6681787" cy="482600"/>
                <a:chOff x="0" y="0"/>
                <a:chExt cx="10522" cy="759"/>
              </a:xfrm>
            </p:grpSpPr>
            <p:sp>
              <p:nvSpPr>
                <p:cNvPr id="3" name="Freeform 47"/>
                <p:cNvSpPr>
                  <a:spLocks/>
                </p:cNvSpPr>
                <p:nvPr/>
              </p:nvSpPr>
              <p:spPr bwMode="auto">
                <a:xfrm>
                  <a:off x="0" y="35"/>
                  <a:ext cx="315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2" name="Freeform 48"/>
                <p:cNvSpPr>
                  <a:spLocks/>
                </p:cNvSpPr>
                <p:nvPr/>
              </p:nvSpPr>
              <p:spPr bwMode="auto">
                <a:xfrm>
                  <a:off x="310" y="39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3" name="Freeform 49"/>
                <p:cNvSpPr>
                  <a:spLocks/>
                </p:cNvSpPr>
                <p:nvPr/>
              </p:nvSpPr>
              <p:spPr bwMode="auto">
                <a:xfrm>
                  <a:off x="650" y="42"/>
                  <a:ext cx="31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4" name="Freeform 50"/>
                <p:cNvSpPr>
                  <a:spLocks/>
                </p:cNvSpPr>
                <p:nvPr/>
              </p:nvSpPr>
              <p:spPr bwMode="auto">
                <a:xfrm>
                  <a:off x="957" y="394"/>
                  <a:ext cx="33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5" name="Freeform 51"/>
                <p:cNvSpPr>
                  <a:spLocks/>
                </p:cNvSpPr>
                <p:nvPr/>
              </p:nvSpPr>
              <p:spPr bwMode="auto">
                <a:xfrm>
                  <a:off x="1292" y="25"/>
                  <a:ext cx="31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6" name="Freeform 52"/>
                <p:cNvSpPr>
                  <a:spLocks/>
                </p:cNvSpPr>
                <p:nvPr/>
              </p:nvSpPr>
              <p:spPr bwMode="auto">
                <a:xfrm>
                  <a:off x="1600" y="38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7" name="Freeform 53"/>
                <p:cNvSpPr>
                  <a:spLocks/>
                </p:cNvSpPr>
                <p:nvPr/>
              </p:nvSpPr>
              <p:spPr bwMode="auto">
                <a:xfrm>
                  <a:off x="1945" y="32"/>
                  <a:ext cx="310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8" name="Freeform 54"/>
                <p:cNvSpPr>
                  <a:spLocks/>
                </p:cNvSpPr>
                <p:nvPr/>
              </p:nvSpPr>
              <p:spPr bwMode="auto">
                <a:xfrm>
                  <a:off x="2255" y="384"/>
                  <a:ext cx="3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9" name="Freeform 55"/>
                <p:cNvSpPr>
                  <a:spLocks/>
                </p:cNvSpPr>
                <p:nvPr/>
              </p:nvSpPr>
              <p:spPr bwMode="auto">
                <a:xfrm>
                  <a:off x="2582" y="3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0" name="Freeform 56"/>
                <p:cNvSpPr>
                  <a:spLocks/>
                </p:cNvSpPr>
                <p:nvPr/>
              </p:nvSpPr>
              <p:spPr bwMode="auto">
                <a:xfrm>
                  <a:off x="2950" y="397"/>
                  <a:ext cx="382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1" name="Freeform 57"/>
                <p:cNvSpPr>
                  <a:spLocks/>
                </p:cNvSpPr>
                <p:nvPr/>
              </p:nvSpPr>
              <p:spPr bwMode="auto">
                <a:xfrm>
                  <a:off x="3342" y="42"/>
                  <a:ext cx="36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2" name="Freeform 58"/>
                <p:cNvSpPr>
                  <a:spLocks/>
                </p:cNvSpPr>
                <p:nvPr/>
              </p:nvSpPr>
              <p:spPr bwMode="auto">
                <a:xfrm>
                  <a:off x="3705" y="394"/>
                  <a:ext cx="38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3" name="Freeform 59"/>
                <p:cNvSpPr>
                  <a:spLocks/>
                </p:cNvSpPr>
                <p:nvPr/>
              </p:nvSpPr>
              <p:spPr bwMode="auto">
                <a:xfrm>
                  <a:off x="4082" y="2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4" name="Freeform 60"/>
                <p:cNvSpPr>
                  <a:spLocks/>
                </p:cNvSpPr>
                <p:nvPr/>
              </p:nvSpPr>
              <p:spPr bwMode="auto">
                <a:xfrm>
                  <a:off x="4440" y="387"/>
                  <a:ext cx="385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5" name="Freeform 61"/>
                <p:cNvSpPr>
                  <a:spLocks/>
                </p:cNvSpPr>
                <p:nvPr/>
              </p:nvSpPr>
              <p:spPr bwMode="auto">
                <a:xfrm>
                  <a:off x="4840" y="32"/>
                  <a:ext cx="365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6" name="Freeform 62"/>
                <p:cNvSpPr>
                  <a:spLocks/>
                </p:cNvSpPr>
                <p:nvPr/>
              </p:nvSpPr>
              <p:spPr bwMode="auto">
                <a:xfrm>
                  <a:off x="5202" y="384"/>
                  <a:ext cx="38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7" name="Freeform 63"/>
                <p:cNvSpPr>
                  <a:spLocks/>
                </p:cNvSpPr>
                <p:nvPr/>
              </p:nvSpPr>
              <p:spPr bwMode="auto">
                <a:xfrm>
                  <a:off x="5617" y="10"/>
                  <a:ext cx="340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8" name="Freeform 64"/>
                <p:cNvSpPr>
                  <a:spLocks/>
                </p:cNvSpPr>
                <p:nvPr/>
              </p:nvSpPr>
              <p:spPr bwMode="auto">
                <a:xfrm>
                  <a:off x="5952" y="37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9" name="Freeform 65"/>
                <p:cNvSpPr>
                  <a:spLocks/>
                </p:cNvSpPr>
                <p:nvPr/>
              </p:nvSpPr>
              <p:spPr bwMode="auto">
                <a:xfrm>
                  <a:off x="6322" y="1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0" name="Freeform 66"/>
                <p:cNvSpPr>
                  <a:spLocks/>
                </p:cNvSpPr>
                <p:nvPr/>
              </p:nvSpPr>
              <p:spPr bwMode="auto">
                <a:xfrm>
                  <a:off x="6657" y="370"/>
                  <a:ext cx="360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1" name="Freeform 67"/>
                <p:cNvSpPr>
                  <a:spLocks/>
                </p:cNvSpPr>
                <p:nvPr/>
              </p:nvSpPr>
              <p:spPr bwMode="auto">
                <a:xfrm>
                  <a:off x="7017" y="0"/>
                  <a:ext cx="33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2" name="Freeform 68"/>
                <p:cNvSpPr>
                  <a:spLocks/>
                </p:cNvSpPr>
                <p:nvPr/>
              </p:nvSpPr>
              <p:spPr bwMode="auto">
                <a:xfrm>
                  <a:off x="7345" y="36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3" name="Freeform 69"/>
                <p:cNvSpPr>
                  <a:spLocks/>
                </p:cNvSpPr>
                <p:nvPr/>
              </p:nvSpPr>
              <p:spPr bwMode="auto">
                <a:xfrm>
                  <a:off x="7720" y="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4" name="Freeform 70"/>
                <p:cNvSpPr>
                  <a:spLocks/>
                </p:cNvSpPr>
                <p:nvPr/>
              </p:nvSpPr>
              <p:spPr bwMode="auto">
                <a:xfrm>
                  <a:off x="8055" y="360"/>
                  <a:ext cx="35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5" name="Freeform 71"/>
                <p:cNvSpPr>
                  <a:spLocks/>
                </p:cNvSpPr>
                <p:nvPr/>
              </p:nvSpPr>
              <p:spPr bwMode="auto">
                <a:xfrm>
                  <a:off x="8412" y="10"/>
                  <a:ext cx="39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6" name="Freeform 72"/>
                <p:cNvSpPr>
                  <a:spLocks/>
                </p:cNvSpPr>
                <p:nvPr/>
              </p:nvSpPr>
              <p:spPr bwMode="auto">
                <a:xfrm>
                  <a:off x="8810" y="372"/>
                  <a:ext cx="42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61"/>
                      </a:lnTo>
                      <a:lnTo>
                        <a:pt x="291" y="1212"/>
                      </a:lnTo>
                      <a:lnTo>
                        <a:pt x="436" y="1873"/>
                      </a:lnTo>
                      <a:lnTo>
                        <a:pt x="582" y="2534"/>
                      </a:lnTo>
                      <a:lnTo>
                        <a:pt x="800" y="3140"/>
                      </a:lnTo>
                      <a:lnTo>
                        <a:pt x="1164" y="3691"/>
                      </a:lnTo>
                      <a:lnTo>
                        <a:pt x="1164" y="4298"/>
                      </a:lnTo>
                      <a:lnTo>
                        <a:pt x="1455" y="4959"/>
                      </a:lnTo>
                      <a:lnTo>
                        <a:pt x="1600" y="5565"/>
                      </a:lnTo>
                      <a:lnTo>
                        <a:pt x="2182" y="6171"/>
                      </a:lnTo>
                      <a:lnTo>
                        <a:pt x="2327" y="6777"/>
                      </a:lnTo>
                      <a:lnTo>
                        <a:pt x="2400" y="7328"/>
                      </a:lnTo>
                      <a:lnTo>
                        <a:pt x="2618" y="7879"/>
                      </a:lnTo>
                      <a:lnTo>
                        <a:pt x="2764" y="8485"/>
                      </a:lnTo>
                      <a:lnTo>
                        <a:pt x="3055" y="9036"/>
                      </a:lnTo>
                      <a:lnTo>
                        <a:pt x="3127" y="9642"/>
                      </a:lnTo>
                      <a:lnTo>
                        <a:pt x="3200" y="10138"/>
                      </a:lnTo>
                      <a:lnTo>
                        <a:pt x="3636" y="10689"/>
                      </a:lnTo>
                      <a:lnTo>
                        <a:pt x="3782" y="11185"/>
                      </a:lnTo>
                      <a:lnTo>
                        <a:pt x="4073" y="11736"/>
                      </a:lnTo>
                      <a:lnTo>
                        <a:pt x="4218" y="12176"/>
                      </a:lnTo>
                      <a:lnTo>
                        <a:pt x="4364" y="12727"/>
                      </a:lnTo>
                      <a:lnTo>
                        <a:pt x="4509" y="13223"/>
                      </a:lnTo>
                      <a:lnTo>
                        <a:pt x="4655" y="13664"/>
                      </a:lnTo>
                      <a:lnTo>
                        <a:pt x="4873" y="14105"/>
                      </a:lnTo>
                      <a:lnTo>
                        <a:pt x="5236" y="14545"/>
                      </a:lnTo>
                      <a:lnTo>
                        <a:pt x="5455" y="14986"/>
                      </a:lnTo>
                      <a:lnTo>
                        <a:pt x="5600" y="15482"/>
                      </a:lnTo>
                      <a:lnTo>
                        <a:pt x="5745" y="15868"/>
                      </a:lnTo>
                      <a:lnTo>
                        <a:pt x="6109" y="16198"/>
                      </a:lnTo>
                      <a:lnTo>
                        <a:pt x="6109" y="16584"/>
                      </a:lnTo>
                      <a:lnTo>
                        <a:pt x="6473" y="16970"/>
                      </a:lnTo>
                      <a:lnTo>
                        <a:pt x="6691" y="17245"/>
                      </a:lnTo>
                      <a:lnTo>
                        <a:pt x="6836" y="17631"/>
                      </a:lnTo>
                      <a:lnTo>
                        <a:pt x="7127" y="17906"/>
                      </a:lnTo>
                      <a:lnTo>
                        <a:pt x="7127" y="18182"/>
                      </a:lnTo>
                      <a:lnTo>
                        <a:pt x="7564" y="18457"/>
                      </a:lnTo>
                      <a:lnTo>
                        <a:pt x="7564" y="18733"/>
                      </a:lnTo>
                      <a:lnTo>
                        <a:pt x="7709" y="18953"/>
                      </a:lnTo>
                      <a:lnTo>
                        <a:pt x="7855" y="19118"/>
                      </a:lnTo>
                      <a:lnTo>
                        <a:pt x="8073" y="19339"/>
                      </a:lnTo>
                      <a:lnTo>
                        <a:pt x="8509" y="19504"/>
                      </a:lnTo>
                      <a:lnTo>
                        <a:pt x="8582" y="19669"/>
                      </a:lnTo>
                      <a:lnTo>
                        <a:pt x="9018" y="19725"/>
                      </a:lnTo>
                      <a:lnTo>
                        <a:pt x="9091" y="19890"/>
                      </a:lnTo>
                      <a:lnTo>
                        <a:pt x="9236" y="19890"/>
                      </a:lnTo>
                      <a:lnTo>
                        <a:pt x="9455" y="19945"/>
                      </a:lnTo>
                      <a:lnTo>
                        <a:pt x="9600" y="19945"/>
                      </a:lnTo>
                      <a:lnTo>
                        <a:pt x="9745" y="19945"/>
                      </a:lnTo>
                      <a:lnTo>
                        <a:pt x="10255" y="19890"/>
                      </a:lnTo>
                      <a:lnTo>
                        <a:pt x="10400" y="19890"/>
                      </a:lnTo>
                      <a:lnTo>
                        <a:pt x="10545" y="19725"/>
                      </a:lnTo>
                      <a:lnTo>
                        <a:pt x="10764" y="19504"/>
                      </a:lnTo>
                      <a:lnTo>
                        <a:pt x="10909" y="19339"/>
                      </a:lnTo>
                      <a:lnTo>
                        <a:pt x="11418" y="19118"/>
                      </a:lnTo>
                      <a:lnTo>
                        <a:pt x="11418" y="18843"/>
                      </a:lnTo>
                      <a:lnTo>
                        <a:pt x="11927" y="18567"/>
                      </a:lnTo>
                      <a:lnTo>
                        <a:pt x="12145" y="18237"/>
                      </a:lnTo>
                      <a:lnTo>
                        <a:pt x="12291" y="17851"/>
                      </a:lnTo>
                      <a:lnTo>
                        <a:pt x="12436" y="17466"/>
                      </a:lnTo>
                      <a:lnTo>
                        <a:pt x="12582" y="17190"/>
                      </a:lnTo>
                      <a:lnTo>
                        <a:pt x="12873" y="16749"/>
                      </a:lnTo>
                      <a:lnTo>
                        <a:pt x="13164" y="16309"/>
                      </a:lnTo>
                      <a:lnTo>
                        <a:pt x="13309" y="15813"/>
                      </a:lnTo>
                      <a:lnTo>
                        <a:pt x="13600" y="15317"/>
                      </a:lnTo>
                      <a:lnTo>
                        <a:pt x="13891" y="14876"/>
                      </a:lnTo>
                      <a:lnTo>
                        <a:pt x="14109" y="14325"/>
                      </a:lnTo>
                      <a:lnTo>
                        <a:pt x="14400" y="13829"/>
                      </a:lnTo>
                      <a:lnTo>
                        <a:pt x="14691" y="13278"/>
                      </a:lnTo>
                      <a:lnTo>
                        <a:pt x="14764" y="12837"/>
                      </a:lnTo>
                      <a:lnTo>
                        <a:pt x="15273" y="12176"/>
                      </a:lnTo>
                      <a:lnTo>
                        <a:pt x="15491" y="11680"/>
                      </a:lnTo>
                      <a:lnTo>
                        <a:pt x="15636" y="11129"/>
                      </a:lnTo>
                      <a:lnTo>
                        <a:pt x="15782" y="10579"/>
                      </a:lnTo>
                      <a:lnTo>
                        <a:pt x="16000" y="10028"/>
                      </a:lnTo>
                      <a:lnTo>
                        <a:pt x="16291" y="9477"/>
                      </a:lnTo>
                      <a:lnTo>
                        <a:pt x="16727" y="8871"/>
                      </a:lnTo>
                      <a:lnTo>
                        <a:pt x="16873" y="8375"/>
                      </a:lnTo>
                      <a:lnTo>
                        <a:pt x="17091" y="7824"/>
                      </a:lnTo>
                      <a:lnTo>
                        <a:pt x="17236" y="7273"/>
                      </a:lnTo>
                      <a:lnTo>
                        <a:pt x="17382" y="6777"/>
                      </a:lnTo>
                      <a:lnTo>
                        <a:pt x="17673" y="6226"/>
                      </a:lnTo>
                      <a:lnTo>
                        <a:pt x="17673" y="5730"/>
                      </a:lnTo>
                      <a:lnTo>
                        <a:pt x="18255" y="5234"/>
                      </a:lnTo>
                      <a:lnTo>
                        <a:pt x="18473" y="4738"/>
                      </a:lnTo>
                      <a:lnTo>
                        <a:pt x="18545" y="4298"/>
                      </a:lnTo>
                      <a:lnTo>
                        <a:pt x="18836" y="3857"/>
                      </a:lnTo>
                      <a:lnTo>
                        <a:pt x="19127" y="3416"/>
                      </a:lnTo>
                      <a:lnTo>
                        <a:pt x="19200" y="3030"/>
                      </a:lnTo>
                      <a:lnTo>
                        <a:pt x="19418" y="2590"/>
                      </a:lnTo>
                      <a:lnTo>
                        <a:pt x="19418" y="2204"/>
                      </a:lnTo>
                      <a:lnTo>
                        <a:pt x="19564" y="1928"/>
                      </a:lnTo>
                      <a:lnTo>
                        <a:pt x="19636" y="1598"/>
                      </a:lnTo>
                      <a:lnTo>
                        <a:pt x="19855" y="1377"/>
                      </a:lnTo>
                      <a:lnTo>
                        <a:pt x="19855" y="1047"/>
                      </a:lnTo>
                      <a:lnTo>
                        <a:pt x="19927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7" name="Freeform 73"/>
                <p:cNvSpPr>
                  <a:spLocks/>
                </p:cNvSpPr>
                <p:nvPr/>
              </p:nvSpPr>
              <p:spPr bwMode="auto">
                <a:xfrm>
                  <a:off x="9257" y="17"/>
                  <a:ext cx="39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56" y="18470"/>
                      </a:lnTo>
                      <a:lnTo>
                        <a:pt x="391" y="17869"/>
                      </a:lnTo>
                      <a:lnTo>
                        <a:pt x="547" y="17268"/>
                      </a:lnTo>
                      <a:lnTo>
                        <a:pt x="547" y="16721"/>
                      </a:lnTo>
                      <a:lnTo>
                        <a:pt x="859" y="16120"/>
                      </a:lnTo>
                      <a:lnTo>
                        <a:pt x="1250" y="15519"/>
                      </a:lnTo>
                      <a:lnTo>
                        <a:pt x="1484" y="14918"/>
                      </a:lnTo>
                      <a:lnTo>
                        <a:pt x="1719" y="14262"/>
                      </a:lnTo>
                      <a:lnTo>
                        <a:pt x="1875" y="13661"/>
                      </a:lnTo>
                      <a:lnTo>
                        <a:pt x="2422" y="13115"/>
                      </a:lnTo>
                      <a:lnTo>
                        <a:pt x="2500" y="12568"/>
                      </a:lnTo>
                      <a:lnTo>
                        <a:pt x="2578" y="12022"/>
                      </a:lnTo>
                      <a:lnTo>
                        <a:pt x="2813" y="11421"/>
                      </a:lnTo>
                      <a:lnTo>
                        <a:pt x="2969" y="10874"/>
                      </a:lnTo>
                      <a:lnTo>
                        <a:pt x="3281" y="10328"/>
                      </a:lnTo>
                      <a:lnTo>
                        <a:pt x="3438" y="9836"/>
                      </a:lnTo>
                      <a:lnTo>
                        <a:pt x="3672" y="9290"/>
                      </a:lnTo>
                      <a:lnTo>
                        <a:pt x="3984" y="8798"/>
                      </a:lnTo>
                      <a:lnTo>
                        <a:pt x="4063" y="8197"/>
                      </a:lnTo>
                      <a:lnTo>
                        <a:pt x="4219" y="7760"/>
                      </a:lnTo>
                      <a:lnTo>
                        <a:pt x="4609" y="7268"/>
                      </a:lnTo>
                      <a:lnTo>
                        <a:pt x="4688" y="6776"/>
                      </a:lnTo>
                      <a:lnTo>
                        <a:pt x="5313" y="6339"/>
                      </a:lnTo>
                      <a:lnTo>
                        <a:pt x="5469" y="5902"/>
                      </a:lnTo>
                      <a:lnTo>
                        <a:pt x="5547" y="5410"/>
                      </a:lnTo>
                      <a:lnTo>
                        <a:pt x="6094" y="5027"/>
                      </a:lnTo>
                      <a:lnTo>
                        <a:pt x="6094" y="4590"/>
                      </a:lnTo>
                      <a:lnTo>
                        <a:pt x="6406" y="4153"/>
                      </a:lnTo>
                      <a:lnTo>
                        <a:pt x="6563" y="3770"/>
                      </a:lnTo>
                      <a:lnTo>
                        <a:pt x="6563" y="3443"/>
                      </a:lnTo>
                      <a:lnTo>
                        <a:pt x="7188" y="3005"/>
                      </a:lnTo>
                      <a:lnTo>
                        <a:pt x="7188" y="2732"/>
                      </a:lnTo>
                      <a:lnTo>
                        <a:pt x="7578" y="2404"/>
                      </a:lnTo>
                      <a:lnTo>
                        <a:pt x="7656" y="2131"/>
                      </a:lnTo>
                      <a:lnTo>
                        <a:pt x="7656" y="1803"/>
                      </a:lnTo>
                      <a:lnTo>
                        <a:pt x="7891" y="1585"/>
                      </a:lnTo>
                      <a:lnTo>
                        <a:pt x="8047" y="1311"/>
                      </a:lnTo>
                      <a:lnTo>
                        <a:pt x="8516" y="1038"/>
                      </a:lnTo>
                      <a:lnTo>
                        <a:pt x="8516" y="874"/>
                      </a:lnTo>
                      <a:lnTo>
                        <a:pt x="8750" y="656"/>
                      </a:lnTo>
                      <a:lnTo>
                        <a:pt x="8828" y="492"/>
                      </a:lnTo>
                      <a:lnTo>
                        <a:pt x="9141" y="383"/>
                      </a:lnTo>
                      <a:lnTo>
                        <a:pt x="9453" y="273"/>
                      </a:lnTo>
                      <a:lnTo>
                        <a:pt x="9453" y="109"/>
                      </a:lnTo>
                      <a:lnTo>
                        <a:pt x="9766" y="109"/>
                      </a:lnTo>
                      <a:lnTo>
                        <a:pt x="10156" y="55"/>
                      </a:lnTo>
                      <a:lnTo>
                        <a:pt x="10313" y="0"/>
                      </a:lnTo>
                      <a:lnTo>
                        <a:pt x="10547" y="55"/>
                      </a:lnTo>
                      <a:lnTo>
                        <a:pt x="10781" y="55"/>
                      </a:lnTo>
                      <a:lnTo>
                        <a:pt x="10859" y="109"/>
                      </a:lnTo>
                      <a:lnTo>
                        <a:pt x="11172" y="219"/>
                      </a:lnTo>
                      <a:lnTo>
                        <a:pt x="11328" y="328"/>
                      </a:lnTo>
                      <a:lnTo>
                        <a:pt x="11484" y="492"/>
                      </a:lnTo>
                      <a:lnTo>
                        <a:pt x="11953" y="710"/>
                      </a:lnTo>
                      <a:lnTo>
                        <a:pt x="12109" y="984"/>
                      </a:lnTo>
                      <a:lnTo>
                        <a:pt x="12344" y="1257"/>
                      </a:lnTo>
                      <a:lnTo>
                        <a:pt x="12344" y="1585"/>
                      </a:lnTo>
                      <a:lnTo>
                        <a:pt x="12422" y="1913"/>
                      </a:lnTo>
                      <a:lnTo>
                        <a:pt x="12813" y="2295"/>
                      </a:lnTo>
                      <a:lnTo>
                        <a:pt x="12813" y="2732"/>
                      </a:lnTo>
                      <a:lnTo>
                        <a:pt x="13438" y="3115"/>
                      </a:lnTo>
                      <a:lnTo>
                        <a:pt x="13438" y="3497"/>
                      </a:lnTo>
                      <a:lnTo>
                        <a:pt x="13594" y="3989"/>
                      </a:lnTo>
                      <a:lnTo>
                        <a:pt x="13906" y="4426"/>
                      </a:lnTo>
                      <a:lnTo>
                        <a:pt x="14141" y="4973"/>
                      </a:lnTo>
                      <a:lnTo>
                        <a:pt x="14453" y="5519"/>
                      </a:lnTo>
                      <a:lnTo>
                        <a:pt x="14688" y="5956"/>
                      </a:lnTo>
                      <a:lnTo>
                        <a:pt x="15234" y="6503"/>
                      </a:lnTo>
                      <a:lnTo>
                        <a:pt x="15313" y="7049"/>
                      </a:lnTo>
                      <a:lnTo>
                        <a:pt x="15469" y="7596"/>
                      </a:lnTo>
                      <a:lnTo>
                        <a:pt x="15781" y="8197"/>
                      </a:lnTo>
                      <a:lnTo>
                        <a:pt x="15938" y="8798"/>
                      </a:lnTo>
                      <a:lnTo>
                        <a:pt x="16094" y="9344"/>
                      </a:lnTo>
                      <a:lnTo>
                        <a:pt x="16328" y="9891"/>
                      </a:lnTo>
                      <a:lnTo>
                        <a:pt x="16563" y="10492"/>
                      </a:lnTo>
                      <a:lnTo>
                        <a:pt x="16719" y="11038"/>
                      </a:lnTo>
                      <a:lnTo>
                        <a:pt x="17031" y="11585"/>
                      </a:lnTo>
                      <a:lnTo>
                        <a:pt x="17266" y="12186"/>
                      </a:lnTo>
                      <a:lnTo>
                        <a:pt x="17422" y="12732"/>
                      </a:lnTo>
                      <a:lnTo>
                        <a:pt x="17500" y="13279"/>
                      </a:lnTo>
                      <a:lnTo>
                        <a:pt x="17578" y="13880"/>
                      </a:lnTo>
                      <a:lnTo>
                        <a:pt x="18125" y="14426"/>
                      </a:lnTo>
                      <a:lnTo>
                        <a:pt x="18125" y="14918"/>
                      </a:lnTo>
                      <a:lnTo>
                        <a:pt x="18438" y="15410"/>
                      </a:lnTo>
                      <a:lnTo>
                        <a:pt x="18516" y="15956"/>
                      </a:lnTo>
                      <a:lnTo>
                        <a:pt x="18750" y="16448"/>
                      </a:lnTo>
                      <a:lnTo>
                        <a:pt x="18906" y="16885"/>
                      </a:lnTo>
                      <a:lnTo>
                        <a:pt x="19141" y="17268"/>
                      </a:lnTo>
                      <a:lnTo>
                        <a:pt x="19453" y="17760"/>
                      </a:lnTo>
                      <a:lnTo>
                        <a:pt x="19453" y="18197"/>
                      </a:lnTo>
                      <a:lnTo>
                        <a:pt x="19531" y="18525"/>
                      </a:lnTo>
                      <a:lnTo>
                        <a:pt x="19609" y="18852"/>
                      </a:lnTo>
                      <a:lnTo>
                        <a:pt x="19688" y="19180"/>
                      </a:lnTo>
                      <a:lnTo>
                        <a:pt x="19844" y="19508"/>
                      </a:lnTo>
                      <a:lnTo>
                        <a:pt x="19922" y="19727"/>
                      </a:lnTo>
                      <a:lnTo>
                        <a:pt x="19922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8" name="Freeform 74"/>
                <p:cNvSpPr>
                  <a:spLocks/>
                </p:cNvSpPr>
                <p:nvPr/>
              </p:nvSpPr>
              <p:spPr bwMode="auto">
                <a:xfrm>
                  <a:off x="9652" y="370"/>
                  <a:ext cx="4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23"/>
                      </a:lnTo>
                      <a:lnTo>
                        <a:pt x="291" y="1246"/>
                      </a:lnTo>
                      <a:lnTo>
                        <a:pt x="436" y="1870"/>
                      </a:lnTo>
                      <a:lnTo>
                        <a:pt x="582" y="2493"/>
                      </a:lnTo>
                      <a:lnTo>
                        <a:pt x="800" y="3116"/>
                      </a:lnTo>
                      <a:lnTo>
                        <a:pt x="1164" y="3739"/>
                      </a:lnTo>
                      <a:lnTo>
                        <a:pt x="1164" y="4363"/>
                      </a:lnTo>
                      <a:lnTo>
                        <a:pt x="1455" y="4986"/>
                      </a:lnTo>
                      <a:lnTo>
                        <a:pt x="1600" y="5552"/>
                      </a:lnTo>
                      <a:lnTo>
                        <a:pt x="2182" y="6176"/>
                      </a:lnTo>
                      <a:lnTo>
                        <a:pt x="2327" y="6742"/>
                      </a:lnTo>
                      <a:lnTo>
                        <a:pt x="2400" y="7309"/>
                      </a:lnTo>
                      <a:lnTo>
                        <a:pt x="2618" y="7875"/>
                      </a:lnTo>
                      <a:lnTo>
                        <a:pt x="2764" y="8499"/>
                      </a:lnTo>
                      <a:lnTo>
                        <a:pt x="3055" y="9008"/>
                      </a:lnTo>
                      <a:lnTo>
                        <a:pt x="3127" y="9575"/>
                      </a:lnTo>
                      <a:lnTo>
                        <a:pt x="3200" y="10142"/>
                      </a:lnTo>
                      <a:lnTo>
                        <a:pt x="3636" y="10652"/>
                      </a:lnTo>
                      <a:lnTo>
                        <a:pt x="3782" y="11218"/>
                      </a:lnTo>
                      <a:lnTo>
                        <a:pt x="4073" y="11728"/>
                      </a:lnTo>
                      <a:lnTo>
                        <a:pt x="4218" y="12181"/>
                      </a:lnTo>
                      <a:lnTo>
                        <a:pt x="4364" y="12691"/>
                      </a:lnTo>
                      <a:lnTo>
                        <a:pt x="4509" y="13258"/>
                      </a:lnTo>
                      <a:lnTo>
                        <a:pt x="4655" y="13654"/>
                      </a:lnTo>
                      <a:lnTo>
                        <a:pt x="4873" y="14108"/>
                      </a:lnTo>
                      <a:lnTo>
                        <a:pt x="5236" y="14561"/>
                      </a:lnTo>
                      <a:lnTo>
                        <a:pt x="5455" y="15014"/>
                      </a:lnTo>
                      <a:lnTo>
                        <a:pt x="5600" y="15411"/>
                      </a:lnTo>
                      <a:lnTo>
                        <a:pt x="5745" y="15807"/>
                      </a:lnTo>
                      <a:lnTo>
                        <a:pt x="6109" y="16204"/>
                      </a:lnTo>
                      <a:lnTo>
                        <a:pt x="6109" y="16601"/>
                      </a:lnTo>
                      <a:lnTo>
                        <a:pt x="6473" y="16941"/>
                      </a:lnTo>
                      <a:lnTo>
                        <a:pt x="6691" y="17337"/>
                      </a:lnTo>
                      <a:lnTo>
                        <a:pt x="6836" y="17564"/>
                      </a:lnTo>
                      <a:lnTo>
                        <a:pt x="7127" y="17960"/>
                      </a:lnTo>
                      <a:lnTo>
                        <a:pt x="7127" y="18130"/>
                      </a:lnTo>
                      <a:lnTo>
                        <a:pt x="7564" y="18470"/>
                      </a:lnTo>
                      <a:lnTo>
                        <a:pt x="7564" y="18754"/>
                      </a:lnTo>
                      <a:lnTo>
                        <a:pt x="7709" y="18924"/>
                      </a:lnTo>
                      <a:lnTo>
                        <a:pt x="7855" y="19150"/>
                      </a:lnTo>
                      <a:lnTo>
                        <a:pt x="8073" y="19320"/>
                      </a:lnTo>
                      <a:lnTo>
                        <a:pt x="8509" y="19490"/>
                      </a:lnTo>
                      <a:lnTo>
                        <a:pt x="8582" y="19660"/>
                      </a:lnTo>
                      <a:lnTo>
                        <a:pt x="9018" y="19717"/>
                      </a:lnTo>
                      <a:lnTo>
                        <a:pt x="9091" y="19887"/>
                      </a:lnTo>
                      <a:lnTo>
                        <a:pt x="9236" y="19887"/>
                      </a:lnTo>
                      <a:lnTo>
                        <a:pt x="9455" y="19943"/>
                      </a:lnTo>
                      <a:lnTo>
                        <a:pt x="9600" y="19943"/>
                      </a:lnTo>
                      <a:lnTo>
                        <a:pt x="9745" y="19943"/>
                      </a:lnTo>
                      <a:lnTo>
                        <a:pt x="10255" y="19887"/>
                      </a:lnTo>
                      <a:lnTo>
                        <a:pt x="10400" y="19887"/>
                      </a:lnTo>
                      <a:lnTo>
                        <a:pt x="10545" y="19717"/>
                      </a:lnTo>
                      <a:lnTo>
                        <a:pt x="10764" y="19490"/>
                      </a:lnTo>
                      <a:lnTo>
                        <a:pt x="10909" y="19320"/>
                      </a:lnTo>
                      <a:lnTo>
                        <a:pt x="11418" y="19093"/>
                      </a:lnTo>
                      <a:lnTo>
                        <a:pt x="11418" y="18810"/>
                      </a:lnTo>
                      <a:lnTo>
                        <a:pt x="11927" y="18527"/>
                      </a:lnTo>
                      <a:lnTo>
                        <a:pt x="12145" y="18244"/>
                      </a:lnTo>
                      <a:lnTo>
                        <a:pt x="12291" y="17960"/>
                      </a:lnTo>
                      <a:lnTo>
                        <a:pt x="12436" y="17564"/>
                      </a:lnTo>
                      <a:lnTo>
                        <a:pt x="12582" y="17167"/>
                      </a:lnTo>
                      <a:lnTo>
                        <a:pt x="12873" y="16714"/>
                      </a:lnTo>
                      <a:lnTo>
                        <a:pt x="13164" y="16261"/>
                      </a:lnTo>
                      <a:lnTo>
                        <a:pt x="13309" y="15807"/>
                      </a:lnTo>
                      <a:lnTo>
                        <a:pt x="13600" y="15411"/>
                      </a:lnTo>
                      <a:lnTo>
                        <a:pt x="13891" y="14844"/>
                      </a:lnTo>
                      <a:lnTo>
                        <a:pt x="14109" y="14334"/>
                      </a:lnTo>
                      <a:lnTo>
                        <a:pt x="14400" y="13824"/>
                      </a:lnTo>
                      <a:lnTo>
                        <a:pt x="14691" y="13314"/>
                      </a:lnTo>
                      <a:lnTo>
                        <a:pt x="14764" y="12805"/>
                      </a:lnTo>
                      <a:lnTo>
                        <a:pt x="15273" y="12181"/>
                      </a:lnTo>
                      <a:lnTo>
                        <a:pt x="15491" y="11671"/>
                      </a:lnTo>
                      <a:lnTo>
                        <a:pt x="15636" y="11105"/>
                      </a:lnTo>
                      <a:lnTo>
                        <a:pt x="15782" y="10538"/>
                      </a:lnTo>
                      <a:lnTo>
                        <a:pt x="16000" y="10028"/>
                      </a:lnTo>
                      <a:lnTo>
                        <a:pt x="16291" y="9462"/>
                      </a:lnTo>
                      <a:lnTo>
                        <a:pt x="16727" y="8895"/>
                      </a:lnTo>
                      <a:lnTo>
                        <a:pt x="16873" y="8385"/>
                      </a:lnTo>
                      <a:lnTo>
                        <a:pt x="17091" y="7819"/>
                      </a:lnTo>
                      <a:lnTo>
                        <a:pt x="17236" y="7309"/>
                      </a:lnTo>
                      <a:lnTo>
                        <a:pt x="17382" y="6742"/>
                      </a:lnTo>
                      <a:lnTo>
                        <a:pt x="17673" y="6232"/>
                      </a:lnTo>
                      <a:lnTo>
                        <a:pt x="17673" y="5722"/>
                      </a:lnTo>
                      <a:lnTo>
                        <a:pt x="18255" y="5212"/>
                      </a:lnTo>
                      <a:lnTo>
                        <a:pt x="18473" y="4759"/>
                      </a:lnTo>
                      <a:lnTo>
                        <a:pt x="18545" y="4249"/>
                      </a:lnTo>
                      <a:lnTo>
                        <a:pt x="18836" y="3853"/>
                      </a:lnTo>
                      <a:lnTo>
                        <a:pt x="19127" y="3399"/>
                      </a:lnTo>
                      <a:lnTo>
                        <a:pt x="19200" y="3003"/>
                      </a:lnTo>
                      <a:lnTo>
                        <a:pt x="19418" y="2606"/>
                      </a:lnTo>
                      <a:lnTo>
                        <a:pt x="19418" y="2266"/>
                      </a:lnTo>
                      <a:lnTo>
                        <a:pt x="19564" y="1870"/>
                      </a:lnTo>
                      <a:lnTo>
                        <a:pt x="19636" y="1643"/>
                      </a:lnTo>
                      <a:lnTo>
                        <a:pt x="19855" y="1360"/>
                      </a:lnTo>
                      <a:lnTo>
                        <a:pt x="19855" y="1076"/>
                      </a:lnTo>
                      <a:lnTo>
                        <a:pt x="19927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9" name="Freeform 75"/>
                <p:cNvSpPr>
                  <a:spLocks/>
                </p:cNvSpPr>
                <p:nvPr/>
              </p:nvSpPr>
              <p:spPr bwMode="auto">
                <a:xfrm>
                  <a:off x="10072" y="0"/>
                  <a:ext cx="450" cy="40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4" name="Line 76"/>
              <p:cNvSpPr>
                <a:spLocks noChangeShapeType="1"/>
              </p:cNvSpPr>
              <p:nvPr/>
            </p:nvSpPr>
            <p:spPr bwMode="auto">
              <a:xfrm>
                <a:off x="1076325" y="2836863"/>
                <a:ext cx="6956425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340" name="Text Box 78"/>
              <p:cNvSpPr txBox="1">
                <a:spLocks noChangeArrowheads="1"/>
              </p:cNvSpPr>
              <p:nvPr/>
            </p:nvSpPr>
            <p:spPr bwMode="auto">
              <a:xfrm>
                <a:off x="527050" y="2024063"/>
                <a:ext cx="758825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2</a:t>
                </a:r>
                <a:endParaRPr kumimoji="0" lang="en-US" altLang="zh-CN" sz="3600" b="1" dirty="0"/>
              </a:p>
            </p:txBody>
          </p:sp>
          <p:sp>
            <p:nvSpPr>
              <p:cNvPr id="11341" name="Text Box 79"/>
              <p:cNvSpPr txBox="1">
                <a:spLocks noChangeArrowheads="1"/>
              </p:cNvSpPr>
              <p:nvPr/>
            </p:nvSpPr>
            <p:spPr bwMode="auto">
              <a:xfrm>
                <a:off x="8112125" y="2557463"/>
                <a:ext cx="455613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/>
                  <a:t>t</a:t>
                </a:r>
              </a:p>
            </p:txBody>
          </p:sp>
        </p:grpSp>
        <p:sp>
          <p:nvSpPr>
            <p:cNvPr id="6" name="Line 81"/>
            <p:cNvSpPr>
              <a:spLocks noChangeShapeType="1"/>
            </p:cNvSpPr>
            <p:nvPr/>
          </p:nvSpPr>
          <p:spPr bwMode="auto">
            <a:xfrm flipH="1">
              <a:off x="4518025" y="2252663"/>
              <a:ext cx="0" cy="10668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426" name="Line 82"/>
            <p:cNvSpPr>
              <a:spLocks noChangeShapeType="1"/>
            </p:cNvSpPr>
            <p:nvPr/>
          </p:nvSpPr>
          <p:spPr bwMode="auto">
            <a:xfrm>
              <a:off x="7332019" y="2252663"/>
              <a:ext cx="0" cy="12192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8" name="组合 149"/>
          <p:cNvGrpSpPr>
            <a:grpSpLocks/>
          </p:cNvGrpSpPr>
          <p:nvPr/>
        </p:nvGrpSpPr>
        <p:grpSpPr bwMode="auto">
          <a:xfrm>
            <a:off x="539750" y="985838"/>
            <a:ext cx="8601074" cy="1219200"/>
            <a:chOff x="539750" y="985838"/>
            <a:chExt cx="8153400" cy="1219200"/>
          </a:xfrm>
        </p:grpSpPr>
        <p:sp>
          <p:nvSpPr>
            <p:cNvPr id="15372" name="Line 84"/>
            <p:cNvSpPr>
              <a:spLocks noChangeShapeType="1"/>
            </p:cNvSpPr>
            <p:nvPr/>
          </p:nvSpPr>
          <p:spPr bwMode="auto">
            <a:xfrm>
              <a:off x="1073150" y="1062038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3" name="Line 128"/>
            <p:cNvSpPr>
              <a:spLocks noChangeShapeType="1"/>
            </p:cNvSpPr>
            <p:nvPr/>
          </p:nvSpPr>
          <p:spPr bwMode="auto">
            <a:xfrm>
              <a:off x="1699985" y="1062038"/>
              <a:ext cx="0" cy="11430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4" name="Line 129"/>
            <p:cNvSpPr>
              <a:spLocks noChangeShapeType="1"/>
            </p:cNvSpPr>
            <p:nvPr/>
          </p:nvSpPr>
          <p:spPr bwMode="auto">
            <a:xfrm>
              <a:off x="4303481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5" name="Line 130"/>
            <p:cNvSpPr>
              <a:spLocks noChangeShapeType="1"/>
            </p:cNvSpPr>
            <p:nvPr/>
          </p:nvSpPr>
          <p:spPr bwMode="auto">
            <a:xfrm>
              <a:off x="6966462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287" name="组合 144"/>
            <p:cNvGrpSpPr>
              <a:grpSpLocks/>
            </p:cNvGrpSpPr>
            <p:nvPr/>
          </p:nvGrpSpPr>
          <p:grpSpPr bwMode="auto">
            <a:xfrm>
              <a:off x="539750" y="985838"/>
              <a:ext cx="8153400" cy="1022350"/>
              <a:chOff x="539750" y="985838"/>
              <a:chExt cx="8153400" cy="1022350"/>
            </a:xfrm>
          </p:grpSpPr>
          <p:sp>
            <p:nvSpPr>
              <p:cNvPr id="7" name="Line 85"/>
              <p:cNvSpPr>
                <a:spLocks noChangeShapeType="1"/>
              </p:cNvSpPr>
              <p:nvPr/>
            </p:nvSpPr>
            <p:spPr bwMode="auto">
              <a:xfrm>
                <a:off x="1073150" y="1646238"/>
                <a:ext cx="6985000" cy="0"/>
              </a:xfrm>
              <a:prstGeom prst="line">
                <a:avLst/>
              </a:prstGeom>
              <a:noFill/>
              <a:ln w="9525">
                <a:solidFill>
                  <a:schemeClr val="accent6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1289" name="Group 83"/>
              <p:cNvGrpSpPr>
                <a:grpSpLocks/>
              </p:cNvGrpSpPr>
              <p:nvPr/>
            </p:nvGrpSpPr>
            <p:grpSpPr bwMode="auto">
              <a:xfrm>
                <a:off x="1073150" y="1392238"/>
                <a:ext cx="6542088" cy="495300"/>
                <a:chOff x="0" y="0"/>
                <a:chExt cx="10302" cy="780"/>
              </a:xfrm>
            </p:grpSpPr>
            <p:sp>
              <p:nvSpPr>
                <p:cNvPr id="9" name="Freeform 86"/>
                <p:cNvSpPr>
                  <a:spLocks/>
                </p:cNvSpPr>
                <p:nvPr/>
              </p:nvSpPr>
              <p:spPr bwMode="auto">
                <a:xfrm>
                  <a:off x="0" y="42"/>
                  <a:ext cx="295" cy="42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2" name="Freeform 87"/>
                <p:cNvSpPr>
                  <a:spLocks/>
                </p:cNvSpPr>
                <p:nvPr/>
              </p:nvSpPr>
              <p:spPr bwMode="auto">
                <a:xfrm>
                  <a:off x="282" y="41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3" name="Freeform 88"/>
                <p:cNvSpPr>
                  <a:spLocks/>
                </p:cNvSpPr>
                <p:nvPr/>
              </p:nvSpPr>
              <p:spPr bwMode="auto">
                <a:xfrm>
                  <a:off x="535" y="47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4" name="Freeform 89"/>
                <p:cNvSpPr>
                  <a:spLocks/>
                </p:cNvSpPr>
                <p:nvPr/>
              </p:nvSpPr>
              <p:spPr bwMode="auto">
                <a:xfrm>
                  <a:off x="762" y="40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5" name="Freeform 90"/>
                <p:cNvSpPr>
                  <a:spLocks/>
                </p:cNvSpPr>
                <p:nvPr/>
              </p:nvSpPr>
              <p:spPr bwMode="auto">
                <a:xfrm>
                  <a:off x="1007" y="30"/>
                  <a:ext cx="230" cy="38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6" name="Freeform 91"/>
                <p:cNvSpPr>
                  <a:spLocks/>
                </p:cNvSpPr>
                <p:nvPr/>
              </p:nvSpPr>
              <p:spPr bwMode="auto">
                <a:xfrm>
                  <a:off x="1235" y="40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7" name="Freeform 92"/>
                <p:cNvSpPr>
                  <a:spLocks/>
                </p:cNvSpPr>
                <p:nvPr/>
              </p:nvSpPr>
              <p:spPr bwMode="auto">
                <a:xfrm>
                  <a:off x="148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8" name="Freeform 93"/>
                <p:cNvSpPr>
                  <a:spLocks/>
                </p:cNvSpPr>
                <p:nvPr/>
              </p:nvSpPr>
              <p:spPr bwMode="auto">
                <a:xfrm>
                  <a:off x="1715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9" name="Freeform 94"/>
                <p:cNvSpPr>
                  <a:spLocks/>
                </p:cNvSpPr>
                <p:nvPr/>
              </p:nvSpPr>
              <p:spPr bwMode="auto">
                <a:xfrm>
                  <a:off x="1967" y="27"/>
                  <a:ext cx="230" cy="38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0" name="Freeform 95"/>
                <p:cNvSpPr>
                  <a:spLocks/>
                </p:cNvSpPr>
                <p:nvPr/>
              </p:nvSpPr>
              <p:spPr bwMode="auto">
                <a:xfrm>
                  <a:off x="2195" y="39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1" name="Freeform 96"/>
                <p:cNvSpPr>
                  <a:spLocks/>
                </p:cNvSpPr>
                <p:nvPr/>
              </p:nvSpPr>
              <p:spPr bwMode="auto">
                <a:xfrm>
                  <a:off x="246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2" name="Freeform 97"/>
                <p:cNvSpPr>
                  <a:spLocks/>
                </p:cNvSpPr>
                <p:nvPr/>
              </p:nvSpPr>
              <p:spPr bwMode="auto">
                <a:xfrm>
                  <a:off x="2695" y="400"/>
                  <a:ext cx="245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3" name="Freeform 98"/>
                <p:cNvSpPr>
                  <a:spLocks/>
                </p:cNvSpPr>
                <p:nvPr/>
              </p:nvSpPr>
              <p:spPr bwMode="auto">
                <a:xfrm>
                  <a:off x="2905" y="12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4" name="Freeform 99"/>
                <p:cNvSpPr>
                  <a:spLocks/>
                </p:cNvSpPr>
                <p:nvPr/>
              </p:nvSpPr>
              <p:spPr bwMode="auto">
                <a:xfrm>
                  <a:off x="3132" y="382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5" name="Freeform 100"/>
                <p:cNvSpPr>
                  <a:spLocks/>
                </p:cNvSpPr>
                <p:nvPr/>
              </p:nvSpPr>
              <p:spPr bwMode="auto">
                <a:xfrm>
                  <a:off x="3392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6" name="Freeform 101"/>
                <p:cNvSpPr>
                  <a:spLocks/>
                </p:cNvSpPr>
                <p:nvPr/>
              </p:nvSpPr>
              <p:spPr bwMode="auto">
                <a:xfrm>
                  <a:off x="3620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7" name="Freeform 102"/>
                <p:cNvSpPr>
                  <a:spLocks/>
                </p:cNvSpPr>
                <p:nvPr/>
              </p:nvSpPr>
              <p:spPr bwMode="auto">
                <a:xfrm>
                  <a:off x="3885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8" name="Freeform 103"/>
                <p:cNvSpPr>
                  <a:spLocks/>
                </p:cNvSpPr>
                <p:nvPr/>
              </p:nvSpPr>
              <p:spPr bwMode="auto">
                <a:xfrm>
                  <a:off x="4115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9" name="Freeform 104"/>
                <p:cNvSpPr>
                  <a:spLocks/>
                </p:cNvSpPr>
                <p:nvPr/>
              </p:nvSpPr>
              <p:spPr bwMode="auto">
                <a:xfrm>
                  <a:off x="4367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0" name="Freeform 105"/>
                <p:cNvSpPr>
                  <a:spLocks/>
                </p:cNvSpPr>
                <p:nvPr/>
              </p:nvSpPr>
              <p:spPr bwMode="auto">
                <a:xfrm>
                  <a:off x="4595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1" name="Freeform 106"/>
                <p:cNvSpPr>
                  <a:spLocks/>
                </p:cNvSpPr>
                <p:nvPr/>
              </p:nvSpPr>
              <p:spPr bwMode="auto">
                <a:xfrm>
                  <a:off x="4837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2" name="Freeform 107"/>
                <p:cNvSpPr>
                  <a:spLocks/>
                </p:cNvSpPr>
                <p:nvPr/>
              </p:nvSpPr>
              <p:spPr bwMode="auto">
                <a:xfrm>
                  <a:off x="5067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3" name="Freeform 108"/>
                <p:cNvSpPr>
                  <a:spLocks/>
                </p:cNvSpPr>
                <p:nvPr/>
              </p:nvSpPr>
              <p:spPr bwMode="auto">
                <a:xfrm>
                  <a:off x="5317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4" name="Freeform 109"/>
                <p:cNvSpPr>
                  <a:spLocks/>
                </p:cNvSpPr>
                <p:nvPr/>
              </p:nvSpPr>
              <p:spPr bwMode="auto">
                <a:xfrm>
                  <a:off x="5547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5" name="Freeform 110"/>
                <p:cNvSpPr>
                  <a:spLocks/>
                </p:cNvSpPr>
                <p:nvPr/>
              </p:nvSpPr>
              <p:spPr bwMode="auto">
                <a:xfrm>
                  <a:off x="5790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6" name="Freeform 111"/>
                <p:cNvSpPr>
                  <a:spLocks/>
                </p:cNvSpPr>
                <p:nvPr/>
              </p:nvSpPr>
              <p:spPr bwMode="auto">
                <a:xfrm>
                  <a:off x="6017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7" name="Freeform 112"/>
                <p:cNvSpPr>
                  <a:spLocks/>
                </p:cNvSpPr>
                <p:nvPr/>
              </p:nvSpPr>
              <p:spPr bwMode="auto">
                <a:xfrm>
                  <a:off x="6272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8" name="Freeform 113"/>
                <p:cNvSpPr>
                  <a:spLocks/>
                </p:cNvSpPr>
                <p:nvPr/>
              </p:nvSpPr>
              <p:spPr bwMode="auto">
                <a:xfrm>
                  <a:off x="6500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9" name="Freeform 114"/>
                <p:cNvSpPr>
                  <a:spLocks/>
                </p:cNvSpPr>
                <p:nvPr/>
              </p:nvSpPr>
              <p:spPr bwMode="auto">
                <a:xfrm>
                  <a:off x="6742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0" name="Freeform 115"/>
                <p:cNvSpPr>
                  <a:spLocks/>
                </p:cNvSpPr>
                <p:nvPr/>
              </p:nvSpPr>
              <p:spPr bwMode="auto">
                <a:xfrm>
                  <a:off x="6970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1" name="Freeform 116"/>
                <p:cNvSpPr>
                  <a:spLocks/>
                </p:cNvSpPr>
                <p:nvPr/>
              </p:nvSpPr>
              <p:spPr bwMode="auto">
                <a:xfrm>
                  <a:off x="7222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2" name="Freeform 117"/>
                <p:cNvSpPr>
                  <a:spLocks/>
                </p:cNvSpPr>
                <p:nvPr/>
              </p:nvSpPr>
              <p:spPr bwMode="auto">
                <a:xfrm>
                  <a:off x="7450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3" name="Freeform 118"/>
                <p:cNvSpPr>
                  <a:spLocks/>
                </p:cNvSpPr>
                <p:nvPr/>
              </p:nvSpPr>
              <p:spPr bwMode="auto">
                <a:xfrm>
                  <a:off x="7695" y="2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4" name="Freeform 119"/>
                <p:cNvSpPr>
                  <a:spLocks/>
                </p:cNvSpPr>
                <p:nvPr/>
              </p:nvSpPr>
              <p:spPr bwMode="auto">
                <a:xfrm>
                  <a:off x="7947" y="37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5" name="Freeform 120"/>
                <p:cNvSpPr>
                  <a:spLocks/>
                </p:cNvSpPr>
                <p:nvPr/>
              </p:nvSpPr>
              <p:spPr bwMode="auto">
                <a:xfrm>
                  <a:off x="8225" y="30"/>
                  <a:ext cx="252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6" name="Freeform 121"/>
                <p:cNvSpPr>
                  <a:spLocks/>
                </p:cNvSpPr>
                <p:nvPr/>
              </p:nvSpPr>
              <p:spPr bwMode="auto">
                <a:xfrm>
                  <a:off x="8475" y="375"/>
                  <a:ext cx="270" cy="34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7" name="Freeform 122"/>
                <p:cNvSpPr>
                  <a:spLocks/>
                </p:cNvSpPr>
                <p:nvPr/>
              </p:nvSpPr>
              <p:spPr bwMode="auto">
                <a:xfrm>
                  <a:off x="8745" y="1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8" name="Freeform 123"/>
                <p:cNvSpPr>
                  <a:spLocks/>
                </p:cNvSpPr>
                <p:nvPr/>
              </p:nvSpPr>
              <p:spPr bwMode="auto">
                <a:xfrm>
                  <a:off x="8997" y="36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9" name="Freeform 124"/>
                <p:cNvSpPr>
                  <a:spLocks/>
                </p:cNvSpPr>
                <p:nvPr/>
              </p:nvSpPr>
              <p:spPr bwMode="auto">
                <a:xfrm>
                  <a:off x="9275" y="20"/>
                  <a:ext cx="25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0" name="Freeform 125"/>
                <p:cNvSpPr>
                  <a:spLocks/>
                </p:cNvSpPr>
                <p:nvPr/>
              </p:nvSpPr>
              <p:spPr bwMode="auto">
                <a:xfrm>
                  <a:off x="9525" y="367"/>
                  <a:ext cx="272" cy="34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1" name="Freeform 126"/>
                <p:cNvSpPr>
                  <a:spLocks/>
                </p:cNvSpPr>
                <p:nvPr/>
              </p:nvSpPr>
              <p:spPr bwMode="auto">
                <a:xfrm>
                  <a:off x="9790" y="0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2" name="Freeform 127"/>
                <p:cNvSpPr>
                  <a:spLocks/>
                </p:cNvSpPr>
                <p:nvPr/>
              </p:nvSpPr>
              <p:spPr bwMode="auto">
                <a:xfrm>
                  <a:off x="10032" y="355"/>
                  <a:ext cx="270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1290" name="Text Box 131"/>
              <p:cNvSpPr txBox="1">
                <a:spLocks noChangeArrowheads="1"/>
              </p:cNvSpPr>
              <p:nvPr/>
            </p:nvSpPr>
            <p:spPr bwMode="auto">
              <a:xfrm>
                <a:off x="539750" y="985838"/>
                <a:ext cx="7620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1</a:t>
                </a:r>
                <a:endParaRPr kumimoji="0" lang="en-US" altLang="zh-CN" sz="3600" b="1" dirty="0"/>
              </a:p>
            </p:txBody>
          </p:sp>
          <p:sp>
            <p:nvSpPr>
              <p:cNvPr id="11291" name="Text Box 132"/>
              <p:cNvSpPr txBox="1">
                <a:spLocks noChangeArrowheads="1"/>
              </p:cNvSpPr>
              <p:nvPr/>
            </p:nvSpPr>
            <p:spPr bwMode="auto">
              <a:xfrm>
                <a:off x="8083550" y="1366838"/>
                <a:ext cx="6096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t</a:t>
                </a:r>
              </a:p>
            </p:txBody>
          </p:sp>
        </p:grpSp>
      </p:grpSp>
      <p:sp>
        <p:nvSpPr>
          <p:cNvPr id="400515" name="Text Box 133"/>
          <p:cNvSpPr txBox="1">
            <a:spLocks noChangeArrowheads="1"/>
          </p:cNvSpPr>
          <p:nvPr/>
        </p:nvSpPr>
        <p:spPr bwMode="auto">
          <a:xfrm>
            <a:off x="684213" y="401638"/>
            <a:ext cx="2735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拍的形成</a:t>
            </a:r>
          </a:p>
        </p:txBody>
      </p:sp>
      <p:sp>
        <p:nvSpPr>
          <p:cNvPr id="400516" name="Rectangle 135"/>
          <p:cNvSpPr>
            <a:spLocks noChangeArrowheads="1"/>
          </p:cNvSpPr>
          <p:nvPr/>
        </p:nvSpPr>
        <p:spPr bwMode="auto">
          <a:xfrm>
            <a:off x="733425" y="4581525"/>
            <a:ext cx="254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3</a:t>
            </a:r>
            <a:r>
              <a:rPr kumimoji="0" lang="en-US" altLang="zh-CN" sz="2800" b="1" dirty="0"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 dirty="0"/>
              <a:t> </a:t>
            </a:r>
            <a:r>
              <a:rPr kumimoji="0" lang="zh-CN" altLang="en-US" sz="2800" b="1" dirty="0"/>
              <a:t>拍频</a:t>
            </a:r>
          </a:p>
        </p:txBody>
      </p:sp>
      <p:sp>
        <p:nvSpPr>
          <p:cNvPr id="400517" name="Text Box 136"/>
          <p:cNvSpPr txBox="1">
            <a:spLocks noChangeArrowheads="1"/>
          </p:cNvSpPr>
          <p:nvPr/>
        </p:nvSpPr>
        <p:spPr bwMode="auto">
          <a:xfrm>
            <a:off x="1150938" y="5876925"/>
            <a:ext cx="30305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拍频</a:t>
            </a:r>
          </a:p>
        </p:txBody>
      </p:sp>
      <p:sp>
        <p:nvSpPr>
          <p:cNvPr id="400527" name="Rectangle 138"/>
          <p:cNvSpPr>
            <a:spLocks noChangeArrowheads="1"/>
          </p:cNvSpPr>
          <p:nvPr/>
        </p:nvSpPr>
        <p:spPr bwMode="auto">
          <a:xfrm>
            <a:off x="1116013" y="51419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合振幅在单位时间内加强（或减弱）的次数</a:t>
            </a:r>
          </a:p>
        </p:txBody>
      </p:sp>
      <p:sp>
        <p:nvSpPr>
          <p:cNvPr id="1127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16</a:t>
            </a:r>
          </a:p>
        </p:txBody>
      </p:sp>
      <p:sp>
        <p:nvSpPr>
          <p:cNvPr id="144" name="Text Box 30"/>
          <p:cNvSpPr txBox="1">
            <a:spLocks noChangeArrowheads="1"/>
          </p:cNvSpPr>
          <p:nvPr/>
        </p:nvSpPr>
        <p:spPr bwMode="auto">
          <a:xfrm>
            <a:off x="7092950" y="6472238"/>
            <a:ext cx="1439863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/>
              <a:t>用音叉演示拍现象</a:t>
            </a:r>
          </a:p>
        </p:txBody>
      </p:sp>
      <p:grpSp>
        <p:nvGrpSpPr>
          <p:cNvPr id="11277" name="Group 3"/>
          <p:cNvGrpSpPr>
            <a:grpSpLocks noChangeAspect="1"/>
          </p:cNvGrpSpPr>
          <p:nvPr/>
        </p:nvGrpSpPr>
        <p:grpSpPr bwMode="auto">
          <a:xfrm>
            <a:off x="2862263" y="58738"/>
            <a:ext cx="6142037" cy="798512"/>
            <a:chOff x="0" y="0"/>
            <a:chExt cx="3869" cy="503"/>
          </a:xfrm>
        </p:grpSpPr>
        <p:graphicFrame>
          <p:nvGraphicFramePr>
            <p:cNvPr id="1128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6919651"/>
                </p:ext>
              </p:extLst>
            </p:nvPr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19" name="Equation" r:id="rId3" imgW="5524500" imgH="762000" progId="Equation.DSMT4">
                    <p:embed/>
                  </p:oleObj>
                </mc:Choice>
                <mc:Fallback>
                  <p:oleObj name="Equation" r:id="rId3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0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490913" y="4387850"/>
            <a:ext cx="4627562" cy="688975"/>
            <a:chOff x="3430257" y="4395528"/>
            <a:chExt cx="4627893" cy="689656"/>
          </a:xfrm>
        </p:grpSpPr>
        <p:sp>
          <p:nvSpPr>
            <p:cNvPr id="11279" name="AutoShape 58"/>
            <p:cNvSpPr>
              <a:spLocks noChangeArrowheads="1"/>
            </p:cNvSpPr>
            <p:nvPr/>
          </p:nvSpPr>
          <p:spPr bwMode="auto">
            <a:xfrm>
              <a:off x="3430257" y="4457699"/>
              <a:ext cx="4627893" cy="612773"/>
            </a:xfrm>
            <a:prstGeom prst="wedgeRectCallout">
              <a:avLst>
                <a:gd name="adj1" fmla="val -36148"/>
                <a:gd name="adj2" fmla="val -96412"/>
              </a:avLst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ea typeface="楷体_GB2312" pitchFamily="49" charset="-122"/>
                </a:rPr>
                <a:t>合振幅</a:t>
              </a:r>
            </a:p>
          </p:txBody>
        </p:sp>
        <p:graphicFrame>
          <p:nvGraphicFramePr>
            <p:cNvPr id="1128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7925713"/>
                </p:ext>
              </p:extLst>
            </p:nvPr>
          </p:nvGraphicFramePr>
          <p:xfrm>
            <a:off x="4547987" y="4395528"/>
            <a:ext cx="3264373" cy="68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1" name="Equation" r:id="rId7" imgW="3606800" imgH="762000" progId="Equation.DSMT4">
                    <p:embed/>
                  </p:oleObj>
                </mc:Choice>
                <mc:Fallback>
                  <p:oleObj name="Equation" r:id="rId7" imgW="36068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987" y="4395528"/>
                          <a:ext cx="3264373" cy="689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C4B5E9E1-35B4-46FD-A4DA-25176967DC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5258" y="5689731"/>
            <a:ext cx="4885534" cy="996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0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40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40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400515" grpId="0" autoUpdateAnimBg="0"/>
      <p:bldP spid="400516" grpId="0" autoUpdateAnimBg="0"/>
      <p:bldP spid="400517" grpId="0" autoUpdateAnimBg="0"/>
      <p:bldP spid="400527" grpId="0" autoUpdateAnimBg="0"/>
      <p:bldP spid="1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Text Box 2"/>
          <p:cNvSpPr txBox="1">
            <a:spLocks noChangeArrowheads="1"/>
          </p:cNvSpPr>
          <p:nvPr/>
        </p:nvSpPr>
        <p:spPr bwMode="auto">
          <a:xfrm>
            <a:off x="287338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  拍现象的应用：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60488" y="3351213"/>
            <a:ext cx="1874837" cy="762000"/>
            <a:chOff x="0" y="0"/>
            <a:chExt cx="1181" cy="480"/>
          </a:xfrm>
        </p:grpSpPr>
        <p:sp>
          <p:nvSpPr>
            <p:cNvPr id="12318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954" cy="48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12319" name="Text Box 5"/>
            <p:cNvSpPr txBox="1">
              <a:spLocks noChangeArrowheads="1"/>
            </p:cNvSpPr>
            <p:nvPr/>
          </p:nvSpPr>
          <p:spPr bwMode="auto">
            <a:xfrm>
              <a:off x="165" y="96"/>
              <a:ext cx="1016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混频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0013" y="3392488"/>
            <a:ext cx="1309687" cy="685800"/>
            <a:chOff x="0" y="0"/>
            <a:chExt cx="672" cy="432"/>
          </a:xfrm>
        </p:grpSpPr>
        <p:sp>
          <p:nvSpPr>
            <p:cNvPr id="1231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67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7" name="Text Box 8"/>
            <p:cNvSpPr txBox="1">
              <a:spLocks noChangeArrowheads="1"/>
            </p:cNvSpPr>
            <p:nvPr/>
          </p:nvSpPr>
          <p:spPr bwMode="auto">
            <a:xfrm>
              <a:off x="48" y="48"/>
              <a:ext cx="56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907213" y="3392488"/>
            <a:ext cx="1296987" cy="685800"/>
            <a:chOff x="0" y="0"/>
            <a:chExt cx="624" cy="432"/>
          </a:xfrm>
        </p:grpSpPr>
        <p:sp>
          <p:nvSpPr>
            <p:cNvPr id="12314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62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5" name="Rectangle 11"/>
            <p:cNvSpPr>
              <a:spLocks noChangeArrowheads="1"/>
            </p:cNvSpPr>
            <p:nvPr/>
          </p:nvSpPr>
          <p:spPr bwMode="auto">
            <a:xfrm>
              <a:off x="24" y="48"/>
              <a:ext cx="52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358900" y="2205038"/>
            <a:ext cx="1304925" cy="533400"/>
            <a:chOff x="0" y="0"/>
            <a:chExt cx="822" cy="336"/>
          </a:xfrm>
        </p:grpSpPr>
        <p:sp>
          <p:nvSpPr>
            <p:cNvPr id="12312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68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电台  </a:t>
              </a:r>
            </a:p>
          </p:txBody>
        </p:sp>
        <p:graphicFrame>
          <p:nvGraphicFramePr>
            <p:cNvPr id="12313" name="Object 14"/>
            <p:cNvGraphicFramePr>
              <a:graphicFrameLocks noChangeAspect="1"/>
            </p:cNvGraphicFramePr>
            <p:nvPr/>
          </p:nvGraphicFramePr>
          <p:xfrm>
            <a:off x="528" y="0"/>
            <a:ext cx="29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9" name="Equation" r:id="rId3" imgW="152334" imgH="228501" progId="Equation.DSMT4">
                    <p:embed/>
                  </p:oleObj>
                </mc:Choice>
                <mc:Fallback>
                  <p:oleObj name="Equation" r:id="rId3" imgW="152334" imgH="228501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29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935038" y="4652963"/>
            <a:ext cx="4497387" cy="560387"/>
            <a:chOff x="0" y="0"/>
            <a:chExt cx="2833" cy="353"/>
          </a:xfrm>
        </p:grpSpPr>
        <p:sp>
          <p:nvSpPr>
            <p:cNvPr id="12310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194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本机振荡</a:t>
              </a:r>
            </a:p>
          </p:txBody>
        </p:sp>
        <p:graphicFrame>
          <p:nvGraphicFramePr>
            <p:cNvPr id="12311" name="Object 17"/>
            <p:cNvGraphicFramePr>
              <a:graphicFrameLocks noChangeAspect="1"/>
            </p:cNvGraphicFramePr>
            <p:nvPr/>
          </p:nvGraphicFramePr>
          <p:xfrm>
            <a:off x="1018" y="34"/>
            <a:ext cx="181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80" name="Equation" r:id="rId5" imgW="2565400" imgH="431800" progId="Equation.DSMT4">
                    <p:embed/>
                  </p:oleObj>
                </mc:Choice>
                <mc:Fallback>
                  <p:oleObj name="Equation" r:id="rId5" imgW="25654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8" y="34"/>
                          <a:ext cx="181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26" name="Line 18"/>
          <p:cNvSpPr>
            <a:spLocks noChangeShapeType="1"/>
          </p:cNvSpPr>
          <p:nvPr/>
        </p:nvSpPr>
        <p:spPr bwMode="auto">
          <a:xfrm>
            <a:off x="2047875" y="2852738"/>
            <a:ext cx="0" cy="3968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7" name="Line 19"/>
          <p:cNvSpPr>
            <a:spLocks noChangeShapeType="1"/>
          </p:cNvSpPr>
          <p:nvPr/>
        </p:nvSpPr>
        <p:spPr bwMode="auto">
          <a:xfrm flipH="1" flipV="1">
            <a:off x="2046288" y="4113213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8" name="Line 20"/>
          <p:cNvSpPr>
            <a:spLocks noChangeShapeType="1"/>
          </p:cNvSpPr>
          <p:nvPr/>
        </p:nvSpPr>
        <p:spPr bwMode="auto">
          <a:xfrm>
            <a:off x="6403975" y="3716338"/>
            <a:ext cx="5334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9" name="Line 21"/>
          <p:cNvSpPr>
            <a:spLocks noChangeShapeType="1"/>
          </p:cNvSpPr>
          <p:nvPr/>
        </p:nvSpPr>
        <p:spPr bwMode="auto">
          <a:xfrm>
            <a:off x="7988300" y="375285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2808288" y="3182938"/>
            <a:ext cx="2443162" cy="919162"/>
            <a:chOff x="0" y="0"/>
            <a:chExt cx="1472" cy="565"/>
          </a:xfrm>
        </p:grpSpPr>
        <p:sp>
          <p:nvSpPr>
            <p:cNvPr id="12307" name="Line 23"/>
            <p:cNvSpPr>
              <a:spLocks noChangeShapeType="1"/>
            </p:cNvSpPr>
            <p:nvPr/>
          </p:nvSpPr>
          <p:spPr bwMode="auto">
            <a:xfrm>
              <a:off x="0" y="332"/>
              <a:ext cx="144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1472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中频（拍频）</a:t>
              </a:r>
            </a:p>
          </p:txBody>
        </p:sp>
        <p:graphicFrame>
          <p:nvGraphicFramePr>
            <p:cNvPr id="12309" name="Object 25"/>
            <p:cNvGraphicFramePr>
              <a:graphicFrameLocks noChangeAspect="1"/>
            </p:cNvGraphicFramePr>
            <p:nvPr/>
          </p:nvGraphicFramePr>
          <p:xfrm>
            <a:off x="330" y="333"/>
            <a:ext cx="73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81" name="Equation" r:id="rId7" imgW="558558" imgH="177723" progId="Equation.DSMT4">
                    <p:embed/>
                  </p:oleObj>
                </mc:Choice>
                <mc:Fallback>
                  <p:oleObj name="Equation" r:id="rId7" imgW="558558" imgH="177723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" y="333"/>
                          <a:ext cx="73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34" name="Rectangle 27"/>
          <p:cNvSpPr>
            <a:spLocks noChangeArrowheads="1"/>
          </p:cNvSpPr>
          <p:nvPr/>
        </p:nvSpPr>
        <p:spPr bwMode="auto">
          <a:xfrm>
            <a:off x="647700" y="1614488"/>
            <a:ext cx="7056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solidFill>
                  <a:schemeClr val="accent2"/>
                </a:solidFill>
              </a:rPr>
              <a:t>超外差收音机</a:t>
            </a:r>
            <a:r>
              <a:rPr kumimoji="0" lang="zh-CN" altLang="en-US" sz="2800" b="1"/>
              <a:t>利用电磁振动的拍现象</a:t>
            </a:r>
          </a:p>
        </p:txBody>
      </p:sp>
      <p:sp>
        <p:nvSpPr>
          <p:cNvPr id="401435" name="Rectangle 28"/>
          <p:cNvSpPr>
            <a:spLocks noChangeArrowheads="1"/>
          </p:cNvSpPr>
          <p:nvPr/>
        </p:nvSpPr>
        <p:spPr bwMode="auto">
          <a:xfrm>
            <a:off x="627063" y="981075"/>
            <a:ext cx="250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）乐音调准</a:t>
            </a:r>
          </a:p>
        </p:txBody>
      </p:sp>
      <p:sp>
        <p:nvSpPr>
          <p:cNvPr id="12303" name="Text Box 32"/>
          <p:cNvSpPr txBox="1">
            <a:spLocks noChangeArrowheads="1"/>
          </p:cNvSpPr>
          <p:nvPr/>
        </p:nvSpPr>
        <p:spPr bwMode="auto">
          <a:xfrm>
            <a:off x="4911725" y="55895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01437" name="Text Box 34"/>
          <p:cNvSpPr txBox="1">
            <a:spLocks noChangeArrowheads="1"/>
          </p:cNvSpPr>
          <p:nvPr/>
        </p:nvSpPr>
        <p:spPr bwMode="auto">
          <a:xfrm>
            <a:off x="5327650" y="3465513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中放</a:t>
            </a:r>
          </a:p>
        </p:txBody>
      </p:sp>
      <p:sp>
        <p:nvSpPr>
          <p:cNvPr id="401438" name="Text Box 35"/>
          <p:cNvSpPr txBox="1">
            <a:spLocks noChangeArrowheads="1"/>
          </p:cNvSpPr>
          <p:nvPr/>
        </p:nvSpPr>
        <p:spPr bwMode="auto">
          <a:xfrm>
            <a:off x="7019925" y="3449638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功放</a:t>
            </a:r>
          </a:p>
        </p:txBody>
      </p:sp>
      <p:sp>
        <p:nvSpPr>
          <p:cNvPr id="1230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 autoUpdateAnimBg="0"/>
      <p:bldP spid="401426" grpId="0" animBg="1"/>
      <p:bldP spid="401427" grpId="0" animBg="1"/>
      <p:bldP spid="401428" grpId="0" animBg="1"/>
      <p:bldP spid="401429" grpId="0" animBg="1"/>
      <p:bldP spid="401434" grpId="0" autoUpdateAnimBg="0"/>
      <p:bldP spid="401435" grpId="0" autoUpdateAnimBg="0"/>
      <p:bldP spid="401437" grpId="0" autoUpdateAnimBg="0"/>
      <p:bldP spid="40143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/>
          <p:cNvSpPr txBox="1">
            <a:spLocks noChangeArrowheads="1"/>
          </p:cNvSpPr>
          <p:nvPr/>
        </p:nvSpPr>
        <p:spPr bwMode="auto">
          <a:xfrm>
            <a:off x="395288" y="296863"/>
            <a:ext cx="4787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ea typeface="楷体_GB2312" pitchFamily="49" charset="-122"/>
              </a:rPr>
              <a:t>附：谐振分析</a:t>
            </a:r>
          </a:p>
        </p:txBody>
      </p:sp>
      <p:sp>
        <p:nvSpPr>
          <p:cNvPr id="402435" name="Text Box 3"/>
          <p:cNvSpPr txBox="1">
            <a:spLocks noChangeArrowheads="1"/>
          </p:cNvSpPr>
          <p:nvPr/>
        </p:nvSpPr>
        <p:spPr bwMode="auto">
          <a:xfrm>
            <a:off x="865188" y="1052513"/>
            <a:ext cx="6946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一个周期性振动可以分解为一系列频率分立的简谐振动。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863600" y="2168525"/>
            <a:ext cx="7308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例如：一“方波”可分解为基频、一次谐频、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三次谐频、五次谐频 </a:t>
            </a:r>
            <a:r>
              <a:rPr kumimoji="0" lang="en-US" altLang="zh-CN" sz="2800" b="1"/>
              <a:t>…… </a:t>
            </a:r>
            <a:r>
              <a:rPr kumimoji="0" lang="zh-CN" altLang="en-US" sz="2800" b="1"/>
              <a:t>的迭加。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19250" y="4868863"/>
            <a:ext cx="5584825" cy="723900"/>
            <a:chOff x="0" y="0"/>
            <a:chExt cx="3518" cy="456"/>
          </a:xfrm>
        </p:grpSpPr>
        <p:sp>
          <p:nvSpPr>
            <p:cNvPr id="13333" name="Rectangle 24"/>
            <p:cNvSpPr>
              <a:spLocks noChangeArrowheads="1"/>
            </p:cNvSpPr>
            <p:nvPr/>
          </p:nvSpPr>
          <p:spPr bwMode="auto">
            <a:xfrm>
              <a:off x="3203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4" name="Rectangle 25"/>
            <p:cNvSpPr>
              <a:spLocks noChangeArrowheads="1"/>
            </p:cNvSpPr>
            <p:nvPr/>
          </p:nvSpPr>
          <p:spPr bwMode="auto">
            <a:xfrm>
              <a:off x="2908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5" name="Rectangle 26"/>
            <p:cNvSpPr>
              <a:spLocks noChangeArrowheads="1"/>
            </p:cNvSpPr>
            <p:nvPr/>
          </p:nvSpPr>
          <p:spPr bwMode="auto">
            <a:xfrm>
              <a:off x="2695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6" name="Rectangle 27"/>
            <p:cNvSpPr>
              <a:spLocks noChangeArrowheads="1"/>
            </p:cNvSpPr>
            <p:nvPr/>
          </p:nvSpPr>
          <p:spPr bwMode="auto">
            <a:xfrm>
              <a:off x="2080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7" name="Rectangle 28"/>
            <p:cNvSpPr>
              <a:spLocks noChangeArrowheads="1"/>
            </p:cNvSpPr>
            <p:nvPr/>
          </p:nvSpPr>
          <p:spPr bwMode="auto">
            <a:xfrm>
              <a:off x="1462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8" name="Rectangle 29"/>
            <p:cNvSpPr>
              <a:spLocks noChangeArrowheads="1"/>
            </p:cNvSpPr>
            <p:nvPr/>
          </p:nvSpPr>
          <p:spPr bwMode="auto">
            <a:xfrm>
              <a:off x="864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9" name="Rectangle 30"/>
            <p:cNvSpPr>
              <a:spLocks noChangeArrowheads="1"/>
            </p:cNvSpPr>
            <p:nvPr/>
          </p:nvSpPr>
          <p:spPr bwMode="auto">
            <a:xfrm>
              <a:off x="238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13340" name="Rectangle 31"/>
            <p:cNvSpPr>
              <a:spLocks noChangeArrowheads="1"/>
            </p:cNvSpPr>
            <p:nvPr/>
          </p:nvSpPr>
          <p:spPr bwMode="auto">
            <a:xfrm>
              <a:off x="2507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3341" name="Rectangle 32"/>
            <p:cNvSpPr>
              <a:spLocks noChangeArrowheads="1"/>
            </p:cNvSpPr>
            <p:nvPr/>
          </p:nvSpPr>
          <p:spPr bwMode="auto">
            <a:xfrm>
              <a:off x="1893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3</a:t>
              </a:r>
            </a:p>
          </p:txBody>
        </p:sp>
        <p:sp>
          <p:nvSpPr>
            <p:cNvPr id="13342" name="Rectangle 33"/>
            <p:cNvSpPr>
              <a:spLocks noChangeArrowheads="1"/>
            </p:cNvSpPr>
            <p:nvPr/>
          </p:nvSpPr>
          <p:spPr bwMode="auto">
            <a:xfrm>
              <a:off x="1281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3343" name="Rectangle 34"/>
            <p:cNvSpPr>
              <a:spLocks noChangeArrowheads="1"/>
            </p:cNvSpPr>
            <p:nvPr/>
          </p:nvSpPr>
          <p:spPr bwMode="auto">
            <a:xfrm>
              <a:off x="676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3344" name="Rectangle 35"/>
            <p:cNvSpPr>
              <a:spLocks noChangeArrowheads="1"/>
            </p:cNvSpPr>
            <p:nvPr/>
          </p:nvSpPr>
          <p:spPr bwMode="auto">
            <a:xfrm>
              <a:off x="2347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5" name="Rectangle 36"/>
            <p:cNvSpPr>
              <a:spLocks noChangeArrowheads="1"/>
            </p:cNvSpPr>
            <p:nvPr/>
          </p:nvSpPr>
          <p:spPr bwMode="auto">
            <a:xfrm>
              <a:off x="1729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6" name="Rectangle 37"/>
            <p:cNvSpPr>
              <a:spLocks noChangeArrowheads="1"/>
            </p:cNvSpPr>
            <p:nvPr/>
          </p:nvSpPr>
          <p:spPr bwMode="auto">
            <a:xfrm>
              <a:off x="113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7" name="Rectangle 38"/>
            <p:cNvSpPr>
              <a:spLocks noChangeArrowheads="1"/>
            </p:cNvSpPr>
            <p:nvPr/>
          </p:nvSpPr>
          <p:spPr bwMode="auto">
            <a:xfrm>
              <a:off x="516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8" name="Rectangle 39"/>
            <p:cNvSpPr>
              <a:spLocks noChangeArrowheads="1"/>
            </p:cNvSpPr>
            <p:nvPr/>
          </p:nvSpPr>
          <p:spPr bwMode="auto">
            <a:xfrm>
              <a:off x="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7414" name="Text Box 42"/>
          <p:cNvSpPr txBox="1">
            <a:spLocks noChangeArrowheads="1"/>
          </p:cNvSpPr>
          <p:nvPr/>
        </p:nvSpPr>
        <p:spPr bwMode="auto">
          <a:xfrm>
            <a:off x="1116013" y="3429000"/>
            <a:ext cx="31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7415" name="Group 23"/>
          <p:cNvGrpSpPr>
            <a:grpSpLocks/>
          </p:cNvGrpSpPr>
          <p:nvPr/>
        </p:nvGrpSpPr>
        <p:grpSpPr bwMode="auto">
          <a:xfrm>
            <a:off x="1497013" y="3898900"/>
            <a:ext cx="5329237" cy="468313"/>
            <a:chOff x="0" y="0"/>
            <a:chExt cx="3357" cy="295"/>
          </a:xfrm>
        </p:grpSpPr>
        <p:sp>
          <p:nvSpPr>
            <p:cNvPr id="17421" name="Line 45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2" name="Line 46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3" name="Line 47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4" name="Line 48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5" name="Line 49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6" name="Line 50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7" name="Line 51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8" name="Line 52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7416" name="Line 53"/>
          <p:cNvSpPr>
            <a:spLocks noChangeShapeType="1"/>
          </p:cNvSpPr>
          <p:nvPr/>
        </p:nvSpPr>
        <p:spPr bwMode="auto">
          <a:xfrm>
            <a:off x="1506538" y="4387850"/>
            <a:ext cx="5840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54"/>
          <p:cNvSpPr>
            <a:spLocks noChangeShapeType="1"/>
          </p:cNvSpPr>
          <p:nvPr/>
        </p:nvSpPr>
        <p:spPr bwMode="auto">
          <a:xfrm>
            <a:off x="1506538" y="3581400"/>
            <a:ext cx="1587" cy="1060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Text Box 55"/>
          <p:cNvSpPr txBox="1">
            <a:spLocks noChangeArrowheads="1"/>
          </p:cNvSpPr>
          <p:nvPr/>
        </p:nvSpPr>
        <p:spPr bwMode="auto">
          <a:xfrm>
            <a:off x="1116013" y="4159250"/>
            <a:ext cx="54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7419" name="Text Box 56"/>
          <p:cNvSpPr txBox="1">
            <a:spLocks noChangeArrowheads="1"/>
          </p:cNvSpPr>
          <p:nvPr/>
        </p:nvSpPr>
        <p:spPr bwMode="auto">
          <a:xfrm>
            <a:off x="7364413" y="3962400"/>
            <a:ext cx="77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332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 build="p" autoUpdateAnimBg="0"/>
      <p:bldP spid="402435" grpId="0" build="p" autoUpdateAnimBg="0"/>
      <p:bldP spid="402436" grpId="0" build="p" autoUpdateAnimBg="0"/>
      <p:bldP spid="17414" grpId="0"/>
      <p:bldP spid="17416" grpId="0" animBg="1"/>
      <p:bldP spid="17417" grpId="0" animBg="1"/>
      <p:bldP spid="17418" grpId="0"/>
      <p:bldP spid="174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711200" y="441325"/>
            <a:ext cx="6159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宋体" panose="02010600030101010101" pitchFamily="2" charset="-122"/>
                <a:ea typeface="楷体_GB2312" pitchFamily="49" charset="-122"/>
              </a:rPr>
              <a:t>方波的分解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1817688" y="2667000"/>
            <a:ext cx="5384800" cy="654050"/>
            <a:chOff x="0" y="0"/>
            <a:chExt cx="8479" cy="1029"/>
          </a:xfrm>
        </p:grpSpPr>
        <p:sp>
          <p:nvSpPr>
            <p:cNvPr id="18569" name="Freeform 19"/>
            <p:cNvSpPr>
              <a:spLocks/>
            </p:cNvSpPr>
            <p:nvPr/>
          </p:nvSpPr>
          <p:spPr bwMode="auto">
            <a:xfrm>
              <a:off x="0" y="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0" name="Freeform 20"/>
            <p:cNvSpPr>
              <a:spLocks/>
            </p:cNvSpPr>
            <p:nvPr/>
          </p:nvSpPr>
          <p:spPr bwMode="auto">
            <a:xfrm>
              <a:off x="1710" y="50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1" name="Freeform 21"/>
            <p:cNvSpPr>
              <a:spLocks/>
            </p:cNvSpPr>
            <p:nvPr/>
          </p:nvSpPr>
          <p:spPr bwMode="auto">
            <a:xfrm>
              <a:off x="3375" y="1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2" name="Freeform 22"/>
            <p:cNvSpPr>
              <a:spLocks/>
            </p:cNvSpPr>
            <p:nvPr/>
          </p:nvSpPr>
          <p:spPr bwMode="auto">
            <a:xfrm>
              <a:off x="5082" y="51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3" name="Freeform 23"/>
            <p:cNvSpPr>
              <a:spLocks/>
            </p:cNvSpPr>
            <p:nvPr/>
          </p:nvSpPr>
          <p:spPr bwMode="auto">
            <a:xfrm>
              <a:off x="6792" y="0"/>
              <a:ext cx="1687" cy="5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0" name="Line 25"/>
          <p:cNvSpPr>
            <a:spLocks noChangeShapeType="1"/>
          </p:cNvSpPr>
          <p:nvPr/>
        </p:nvSpPr>
        <p:spPr bwMode="auto">
          <a:xfrm>
            <a:off x="1827213" y="2400300"/>
            <a:ext cx="1587" cy="1084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26"/>
          <p:cNvSpPr>
            <a:spLocks noChangeShapeType="1"/>
          </p:cNvSpPr>
          <p:nvPr/>
        </p:nvSpPr>
        <p:spPr bwMode="auto">
          <a:xfrm>
            <a:off x="1827213" y="2971800"/>
            <a:ext cx="5765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Text Box 27"/>
          <p:cNvSpPr txBox="1">
            <a:spLocks noChangeArrowheads="1"/>
          </p:cNvSpPr>
          <p:nvPr/>
        </p:nvSpPr>
        <p:spPr bwMode="auto">
          <a:xfrm>
            <a:off x="1500188" y="2762250"/>
            <a:ext cx="388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43" name="Text Box 28"/>
          <p:cNvSpPr txBox="1">
            <a:spLocks noChangeArrowheads="1"/>
          </p:cNvSpPr>
          <p:nvPr/>
        </p:nvSpPr>
        <p:spPr bwMode="auto">
          <a:xfrm>
            <a:off x="7585075" y="2740025"/>
            <a:ext cx="623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4" name="Text Box 29"/>
          <p:cNvSpPr txBox="1">
            <a:spLocks noChangeArrowheads="1"/>
          </p:cNvSpPr>
          <p:nvPr/>
        </p:nvSpPr>
        <p:spPr bwMode="auto">
          <a:xfrm>
            <a:off x="1360488" y="2133600"/>
            <a:ext cx="779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endParaRPr kumimoji="0" lang="en-US" altLang="zh-CN" b="1"/>
          </a:p>
        </p:txBody>
      </p:sp>
      <p:grpSp>
        <p:nvGrpSpPr>
          <p:cNvPr id="14345" name="Group 14"/>
          <p:cNvGrpSpPr>
            <a:grpSpLocks/>
          </p:cNvGrpSpPr>
          <p:nvPr/>
        </p:nvGrpSpPr>
        <p:grpSpPr bwMode="auto">
          <a:xfrm>
            <a:off x="1828800" y="3933825"/>
            <a:ext cx="5384800" cy="238125"/>
            <a:chOff x="0" y="0"/>
            <a:chExt cx="8480" cy="376"/>
          </a:xfrm>
        </p:grpSpPr>
        <p:sp>
          <p:nvSpPr>
            <p:cNvPr id="14458" name="Freeform 31"/>
            <p:cNvSpPr>
              <a:spLocks/>
            </p:cNvSpPr>
            <p:nvPr/>
          </p:nvSpPr>
          <p:spPr bwMode="auto">
            <a:xfrm>
              <a:off x="0" y="180"/>
              <a:ext cx="563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32"/>
            <p:cNvSpPr>
              <a:spLocks/>
            </p:cNvSpPr>
            <p:nvPr/>
          </p:nvSpPr>
          <p:spPr bwMode="auto">
            <a:xfrm>
              <a:off x="569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33"/>
            <p:cNvSpPr>
              <a:spLocks/>
            </p:cNvSpPr>
            <p:nvPr/>
          </p:nvSpPr>
          <p:spPr bwMode="auto">
            <a:xfrm>
              <a:off x="1122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34"/>
            <p:cNvSpPr>
              <a:spLocks/>
            </p:cNvSpPr>
            <p:nvPr/>
          </p:nvSpPr>
          <p:spPr bwMode="auto">
            <a:xfrm>
              <a:off x="1691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35"/>
            <p:cNvSpPr>
              <a:spLocks/>
            </p:cNvSpPr>
            <p:nvPr/>
          </p:nvSpPr>
          <p:spPr bwMode="auto">
            <a:xfrm>
              <a:off x="2258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36"/>
            <p:cNvSpPr>
              <a:spLocks/>
            </p:cNvSpPr>
            <p:nvPr/>
          </p:nvSpPr>
          <p:spPr bwMode="auto">
            <a:xfrm>
              <a:off x="2819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37"/>
            <p:cNvSpPr>
              <a:spLocks/>
            </p:cNvSpPr>
            <p:nvPr/>
          </p:nvSpPr>
          <p:spPr bwMode="auto">
            <a:xfrm>
              <a:off x="3380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38"/>
            <p:cNvSpPr>
              <a:spLocks/>
            </p:cNvSpPr>
            <p:nvPr/>
          </p:nvSpPr>
          <p:spPr bwMode="auto">
            <a:xfrm>
              <a:off x="3950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39"/>
            <p:cNvSpPr>
              <a:spLocks/>
            </p:cNvSpPr>
            <p:nvPr/>
          </p:nvSpPr>
          <p:spPr bwMode="auto">
            <a:xfrm>
              <a:off x="4503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40"/>
            <p:cNvSpPr>
              <a:spLocks/>
            </p:cNvSpPr>
            <p:nvPr/>
          </p:nvSpPr>
          <p:spPr bwMode="auto">
            <a:xfrm>
              <a:off x="5072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41"/>
            <p:cNvSpPr>
              <a:spLocks/>
            </p:cNvSpPr>
            <p:nvPr/>
          </p:nvSpPr>
          <p:spPr bwMode="auto">
            <a:xfrm>
              <a:off x="5639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42"/>
            <p:cNvSpPr>
              <a:spLocks/>
            </p:cNvSpPr>
            <p:nvPr/>
          </p:nvSpPr>
          <p:spPr bwMode="auto">
            <a:xfrm>
              <a:off x="6200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43"/>
            <p:cNvSpPr>
              <a:spLocks/>
            </p:cNvSpPr>
            <p:nvPr/>
          </p:nvSpPr>
          <p:spPr bwMode="auto">
            <a:xfrm>
              <a:off x="6761" y="191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44"/>
            <p:cNvSpPr>
              <a:spLocks/>
            </p:cNvSpPr>
            <p:nvPr/>
          </p:nvSpPr>
          <p:spPr bwMode="auto">
            <a:xfrm>
              <a:off x="7331" y="10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45"/>
            <p:cNvSpPr>
              <a:spLocks/>
            </p:cNvSpPr>
            <p:nvPr/>
          </p:nvSpPr>
          <p:spPr bwMode="auto">
            <a:xfrm>
              <a:off x="7916" y="196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6" name="Line 47"/>
          <p:cNvSpPr>
            <a:spLocks noChangeShapeType="1"/>
          </p:cNvSpPr>
          <p:nvPr/>
        </p:nvSpPr>
        <p:spPr bwMode="auto">
          <a:xfrm>
            <a:off x="1828800" y="3552825"/>
            <a:ext cx="1588" cy="10001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Line 48"/>
          <p:cNvSpPr>
            <a:spLocks noChangeShapeType="1"/>
          </p:cNvSpPr>
          <p:nvPr/>
        </p:nvSpPr>
        <p:spPr bwMode="auto">
          <a:xfrm>
            <a:off x="1828800" y="4049713"/>
            <a:ext cx="564038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Text Box 49"/>
          <p:cNvSpPr txBox="1">
            <a:spLocks noChangeArrowheads="1"/>
          </p:cNvSpPr>
          <p:nvPr/>
        </p:nvSpPr>
        <p:spPr bwMode="auto">
          <a:xfrm>
            <a:off x="7559675" y="3756025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9" name="Text Box 51"/>
          <p:cNvSpPr txBox="1">
            <a:spLocks noChangeArrowheads="1"/>
          </p:cNvSpPr>
          <p:nvPr/>
        </p:nvSpPr>
        <p:spPr bwMode="auto">
          <a:xfrm>
            <a:off x="1371600" y="32845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3</a:t>
            </a:r>
            <a:endParaRPr kumimoji="0" lang="en-US" altLang="zh-CN" b="1"/>
          </a:p>
        </p:txBody>
      </p:sp>
      <p:sp>
        <p:nvSpPr>
          <p:cNvPr id="14350" name="Text Box 82"/>
          <p:cNvSpPr txBox="1">
            <a:spLocks noChangeArrowheads="1"/>
          </p:cNvSpPr>
          <p:nvPr/>
        </p:nvSpPr>
        <p:spPr bwMode="auto">
          <a:xfrm>
            <a:off x="1447800" y="3781425"/>
            <a:ext cx="477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439863" y="55563"/>
            <a:ext cx="311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4352" name="Group 36"/>
          <p:cNvGrpSpPr>
            <a:grpSpLocks/>
          </p:cNvGrpSpPr>
          <p:nvPr/>
        </p:nvGrpSpPr>
        <p:grpSpPr bwMode="auto">
          <a:xfrm>
            <a:off x="1820863" y="525463"/>
            <a:ext cx="5329237" cy="468312"/>
            <a:chOff x="0" y="0"/>
            <a:chExt cx="3357" cy="295"/>
          </a:xfrm>
        </p:grpSpPr>
        <p:sp>
          <p:nvSpPr>
            <p:cNvPr id="18546" name="Line 4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7" name="Line 5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8" name="Line 6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9" name="Line 7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0" name="Line 8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1" name="Line 9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2" name="Line 10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3" name="Line 11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53" name="Line 13"/>
          <p:cNvSpPr>
            <a:spLocks noChangeShapeType="1"/>
          </p:cNvSpPr>
          <p:nvPr/>
        </p:nvSpPr>
        <p:spPr bwMode="auto">
          <a:xfrm>
            <a:off x="1830388" y="1014413"/>
            <a:ext cx="58404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4"/>
          <p:cNvSpPr>
            <a:spLocks noChangeShapeType="1"/>
          </p:cNvSpPr>
          <p:nvPr/>
        </p:nvSpPr>
        <p:spPr bwMode="auto">
          <a:xfrm>
            <a:off x="1830388" y="207963"/>
            <a:ext cx="1587" cy="10604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Text Box 16"/>
          <p:cNvSpPr txBox="1">
            <a:spLocks noChangeArrowheads="1"/>
          </p:cNvSpPr>
          <p:nvPr/>
        </p:nvSpPr>
        <p:spPr bwMode="auto">
          <a:xfrm>
            <a:off x="1439863" y="785813"/>
            <a:ext cx="54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6" name="Text Box 17"/>
          <p:cNvSpPr txBox="1">
            <a:spLocks noChangeArrowheads="1"/>
          </p:cNvSpPr>
          <p:nvPr/>
        </p:nvSpPr>
        <p:spPr bwMode="auto">
          <a:xfrm>
            <a:off x="7688263" y="588963"/>
            <a:ext cx="777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57" name="Line 85"/>
          <p:cNvSpPr>
            <a:spLocks noChangeShapeType="1"/>
          </p:cNvSpPr>
          <p:nvPr/>
        </p:nvSpPr>
        <p:spPr bwMode="auto">
          <a:xfrm>
            <a:off x="1828800" y="1277938"/>
            <a:ext cx="1588" cy="1084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86"/>
          <p:cNvSpPr>
            <a:spLocks noChangeShapeType="1"/>
          </p:cNvSpPr>
          <p:nvPr/>
        </p:nvSpPr>
        <p:spPr bwMode="auto">
          <a:xfrm>
            <a:off x="1828800" y="2127250"/>
            <a:ext cx="5638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Text Box 87"/>
          <p:cNvSpPr txBox="1">
            <a:spLocks noChangeArrowheads="1"/>
          </p:cNvSpPr>
          <p:nvPr/>
        </p:nvSpPr>
        <p:spPr bwMode="auto">
          <a:xfrm>
            <a:off x="1490663" y="1905000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60" name="Text Box 88"/>
          <p:cNvSpPr txBox="1">
            <a:spLocks noChangeArrowheads="1"/>
          </p:cNvSpPr>
          <p:nvPr/>
        </p:nvSpPr>
        <p:spPr bwMode="auto">
          <a:xfrm>
            <a:off x="7596188" y="1833563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1" name="Text Box 89"/>
          <p:cNvSpPr txBox="1">
            <a:spLocks noChangeArrowheads="1"/>
          </p:cNvSpPr>
          <p:nvPr/>
        </p:nvSpPr>
        <p:spPr bwMode="auto">
          <a:xfrm>
            <a:off x="1325563" y="11430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0</a:t>
            </a:r>
            <a:endParaRPr kumimoji="0" lang="en-US" altLang="zh-CN" b="1"/>
          </a:p>
        </p:txBody>
      </p:sp>
      <p:sp>
        <p:nvSpPr>
          <p:cNvPr id="14362" name="Line 90"/>
          <p:cNvSpPr>
            <a:spLocks noChangeShapeType="1"/>
          </p:cNvSpPr>
          <p:nvPr/>
        </p:nvSpPr>
        <p:spPr bwMode="auto">
          <a:xfrm>
            <a:off x="1828800" y="1600200"/>
            <a:ext cx="5408613" cy="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50"/>
          <p:cNvSpPr txBox="1">
            <a:spLocks noChangeArrowheads="1"/>
          </p:cNvSpPr>
          <p:nvPr/>
        </p:nvSpPr>
        <p:spPr bwMode="auto">
          <a:xfrm>
            <a:off x="1295400" y="42672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/>
              <a:t>0</a:t>
            </a:r>
          </a:p>
        </p:txBody>
      </p:sp>
      <p:grpSp>
        <p:nvGrpSpPr>
          <p:cNvPr id="14364" name="Group 56"/>
          <p:cNvGrpSpPr>
            <a:grpSpLocks/>
          </p:cNvGrpSpPr>
          <p:nvPr/>
        </p:nvGrpSpPr>
        <p:grpSpPr bwMode="auto">
          <a:xfrm>
            <a:off x="1863725" y="5091113"/>
            <a:ext cx="5337175" cy="136525"/>
            <a:chOff x="0" y="0"/>
            <a:chExt cx="8404" cy="215"/>
          </a:xfrm>
        </p:grpSpPr>
        <p:sp>
          <p:nvSpPr>
            <p:cNvPr id="14425" name="Freeform 53"/>
            <p:cNvSpPr>
              <a:spLocks/>
            </p:cNvSpPr>
            <p:nvPr/>
          </p:nvSpPr>
          <p:spPr bwMode="auto">
            <a:xfrm>
              <a:off x="0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54"/>
            <p:cNvSpPr>
              <a:spLocks/>
            </p:cNvSpPr>
            <p:nvPr/>
          </p:nvSpPr>
          <p:spPr bwMode="auto">
            <a:xfrm>
              <a:off x="34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55"/>
            <p:cNvSpPr>
              <a:spLocks/>
            </p:cNvSpPr>
            <p:nvPr/>
          </p:nvSpPr>
          <p:spPr bwMode="auto">
            <a:xfrm>
              <a:off x="670" y="1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56"/>
            <p:cNvSpPr>
              <a:spLocks/>
            </p:cNvSpPr>
            <p:nvPr/>
          </p:nvSpPr>
          <p:spPr bwMode="auto">
            <a:xfrm>
              <a:off x="1010" y="10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57"/>
            <p:cNvSpPr>
              <a:spLocks/>
            </p:cNvSpPr>
            <p:nvPr/>
          </p:nvSpPr>
          <p:spPr bwMode="auto">
            <a:xfrm>
              <a:off x="134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58"/>
            <p:cNvSpPr>
              <a:spLocks/>
            </p:cNvSpPr>
            <p:nvPr/>
          </p:nvSpPr>
          <p:spPr bwMode="auto">
            <a:xfrm>
              <a:off x="168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59"/>
            <p:cNvSpPr>
              <a:spLocks/>
            </p:cNvSpPr>
            <p:nvPr/>
          </p:nvSpPr>
          <p:spPr bwMode="auto">
            <a:xfrm>
              <a:off x="2012" y="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60"/>
            <p:cNvSpPr>
              <a:spLocks/>
            </p:cNvSpPr>
            <p:nvPr/>
          </p:nvSpPr>
          <p:spPr bwMode="auto">
            <a:xfrm>
              <a:off x="235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61"/>
            <p:cNvSpPr>
              <a:spLocks/>
            </p:cNvSpPr>
            <p:nvPr/>
          </p:nvSpPr>
          <p:spPr bwMode="auto">
            <a:xfrm>
              <a:off x="2685" y="10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62"/>
            <p:cNvSpPr>
              <a:spLocks/>
            </p:cNvSpPr>
            <p:nvPr/>
          </p:nvSpPr>
          <p:spPr bwMode="auto">
            <a:xfrm>
              <a:off x="3022" y="107"/>
              <a:ext cx="333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63"/>
            <p:cNvSpPr>
              <a:spLocks/>
            </p:cNvSpPr>
            <p:nvPr/>
          </p:nvSpPr>
          <p:spPr bwMode="auto">
            <a:xfrm>
              <a:off x="335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64"/>
            <p:cNvSpPr>
              <a:spLocks/>
            </p:cNvSpPr>
            <p:nvPr/>
          </p:nvSpPr>
          <p:spPr bwMode="auto">
            <a:xfrm>
              <a:off x="3692" y="10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65"/>
            <p:cNvSpPr>
              <a:spLocks/>
            </p:cNvSpPr>
            <p:nvPr/>
          </p:nvSpPr>
          <p:spPr bwMode="auto">
            <a:xfrm>
              <a:off x="4025" y="2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66"/>
            <p:cNvSpPr>
              <a:spLocks/>
            </p:cNvSpPr>
            <p:nvPr/>
          </p:nvSpPr>
          <p:spPr bwMode="auto">
            <a:xfrm>
              <a:off x="4362" y="10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67"/>
            <p:cNvSpPr>
              <a:spLocks/>
            </p:cNvSpPr>
            <p:nvPr/>
          </p:nvSpPr>
          <p:spPr bwMode="auto">
            <a:xfrm>
              <a:off x="4715" y="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68"/>
            <p:cNvSpPr>
              <a:spLocks/>
            </p:cNvSpPr>
            <p:nvPr/>
          </p:nvSpPr>
          <p:spPr bwMode="auto">
            <a:xfrm>
              <a:off x="504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69"/>
            <p:cNvSpPr>
              <a:spLocks/>
            </p:cNvSpPr>
            <p:nvPr/>
          </p:nvSpPr>
          <p:spPr bwMode="auto">
            <a:xfrm>
              <a:off x="538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70"/>
            <p:cNvSpPr>
              <a:spLocks/>
            </p:cNvSpPr>
            <p:nvPr/>
          </p:nvSpPr>
          <p:spPr bwMode="auto">
            <a:xfrm>
              <a:off x="5717" y="112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71"/>
            <p:cNvSpPr>
              <a:spLocks/>
            </p:cNvSpPr>
            <p:nvPr/>
          </p:nvSpPr>
          <p:spPr bwMode="auto">
            <a:xfrm>
              <a:off x="6055" y="1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72"/>
            <p:cNvSpPr>
              <a:spLocks/>
            </p:cNvSpPr>
            <p:nvPr/>
          </p:nvSpPr>
          <p:spPr bwMode="auto">
            <a:xfrm>
              <a:off x="6392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73"/>
            <p:cNvSpPr>
              <a:spLocks/>
            </p:cNvSpPr>
            <p:nvPr/>
          </p:nvSpPr>
          <p:spPr bwMode="auto">
            <a:xfrm>
              <a:off x="672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74"/>
            <p:cNvSpPr>
              <a:spLocks/>
            </p:cNvSpPr>
            <p:nvPr/>
          </p:nvSpPr>
          <p:spPr bwMode="auto">
            <a:xfrm>
              <a:off x="705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75"/>
            <p:cNvSpPr>
              <a:spLocks/>
            </p:cNvSpPr>
            <p:nvPr/>
          </p:nvSpPr>
          <p:spPr bwMode="auto">
            <a:xfrm>
              <a:off x="7400" y="1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76"/>
            <p:cNvSpPr>
              <a:spLocks/>
            </p:cNvSpPr>
            <p:nvPr/>
          </p:nvSpPr>
          <p:spPr bwMode="auto">
            <a:xfrm>
              <a:off x="7732" y="112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77"/>
            <p:cNvSpPr>
              <a:spLocks/>
            </p:cNvSpPr>
            <p:nvPr/>
          </p:nvSpPr>
          <p:spPr bwMode="auto">
            <a:xfrm>
              <a:off x="8070" y="15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65" name="Line 79"/>
          <p:cNvSpPr>
            <a:spLocks noChangeShapeType="1"/>
          </p:cNvSpPr>
          <p:nvPr/>
        </p:nvSpPr>
        <p:spPr bwMode="auto">
          <a:xfrm>
            <a:off x="1811338" y="4602163"/>
            <a:ext cx="1587" cy="10858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80"/>
          <p:cNvSpPr>
            <a:spLocks noChangeShapeType="1"/>
          </p:cNvSpPr>
          <p:nvPr/>
        </p:nvSpPr>
        <p:spPr bwMode="auto">
          <a:xfrm>
            <a:off x="1811338" y="5165725"/>
            <a:ext cx="5748337" cy="4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Text Box 81"/>
          <p:cNvSpPr txBox="1">
            <a:spLocks noChangeArrowheads="1"/>
          </p:cNvSpPr>
          <p:nvPr/>
        </p:nvSpPr>
        <p:spPr bwMode="auto">
          <a:xfrm>
            <a:off x="7596188" y="48831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8" name="Text Box 83"/>
          <p:cNvSpPr txBox="1">
            <a:spLocks noChangeArrowheads="1"/>
          </p:cNvSpPr>
          <p:nvPr/>
        </p:nvSpPr>
        <p:spPr bwMode="auto">
          <a:xfrm>
            <a:off x="1331913" y="4578350"/>
            <a:ext cx="6365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5</a:t>
            </a:r>
            <a:endParaRPr kumimoji="0" lang="en-US" altLang="zh-CN" b="1"/>
          </a:p>
        </p:txBody>
      </p:sp>
      <p:sp>
        <p:nvSpPr>
          <p:cNvPr id="14369" name="Rectangle 137"/>
          <p:cNvSpPr>
            <a:spLocks noChangeArrowheads="1"/>
          </p:cNvSpPr>
          <p:nvPr/>
        </p:nvSpPr>
        <p:spPr bwMode="auto">
          <a:xfrm>
            <a:off x="1476375" y="49545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70" name="Line 93"/>
          <p:cNvSpPr>
            <a:spLocks noChangeShapeType="1"/>
          </p:cNvSpPr>
          <p:nvPr/>
        </p:nvSpPr>
        <p:spPr bwMode="auto">
          <a:xfrm>
            <a:off x="1800225" y="5784850"/>
            <a:ext cx="1588" cy="7842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1" name="Line 94"/>
          <p:cNvSpPr>
            <a:spLocks noChangeShapeType="1"/>
          </p:cNvSpPr>
          <p:nvPr/>
        </p:nvSpPr>
        <p:spPr bwMode="auto">
          <a:xfrm>
            <a:off x="1800225" y="6372225"/>
            <a:ext cx="58594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Text Box 95"/>
          <p:cNvSpPr txBox="1">
            <a:spLocks noChangeArrowheads="1"/>
          </p:cNvSpPr>
          <p:nvPr/>
        </p:nvSpPr>
        <p:spPr bwMode="auto">
          <a:xfrm>
            <a:off x="7696200" y="6018213"/>
            <a:ext cx="476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73" name="Text Box 96"/>
          <p:cNvSpPr txBox="1">
            <a:spLocks noChangeArrowheads="1"/>
          </p:cNvSpPr>
          <p:nvPr/>
        </p:nvSpPr>
        <p:spPr bwMode="auto">
          <a:xfrm>
            <a:off x="1466850" y="6115050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14374" name="Group 91"/>
          <p:cNvGrpSpPr>
            <a:grpSpLocks/>
          </p:cNvGrpSpPr>
          <p:nvPr/>
        </p:nvGrpSpPr>
        <p:grpSpPr bwMode="auto">
          <a:xfrm>
            <a:off x="1781175" y="5973763"/>
            <a:ext cx="5418138" cy="454025"/>
            <a:chOff x="0" y="0"/>
            <a:chExt cx="8531" cy="715"/>
          </a:xfrm>
        </p:grpSpPr>
        <p:sp>
          <p:nvSpPr>
            <p:cNvPr id="14389" name="Freeform 99"/>
            <p:cNvSpPr>
              <a:spLocks/>
            </p:cNvSpPr>
            <p:nvPr/>
          </p:nvSpPr>
          <p:spPr bwMode="auto">
            <a:xfrm>
              <a:off x="111" y="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100"/>
            <p:cNvSpPr>
              <a:spLocks/>
            </p:cNvSpPr>
            <p:nvPr/>
          </p:nvSpPr>
          <p:spPr bwMode="auto">
            <a:xfrm>
              <a:off x="414" y="70"/>
              <a:ext cx="295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101"/>
            <p:cNvSpPr>
              <a:spLocks/>
            </p:cNvSpPr>
            <p:nvPr/>
          </p:nvSpPr>
          <p:spPr bwMode="auto">
            <a:xfrm>
              <a:off x="699" y="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102"/>
            <p:cNvSpPr>
              <a:spLocks/>
            </p:cNvSpPr>
            <p:nvPr/>
          </p:nvSpPr>
          <p:spPr bwMode="auto">
            <a:xfrm>
              <a:off x="996" y="73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103"/>
            <p:cNvSpPr>
              <a:spLocks/>
            </p:cNvSpPr>
            <p:nvPr/>
          </p:nvSpPr>
          <p:spPr bwMode="auto">
            <a:xfrm>
              <a:off x="12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Arc 104"/>
            <p:cNvSpPr>
              <a:spLocks/>
            </p:cNvSpPr>
            <p:nvPr/>
          </p:nvSpPr>
          <p:spPr bwMode="auto">
            <a:xfrm flipH="1">
              <a:off x="0" y="35"/>
              <a:ext cx="153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Arc 105"/>
            <p:cNvSpPr>
              <a:spLocks/>
            </p:cNvSpPr>
            <p:nvPr/>
          </p:nvSpPr>
          <p:spPr bwMode="auto">
            <a:xfrm>
              <a:off x="1541" y="45"/>
              <a:ext cx="150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106"/>
            <p:cNvSpPr>
              <a:spLocks/>
            </p:cNvSpPr>
            <p:nvPr/>
          </p:nvSpPr>
          <p:spPr bwMode="auto">
            <a:xfrm>
              <a:off x="1721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107"/>
            <p:cNvSpPr>
              <a:spLocks/>
            </p:cNvSpPr>
            <p:nvPr/>
          </p:nvSpPr>
          <p:spPr bwMode="auto">
            <a:xfrm>
              <a:off x="2021" y="555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108"/>
            <p:cNvSpPr>
              <a:spLocks/>
            </p:cNvSpPr>
            <p:nvPr/>
          </p:nvSpPr>
          <p:spPr bwMode="auto">
            <a:xfrm>
              <a:off x="2309" y="633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109"/>
            <p:cNvSpPr>
              <a:spLocks/>
            </p:cNvSpPr>
            <p:nvPr/>
          </p:nvSpPr>
          <p:spPr bwMode="auto">
            <a:xfrm>
              <a:off x="2606" y="553"/>
              <a:ext cx="295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110"/>
            <p:cNvSpPr>
              <a:spLocks/>
            </p:cNvSpPr>
            <p:nvPr/>
          </p:nvSpPr>
          <p:spPr bwMode="auto">
            <a:xfrm>
              <a:off x="2894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Arc 111"/>
            <p:cNvSpPr>
              <a:spLocks/>
            </p:cNvSpPr>
            <p:nvPr/>
          </p:nvSpPr>
          <p:spPr bwMode="auto">
            <a:xfrm flipH="1" flipV="1">
              <a:off x="166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Arc 112"/>
            <p:cNvSpPr>
              <a:spLocks/>
            </p:cNvSpPr>
            <p:nvPr/>
          </p:nvSpPr>
          <p:spPr bwMode="auto">
            <a:xfrm flipV="1">
              <a:off x="3151" y="302"/>
              <a:ext cx="153" cy="3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113"/>
            <p:cNvSpPr>
              <a:spLocks/>
            </p:cNvSpPr>
            <p:nvPr/>
          </p:nvSpPr>
          <p:spPr bwMode="auto">
            <a:xfrm>
              <a:off x="3414" y="0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114"/>
            <p:cNvSpPr>
              <a:spLocks/>
            </p:cNvSpPr>
            <p:nvPr/>
          </p:nvSpPr>
          <p:spPr bwMode="auto">
            <a:xfrm>
              <a:off x="3714" y="7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115"/>
            <p:cNvSpPr>
              <a:spLocks/>
            </p:cNvSpPr>
            <p:nvPr/>
          </p:nvSpPr>
          <p:spPr bwMode="auto">
            <a:xfrm>
              <a:off x="4001" y="0"/>
              <a:ext cx="293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116"/>
            <p:cNvSpPr>
              <a:spLocks/>
            </p:cNvSpPr>
            <p:nvPr/>
          </p:nvSpPr>
          <p:spPr bwMode="auto">
            <a:xfrm>
              <a:off x="4294" y="73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117"/>
            <p:cNvSpPr>
              <a:spLocks/>
            </p:cNvSpPr>
            <p:nvPr/>
          </p:nvSpPr>
          <p:spPr bwMode="auto">
            <a:xfrm>
              <a:off x="45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Arc 118"/>
            <p:cNvSpPr>
              <a:spLocks/>
            </p:cNvSpPr>
            <p:nvPr/>
          </p:nvSpPr>
          <p:spPr bwMode="auto">
            <a:xfrm flipH="1">
              <a:off x="3304" y="35"/>
              <a:ext cx="152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Arc 119"/>
            <p:cNvSpPr>
              <a:spLocks/>
            </p:cNvSpPr>
            <p:nvPr/>
          </p:nvSpPr>
          <p:spPr bwMode="auto">
            <a:xfrm>
              <a:off x="4776" y="18"/>
              <a:ext cx="155" cy="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120"/>
            <p:cNvSpPr>
              <a:spLocks/>
            </p:cNvSpPr>
            <p:nvPr/>
          </p:nvSpPr>
          <p:spPr bwMode="auto">
            <a:xfrm>
              <a:off x="5056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21"/>
            <p:cNvSpPr>
              <a:spLocks/>
            </p:cNvSpPr>
            <p:nvPr/>
          </p:nvSpPr>
          <p:spPr bwMode="auto">
            <a:xfrm>
              <a:off x="5356" y="55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122"/>
            <p:cNvSpPr>
              <a:spLocks/>
            </p:cNvSpPr>
            <p:nvPr/>
          </p:nvSpPr>
          <p:spPr bwMode="auto">
            <a:xfrm>
              <a:off x="5641" y="633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23"/>
            <p:cNvSpPr>
              <a:spLocks/>
            </p:cNvSpPr>
            <p:nvPr/>
          </p:nvSpPr>
          <p:spPr bwMode="auto">
            <a:xfrm>
              <a:off x="5941" y="553"/>
              <a:ext cx="293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124"/>
            <p:cNvSpPr>
              <a:spLocks/>
            </p:cNvSpPr>
            <p:nvPr/>
          </p:nvSpPr>
          <p:spPr bwMode="auto">
            <a:xfrm>
              <a:off x="6229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Arc 125"/>
            <p:cNvSpPr>
              <a:spLocks/>
            </p:cNvSpPr>
            <p:nvPr/>
          </p:nvSpPr>
          <p:spPr bwMode="auto">
            <a:xfrm flipH="1" flipV="1">
              <a:off x="494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Arc 126"/>
            <p:cNvSpPr>
              <a:spLocks/>
            </p:cNvSpPr>
            <p:nvPr/>
          </p:nvSpPr>
          <p:spPr bwMode="auto">
            <a:xfrm flipV="1">
              <a:off x="6486" y="355"/>
              <a:ext cx="153" cy="3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127"/>
            <p:cNvSpPr>
              <a:spLocks/>
            </p:cNvSpPr>
            <p:nvPr/>
          </p:nvSpPr>
          <p:spPr bwMode="auto">
            <a:xfrm>
              <a:off x="6761" y="8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128"/>
            <p:cNvSpPr>
              <a:spLocks/>
            </p:cNvSpPr>
            <p:nvPr/>
          </p:nvSpPr>
          <p:spPr bwMode="auto">
            <a:xfrm>
              <a:off x="706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129"/>
            <p:cNvSpPr>
              <a:spLocks/>
            </p:cNvSpPr>
            <p:nvPr/>
          </p:nvSpPr>
          <p:spPr bwMode="auto">
            <a:xfrm>
              <a:off x="7349" y="10"/>
              <a:ext cx="292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130"/>
            <p:cNvSpPr>
              <a:spLocks/>
            </p:cNvSpPr>
            <p:nvPr/>
          </p:nvSpPr>
          <p:spPr bwMode="auto">
            <a:xfrm>
              <a:off x="764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131"/>
            <p:cNvSpPr>
              <a:spLocks/>
            </p:cNvSpPr>
            <p:nvPr/>
          </p:nvSpPr>
          <p:spPr bwMode="auto">
            <a:xfrm>
              <a:off x="7934" y="8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Arc 132"/>
            <p:cNvSpPr>
              <a:spLocks/>
            </p:cNvSpPr>
            <p:nvPr/>
          </p:nvSpPr>
          <p:spPr bwMode="auto">
            <a:xfrm flipH="1">
              <a:off x="6649" y="45"/>
              <a:ext cx="152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Arc 133"/>
            <p:cNvSpPr>
              <a:spLocks/>
            </p:cNvSpPr>
            <p:nvPr/>
          </p:nvSpPr>
          <p:spPr bwMode="auto">
            <a:xfrm>
              <a:off x="8186" y="25"/>
              <a:ext cx="155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134"/>
            <p:cNvSpPr>
              <a:spLocks/>
            </p:cNvSpPr>
            <p:nvPr/>
          </p:nvSpPr>
          <p:spPr bwMode="auto">
            <a:xfrm>
              <a:off x="8349" y="260"/>
              <a:ext cx="182" cy="383"/>
            </a:xfrm>
            <a:custGeom>
              <a:avLst/>
              <a:gdLst>
                <a:gd name="T0" fmla="*/ 0 w 71"/>
                <a:gd name="T1" fmla="*/ 0 h 153"/>
                <a:gd name="T2" fmla="*/ 2147483646 w 71"/>
                <a:gd name="T3" fmla="*/ 2147483646 h 153"/>
                <a:gd name="T4" fmla="*/ 2147483646 w 71"/>
                <a:gd name="T5" fmla="*/ 2147483646 h 153"/>
                <a:gd name="T6" fmla="*/ 0 60000 65536"/>
                <a:gd name="T7" fmla="*/ 0 60000 65536"/>
                <a:gd name="T8" fmla="*/ 0 60000 65536"/>
                <a:gd name="T9" fmla="*/ 0 w 71"/>
                <a:gd name="T10" fmla="*/ 0 h 153"/>
                <a:gd name="T11" fmla="*/ 71 w 71"/>
                <a:gd name="T12" fmla="*/ 153 h 1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153">
                  <a:moveTo>
                    <a:pt x="0" y="0"/>
                  </a:moveTo>
                  <a:cubicBezTo>
                    <a:pt x="1" y="4"/>
                    <a:pt x="35" y="126"/>
                    <a:pt x="47" y="142"/>
                  </a:cubicBezTo>
                  <a:cubicBezTo>
                    <a:pt x="52" y="149"/>
                    <a:pt x="63" y="149"/>
                    <a:pt x="71" y="153"/>
                  </a:cubicBez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28"/>
          <p:cNvGrpSpPr>
            <a:grpSpLocks/>
          </p:cNvGrpSpPr>
          <p:nvPr/>
        </p:nvGrpSpPr>
        <p:grpSpPr bwMode="auto">
          <a:xfrm>
            <a:off x="2143125" y="5408613"/>
            <a:ext cx="2970213" cy="641350"/>
            <a:chOff x="0" y="0"/>
            <a:chExt cx="2109" cy="563"/>
          </a:xfrm>
        </p:grpSpPr>
        <p:sp>
          <p:nvSpPr>
            <p:cNvPr id="14378" name="Rectangle 148"/>
            <p:cNvSpPr>
              <a:spLocks noChangeArrowheads="1"/>
            </p:cNvSpPr>
            <p:nvPr/>
          </p:nvSpPr>
          <p:spPr bwMode="auto">
            <a:xfrm>
              <a:off x="1565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79" name="Rectangle 149"/>
            <p:cNvSpPr>
              <a:spLocks noChangeArrowheads="1"/>
            </p:cNvSpPr>
            <p:nvPr/>
          </p:nvSpPr>
          <p:spPr bwMode="auto">
            <a:xfrm>
              <a:off x="946" y="0"/>
              <a:ext cx="171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0" name="Rectangle 150"/>
            <p:cNvSpPr>
              <a:spLocks noChangeArrowheads="1"/>
            </p:cNvSpPr>
            <p:nvPr/>
          </p:nvSpPr>
          <p:spPr bwMode="auto">
            <a:xfrm>
              <a:off x="348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1" name="Rectangle 151"/>
            <p:cNvSpPr>
              <a:spLocks noChangeArrowheads="1"/>
            </p:cNvSpPr>
            <p:nvPr/>
          </p:nvSpPr>
          <p:spPr bwMode="auto">
            <a:xfrm>
              <a:off x="1991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4382" name="Rectangle 152"/>
            <p:cNvSpPr>
              <a:spLocks noChangeArrowheads="1"/>
            </p:cNvSpPr>
            <p:nvPr/>
          </p:nvSpPr>
          <p:spPr bwMode="auto">
            <a:xfrm>
              <a:off x="1377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 i="1"/>
                <a:t>3</a:t>
              </a:r>
            </a:p>
          </p:txBody>
        </p:sp>
        <p:sp>
          <p:nvSpPr>
            <p:cNvPr id="14383" name="Rectangle 153"/>
            <p:cNvSpPr>
              <a:spLocks noChangeArrowheads="1"/>
            </p:cNvSpPr>
            <p:nvPr/>
          </p:nvSpPr>
          <p:spPr bwMode="auto">
            <a:xfrm>
              <a:off x="765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4384" name="Rectangle 154"/>
            <p:cNvSpPr>
              <a:spLocks noChangeArrowheads="1"/>
            </p:cNvSpPr>
            <p:nvPr/>
          </p:nvSpPr>
          <p:spPr bwMode="auto">
            <a:xfrm>
              <a:off x="160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4385" name="Rectangle 155"/>
            <p:cNvSpPr>
              <a:spLocks noChangeArrowheads="1"/>
            </p:cNvSpPr>
            <p:nvPr/>
          </p:nvSpPr>
          <p:spPr bwMode="auto">
            <a:xfrm>
              <a:off x="1831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6" name="Rectangle 156"/>
            <p:cNvSpPr>
              <a:spLocks noChangeArrowheads="1"/>
            </p:cNvSpPr>
            <p:nvPr/>
          </p:nvSpPr>
          <p:spPr bwMode="auto">
            <a:xfrm>
              <a:off x="1213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7" name="Rectangle 157"/>
            <p:cNvSpPr>
              <a:spLocks noChangeArrowheads="1"/>
            </p:cNvSpPr>
            <p:nvPr/>
          </p:nvSpPr>
          <p:spPr bwMode="auto">
            <a:xfrm>
              <a:off x="614" y="36"/>
              <a:ext cx="176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8" name="Rectangle 158"/>
            <p:cNvSpPr>
              <a:spLocks noChangeArrowheads="1"/>
            </p:cNvSpPr>
            <p:nvPr/>
          </p:nvSpPr>
          <p:spPr bwMode="auto">
            <a:xfrm>
              <a:off x="0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437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19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741363"/>
            <a:ext cx="4791075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25731" y="2816932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12992"/>
              </p:ext>
            </p:extLst>
          </p:nvPr>
        </p:nvGraphicFramePr>
        <p:xfrm>
          <a:off x="305118" y="3370086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0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8" y="3370086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32434"/>
              </p:ext>
            </p:extLst>
          </p:nvPr>
        </p:nvGraphicFramePr>
        <p:xfrm>
          <a:off x="3034248" y="339926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1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248" y="339926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98804" y="4311117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20883" y="3553066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832327"/>
              </p:ext>
            </p:extLst>
          </p:nvPr>
        </p:nvGraphicFramePr>
        <p:xfrm>
          <a:off x="487965" y="4904321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2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65" y="4904321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564869"/>
              </p:ext>
            </p:extLst>
          </p:nvPr>
        </p:nvGraphicFramePr>
        <p:xfrm>
          <a:off x="527652" y="5362029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3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52" y="5362029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235552" y="5132846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00221" y="5291379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214997" y="3809988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222192" y="6140930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32364" y="2333824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dirty="0">
              <a:latin typeface="+mn-ea"/>
              <a:ea typeface="+mn-ea"/>
            </a:endParaRPr>
          </a:p>
        </p:txBody>
      </p:sp>
      <p:graphicFrame>
        <p:nvGraphicFramePr>
          <p:cNvPr id="135" name="Object 4">
            <a:extLst>
              <a:ext uri="{FF2B5EF4-FFF2-40B4-BE49-F238E27FC236}">
                <a16:creationId xmlns:a16="http://schemas.microsoft.com/office/drawing/2014/main" id="{D2D93985-900A-4651-8051-C3087E26B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246710"/>
              </p:ext>
            </p:extLst>
          </p:nvPr>
        </p:nvGraphicFramePr>
        <p:xfrm>
          <a:off x="215517" y="1714462"/>
          <a:ext cx="2304256" cy="593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4" name="Equation" r:id="rId11" imgW="977900" imgH="241300" progId="Equation.DSMT4">
                  <p:embed/>
                </p:oleObj>
              </mc:Choice>
              <mc:Fallback>
                <p:oleObj name="Equation" r:id="rId11" imgW="977900" imgH="241300" progId="Equation.DSMT4">
                  <p:embed/>
                  <p:pic>
                    <p:nvPicPr>
                      <p:cNvPr id="392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17" y="1714462"/>
                        <a:ext cx="2304256" cy="593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9">
            <a:extLst>
              <a:ext uri="{FF2B5EF4-FFF2-40B4-BE49-F238E27FC236}">
                <a16:creationId xmlns:a16="http://schemas.microsoft.com/office/drawing/2014/main" id="{BD7D03B3-55F9-4471-BFB3-297777B24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230040"/>
              </p:ext>
            </p:extLst>
          </p:nvPr>
        </p:nvGraphicFramePr>
        <p:xfrm>
          <a:off x="2320510" y="1657156"/>
          <a:ext cx="1456889" cy="705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5" name="Equation" r:id="rId13" imgW="1384300" imgH="673100" progId="Equation.DSMT4">
                  <p:embed/>
                </p:oleObj>
              </mc:Choice>
              <mc:Fallback>
                <p:oleObj name="Equation" r:id="rId13" imgW="1384300" imgH="673100" progId="Equation.DSMT4">
                  <p:embed/>
                  <p:pic>
                    <p:nvPicPr>
                      <p:cNvPr id="392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10" y="1657156"/>
                        <a:ext cx="1456889" cy="705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" name="Group 10">
            <a:extLst>
              <a:ext uri="{FF2B5EF4-FFF2-40B4-BE49-F238E27FC236}">
                <a16:creationId xmlns:a16="http://schemas.microsoft.com/office/drawing/2014/main" id="{347225C8-87BE-410F-9CCF-D1A00CFB963C}"/>
              </a:ext>
            </a:extLst>
          </p:cNvPr>
          <p:cNvGrpSpPr>
            <a:grpSpLocks/>
          </p:cNvGrpSpPr>
          <p:nvPr/>
        </p:nvGrpSpPr>
        <p:grpSpPr bwMode="auto">
          <a:xfrm>
            <a:off x="291761" y="1031333"/>
            <a:ext cx="7040473" cy="678365"/>
            <a:chOff x="-2228" y="366"/>
            <a:chExt cx="4525" cy="436"/>
          </a:xfrm>
        </p:grpSpPr>
        <p:graphicFrame>
          <p:nvGraphicFramePr>
            <p:cNvPr id="138" name="Object 11">
              <a:extLst>
                <a:ext uri="{FF2B5EF4-FFF2-40B4-BE49-F238E27FC236}">
                  <a16:creationId xmlns:a16="http://schemas.microsoft.com/office/drawing/2014/main" id="{D59410DB-3FDC-4E25-9882-F127E889D8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406376"/>
                </p:ext>
              </p:extLst>
            </p:nvPr>
          </p:nvGraphicFramePr>
          <p:xfrm>
            <a:off x="209" y="377"/>
            <a:ext cx="2088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66" name="Equation" r:id="rId15" imgW="3314520" imgH="672840" progId="Equation.DSMT4">
                    <p:embed/>
                  </p:oleObj>
                </mc:Choice>
                <mc:Fallback>
                  <p:oleObj name="Equation" r:id="rId15" imgW="3314520" imgH="672840" progId="Equation.DSMT4">
                    <p:embed/>
                    <p:pic>
                      <p:nvPicPr>
                        <p:cNvPr id="3483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" y="377"/>
                          <a:ext cx="2088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Object 12">
              <a:extLst>
                <a:ext uri="{FF2B5EF4-FFF2-40B4-BE49-F238E27FC236}">
                  <a16:creationId xmlns:a16="http://schemas.microsoft.com/office/drawing/2014/main" id="{6C795957-9849-4701-B0E8-58B05479B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5757276"/>
                </p:ext>
              </p:extLst>
            </p:nvPr>
          </p:nvGraphicFramePr>
          <p:xfrm>
            <a:off x="-2228" y="366"/>
            <a:ext cx="2236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67" name="Equation" r:id="rId17" imgW="3365280" imgH="672840" progId="Equation.DSMT4">
                    <p:embed/>
                  </p:oleObj>
                </mc:Choice>
                <mc:Fallback>
                  <p:oleObj name="Equation" r:id="rId17" imgW="3365280" imgH="672840" progId="Equation.DSMT4">
                    <p:embed/>
                    <p:pic>
                      <p:nvPicPr>
                        <p:cNvPr id="348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228" y="366"/>
                          <a:ext cx="2236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" name="Text Box 2">
            <a:extLst>
              <a:ext uri="{FF2B5EF4-FFF2-40B4-BE49-F238E27FC236}">
                <a16:creationId xmlns:a16="http://schemas.microsoft.com/office/drawing/2014/main" id="{9F9909F9-F909-4716-9F70-2E0D5237B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64" y="55877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谐振动的能量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43" name="Rectangle 8">
            <a:extLst>
              <a:ext uri="{FF2B5EF4-FFF2-40B4-BE49-F238E27FC236}">
                <a16:creationId xmlns:a16="http://schemas.microsoft.com/office/drawing/2014/main" id="{278A02EB-3A8F-4A3B-AB9E-74DFD504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855" y="1757299"/>
            <a:ext cx="5562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动能与势能相互转换，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总能量守恒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23DA87-E9CF-4F88-80FD-1CB8E26545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2037" y="259035"/>
            <a:ext cx="2253397" cy="88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6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28693" grpId="0"/>
      <p:bldP spid="134" grpId="0"/>
      <p:bldP spid="14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07504" y="728700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984864"/>
              </p:ext>
            </p:extLst>
          </p:nvPr>
        </p:nvGraphicFramePr>
        <p:xfrm>
          <a:off x="472629" y="1306041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4" name="Equation" r:id="rId3" imgW="2768600" imgH="431800" progId="Equation.DSMT4">
                  <p:embed/>
                </p:oleObj>
              </mc:Choice>
              <mc:Fallback>
                <p:oleObj name="Equation" r:id="rId3" imgW="2768600" imgH="431800" progId="Equation.DSMT4">
                  <p:embed/>
                  <p:pic>
                    <p:nvPicPr>
                      <p:cNvPr id="7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629" y="1306041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009645"/>
              </p:ext>
            </p:extLst>
          </p:nvPr>
        </p:nvGraphicFramePr>
        <p:xfrm>
          <a:off x="3398392" y="1282229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5" name="Equation" r:id="rId5" imgW="2819400" imgH="431800" progId="Equation.DSMT4">
                  <p:embed/>
                </p:oleObj>
              </mc:Choice>
              <mc:Fallback>
                <p:oleObj name="Equation" r:id="rId5" imgW="2819400" imgH="431800" progId="Equation.DSMT4">
                  <p:embed/>
                  <p:pic>
                    <p:nvPicPr>
                      <p:cNvPr id="7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392" y="1282229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370990" y="2047566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合振动：</a:t>
            </a:r>
          </a:p>
        </p:txBody>
      </p:sp>
      <p:sp>
        <p:nvSpPr>
          <p:cNvPr id="28695" name="矩形 6"/>
          <p:cNvSpPr>
            <a:spLocks noChangeArrowheads="1"/>
          </p:cNvSpPr>
          <p:nvPr/>
        </p:nvSpPr>
        <p:spPr bwMode="auto">
          <a:xfrm>
            <a:off x="7109549" y="3513228"/>
            <a:ext cx="1168148" cy="455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“拍”</a:t>
            </a:r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6E9F2EA8-0D83-4714-B299-9AF363FF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graphicFrame>
        <p:nvGraphicFramePr>
          <p:cNvPr id="146" name="Object 8">
            <a:extLst>
              <a:ext uri="{FF2B5EF4-FFF2-40B4-BE49-F238E27FC236}">
                <a16:creationId xmlns:a16="http://schemas.microsoft.com/office/drawing/2014/main" id="{1003FA3E-D47B-4BBB-A7AD-050BEAC8F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348058"/>
              </p:ext>
            </p:extLst>
          </p:nvPr>
        </p:nvGraphicFramePr>
        <p:xfrm>
          <a:off x="1849713" y="3133030"/>
          <a:ext cx="1026267" cy="49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6" name="Equation" r:id="rId7" imgW="317225" imgH="139579" progId="Equation.DSMT4">
                  <p:embed/>
                </p:oleObj>
              </mc:Choice>
              <mc:Fallback>
                <p:oleObj name="Equation" r:id="rId7" imgW="317225" imgH="139579" progId="Equation.DSMT4">
                  <p:embed/>
                  <p:pic>
                    <p:nvPicPr>
                      <p:cNvPr id="1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713" y="3133030"/>
                        <a:ext cx="1026267" cy="49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AutoShape 15">
            <a:extLst>
              <a:ext uri="{FF2B5EF4-FFF2-40B4-BE49-F238E27FC236}">
                <a16:creationId xmlns:a16="http://schemas.microsoft.com/office/drawing/2014/main" id="{D2F1F952-FA3D-4688-81FC-F547F56A1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533" y="1845333"/>
            <a:ext cx="2879725" cy="922337"/>
          </a:xfrm>
          <a:prstGeom prst="wedgeRectCallout">
            <a:avLst>
              <a:gd name="adj1" fmla="val -21063"/>
              <a:gd name="adj2" fmla="val 86464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sp>
        <p:nvSpPr>
          <p:cNvPr id="148" name="AutoShape 16">
            <a:extLst>
              <a:ext uri="{FF2B5EF4-FFF2-40B4-BE49-F238E27FC236}">
                <a16:creationId xmlns:a16="http://schemas.microsoft.com/office/drawing/2014/main" id="{FFD44C81-340D-4B72-A35C-8F502C0DA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958" y="1808820"/>
            <a:ext cx="1187450" cy="898525"/>
          </a:xfrm>
          <a:prstGeom prst="wedgeRectCallout">
            <a:avLst>
              <a:gd name="adj1" fmla="val -131711"/>
              <a:gd name="adj2" fmla="val 90019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graphicFrame>
        <p:nvGraphicFramePr>
          <p:cNvPr id="149" name="Object 12">
            <a:extLst>
              <a:ext uri="{FF2B5EF4-FFF2-40B4-BE49-F238E27FC236}">
                <a16:creationId xmlns:a16="http://schemas.microsoft.com/office/drawing/2014/main" id="{54360938-E3C0-497D-BE1D-F8A0BF973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894311"/>
              </p:ext>
            </p:extLst>
          </p:nvPr>
        </p:nvGraphicFramePr>
        <p:xfrm>
          <a:off x="1549983" y="1808820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7" name="Equation" r:id="rId9" imgW="5524500" imgH="762000" progId="Equation.DSMT4">
                  <p:embed/>
                </p:oleObj>
              </mc:Choice>
              <mc:Fallback>
                <p:oleObj name="Equation" r:id="rId9" imgW="5524500" imgH="762000" progId="Equation.DSMT4">
                  <p:embed/>
                  <p:pic>
                    <p:nvPicPr>
                      <p:cNvPr id="17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983" y="1808820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5">
            <a:extLst>
              <a:ext uri="{FF2B5EF4-FFF2-40B4-BE49-F238E27FC236}">
                <a16:creationId xmlns:a16="http://schemas.microsoft.com/office/drawing/2014/main" id="{3EAE5A6A-9DD2-47ED-9077-B67AD2C59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884349"/>
              </p:ext>
            </p:extLst>
          </p:nvPr>
        </p:nvGraphicFramePr>
        <p:xfrm>
          <a:off x="2786400" y="3144651"/>
          <a:ext cx="971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8" name="Equation" r:id="rId11" imgW="304536" imgH="203024" progId="Equation.DSMT4">
                  <p:embed/>
                </p:oleObj>
              </mc:Choice>
              <mc:Fallback>
                <p:oleObj name="Equation" r:id="rId11" imgW="304536" imgH="203024" progId="Equation.DSMT4">
                  <p:embed/>
                  <p:pic>
                    <p:nvPicPr>
                      <p:cNvPr id="17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0" y="3144651"/>
                        <a:ext cx="9715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16">
            <a:extLst>
              <a:ext uri="{FF2B5EF4-FFF2-40B4-BE49-F238E27FC236}">
                <a16:creationId xmlns:a16="http://schemas.microsoft.com/office/drawing/2014/main" id="{F1423F73-BE23-4E25-B2A7-5D2919159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028123"/>
              </p:ext>
            </p:extLst>
          </p:nvPr>
        </p:nvGraphicFramePr>
        <p:xfrm>
          <a:off x="3723025" y="3104964"/>
          <a:ext cx="25923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9" name="Equation" r:id="rId13" imgW="1536033" imgH="393529" progId="Equation.DSMT4">
                  <p:embed/>
                </p:oleObj>
              </mc:Choice>
              <mc:Fallback>
                <p:oleObj name="Equation" r:id="rId13" imgW="1536033" imgH="393529" progId="Equation.DSMT4">
                  <p:embed/>
                  <p:pic>
                    <p:nvPicPr>
                      <p:cNvPr id="17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3025" y="3104964"/>
                        <a:ext cx="25923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ct 17">
            <a:extLst>
              <a:ext uri="{FF2B5EF4-FFF2-40B4-BE49-F238E27FC236}">
                <a16:creationId xmlns:a16="http://schemas.microsoft.com/office/drawing/2014/main" id="{9087AEF5-725B-460E-8A08-EC15CB3C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908877"/>
              </p:ext>
            </p:extLst>
          </p:nvPr>
        </p:nvGraphicFramePr>
        <p:xfrm>
          <a:off x="4461213" y="3120839"/>
          <a:ext cx="6651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0" name="Equation" r:id="rId15" imgW="203112" imgH="139639" progId="Equation.DSMT4">
                  <p:embed/>
                </p:oleObj>
              </mc:Choice>
              <mc:Fallback>
                <p:oleObj name="Equation" r:id="rId15" imgW="203112" imgH="139639" progId="Equation.DSMT4">
                  <p:embed/>
                  <p:pic>
                    <p:nvPicPr>
                      <p:cNvPr id="17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213" y="3120839"/>
                        <a:ext cx="6651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Object 19">
            <a:extLst>
              <a:ext uri="{FF2B5EF4-FFF2-40B4-BE49-F238E27FC236}">
                <a16:creationId xmlns:a16="http://schemas.microsoft.com/office/drawing/2014/main" id="{B5CC55B5-5C4B-49B9-959C-6D07D1444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86675"/>
              </p:ext>
            </p:extLst>
          </p:nvPr>
        </p:nvGraphicFramePr>
        <p:xfrm>
          <a:off x="4885847" y="3120839"/>
          <a:ext cx="1282196" cy="58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1" name="Equation" r:id="rId17" imgW="368280" imgH="177480" progId="Equation.DSMT4">
                  <p:embed/>
                </p:oleObj>
              </mc:Choice>
              <mc:Fallback>
                <p:oleObj name="Equation" r:id="rId17" imgW="368280" imgH="177480" progId="Equation.DSMT4">
                  <p:embed/>
                  <p:pic>
                    <p:nvPicPr>
                      <p:cNvPr id="17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5847" y="3120839"/>
                        <a:ext cx="1282196" cy="587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" name="组合 148">
            <a:extLst>
              <a:ext uri="{FF2B5EF4-FFF2-40B4-BE49-F238E27FC236}">
                <a16:creationId xmlns:a16="http://schemas.microsoft.com/office/drawing/2014/main" id="{79CA55E3-1092-416C-AC30-316CF07E50E5}"/>
              </a:ext>
            </a:extLst>
          </p:cNvPr>
          <p:cNvGrpSpPr>
            <a:grpSpLocks/>
          </p:cNvGrpSpPr>
          <p:nvPr/>
        </p:nvGrpSpPr>
        <p:grpSpPr bwMode="auto">
          <a:xfrm>
            <a:off x="521197" y="3369859"/>
            <a:ext cx="8006170" cy="1347389"/>
            <a:chOff x="688678" y="3061098"/>
            <a:chExt cx="8006170" cy="1347389"/>
          </a:xfrm>
        </p:grpSpPr>
        <p:grpSp>
          <p:nvGrpSpPr>
            <p:cNvPr id="207" name="组合 147">
              <a:extLst>
                <a:ext uri="{FF2B5EF4-FFF2-40B4-BE49-F238E27FC236}">
                  <a16:creationId xmlns:a16="http://schemas.microsoft.com/office/drawing/2014/main" id="{E7094B09-507A-4520-993B-9EFAE7561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678" y="3061098"/>
              <a:ext cx="8006170" cy="1160839"/>
              <a:chOff x="688678" y="3061098"/>
              <a:chExt cx="8006170" cy="1160839"/>
            </a:xfrm>
          </p:grpSpPr>
          <p:sp>
            <p:nvSpPr>
              <p:cNvPr id="249" name="Text Box 40">
                <a:extLst>
                  <a:ext uri="{FF2B5EF4-FFF2-40B4-BE49-F238E27FC236}">
                    <a16:creationId xmlns:a16="http://schemas.microsoft.com/office/drawing/2014/main" id="{C5C5227A-2A41-48BF-8B95-52ED781C96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8678" y="3061098"/>
                <a:ext cx="306387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b="1" i="1" dirty="0"/>
                  <a:t>x</a:t>
                </a:r>
              </a:p>
            </p:txBody>
          </p:sp>
          <p:sp>
            <p:nvSpPr>
              <p:cNvPr id="250" name="Text Box 41">
                <a:extLst>
                  <a:ext uri="{FF2B5EF4-FFF2-40B4-BE49-F238E27FC236}">
                    <a16:creationId xmlns:a16="http://schemas.microsoft.com/office/drawing/2014/main" id="{F6E05AB0-2B82-476D-9AE9-8B0893E0D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59861" y="3637162"/>
                <a:ext cx="534987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b="1" i="1" dirty="0"/>
                  <a:t>t</a:t>
                </a:r>
              </a:p>
            </p:txBody>
          </p:sp>
        </p:grpSp>
        <p:grpSp>
          <p:nvGrpSpPr>
            <p:cNvPr id="208" name="组合 146">
              <a:extLst>
                <a:ext uri="{FF2B5EF4-FFF2-40B4-BE49-F238E27FC236}">
                  <a16:creationId xmlns:a16="http://schemas.microsoft.com/office/drawing/2014/main" id="{6692DF67-687F-45F7-A62D-CC5CCF8021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975" y="3392487"/>
              <a:ext cx="7067550" cy="1016000"/>
              <a:chOff x="1069975" y="3416300"/>
              <a:chExt cx="7067550" cy="1016000"/>
            </a:xfrm>
          </p:grpSpPr>
          <p:sp>
            <p:nvSpPr>
              <p:cNvPr id="209" name="Line 3">
                <a:extLst>
                  <a:ext uri="{FF2B5EF4-FFF2-40B4-BE49-F238E27FC236}">
                    <a16:creationId xmlns:a16="http://schemas.microsoft.com/office/drawing/2014/main" id="{FB8DD4B7-0B1F-4F3B-95B0-60BD18F55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Line 4">
                <a:extLst>
                  <a:ext uri="{FF2B5EF4-FFF2-40B4-BE49-F238E27FC236}">
                    <a16:creationId xmlns:a16="http://schemas.microsoft.com/office/drawing/2014/main" id="{6D63B799-079F-452E-80E9-2E566FF34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5">
                <a:extLst>
                  <a:ext uri="{FF2B5EF4-FFF2-40B4-BE49-F238E27FC236}">
                    <a16:creationId xmlns:a16="http://schemas.microsoft.com/office/drawing/2014/main" id="{FF3DE521-305F-4868-B27D-09DBC1ED1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788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6">
                <a:extLst>
                  <a:ext uri="{FF2B5EF4-FFF2-40B4-BE49-F238E27FC236}">
                    <a16:creationId xmlns:a16="http://schemas.microsoft.com/office/drawing/2014/main" id="{52F40CCC-A3B4-4C19-9890-9C2D2B9CB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575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7">
                <a:extLst>
                  <a:ext uri="{FF2B5EF4-FFF2-40B4-BE49-F238E27FC236}">
                    <a16:creationId xmlns:a16="http://schemas.microsoft.com/office/drawing/2014/main" id="{E4E7F016-9FEC-40AB-91E8-344D050A9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000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8">
                <a:extLst>
                  <a:ext uri="{FF2B5EF4-FFF2-40B4-BE49-F238E27FC236}">
                    <a16:creationId xmlns:a16="http://schemas.microsoft.com/office/drawing/2014/main" id="{9B0F3A35-01C7-4581-AF54-5D97BB254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788" y="3979863"/>
                <a:ext cx="219075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9">
                <a:extLst>
                  <a:ext uri="{FF2B5EF4-FFF2-40B4-BE49-F238E27FC236}">
                    <a16:creationId xmlns:a16="http://schemas.microsoft.com/office/drawing/2014/main" id="{0F6D3FB9-08A5-4A10-BB79-D2FD3BEB3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0">
                <a:extLst>
                  <a:ext uri="{FF2B5EF4-FFF2-40B4-BE49-F238E27FC236}">
                    <a16:creationId xmlns:a16="http://schemas.microsoft.com/office/drawing/2014/main" id="{BA898FAF-7955-4C9F-A7DA-931F9A1EF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538" y="3963988"/>
                <a:ext cx="217487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1">
                <a:extLst>
                  <a:ext uri="{FF2B5EF4-FFF2-40B4-BE49-F238E27FC236}">
                    <a16:creationId xmlns:a16="http://schemas.microsoft.com/office/drawing/2014/main" id="{5B90B9B8-FFD8-441E-BC32-BEC1D0500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550" y="3660775"/>
                <a:ext cx="207963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2">
                <a:extLst>
                  <a:ext uri="{FF2B5EF4-FFF2-40B4-BE49-F238E27FC236}">
                    <a16:creationId xmlns:a16="http://schemas.microsoft.com/office/drawing/2014/main" id="{1226A2E8-6BCF-4E4F-B118-07C025C02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338" y="3963988"/>
                <a:ext cx="217487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">
                <a:extLst>
                  <a:ext uri="{FF2B5EF4-FFF2-40B4-BE49-F238E27FC236}">
                    <a16:creationId xmlns:a16="http://schemas.microsoft.com/office/drawing/2014/main" id="{0A920AC2-AEFB-4F00-A8BE-2A5AC8995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4">
                <a:extLst>
                  <a:ext uri="{FF2B5EF4-FFF2-40B4-BE49-F238E27FC236}">
                    <a16:creationId xmlns:a16="http://schemas.microsoft.com/office/drawing/2014/main" id="{13938AAE-276C-492E-B15E-6EEDE4CAA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775" y="3997325"/>
                <a:ext cx="217488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5">
                <a:extLst>
                  <a:ext uri="{FF2B5EF4-FFF2-40B4-BE49-F238E27FC236}">
                    <a16:creationId xmlns:a16="http://schemas.microsoft.com/office/drawing/2014/main" id="{7409C7E1-44A8-430E-9AE5-B0EB755C0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763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6">
                <a:extLst>
                  <a:ext uri="{FF2B5EF4-FFF2-40B4-BE49-F238E27FC236}">
                    <a16:creationId xmlns:a16="http://schemas.microsoft.com/office/drawing/2014/main" id="{C46EA097-DFA6-41C3-8C1F-0D7791F89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725" y="3940175"/>
                <a:ext cx="227013" cy="904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17">
                <a:extLst>
                  <a:ext uri="{FF2B5EF4-FFF2-40B4-BE49-F238E27FC236}">
                    <a16:creationId xmlns:a16="http://schemas.microsoft.com/office/drawing/2014/main" id="{5BAE24E0-69EC-4A70-85B5-1E68C5A40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8">
                <a:extLst>
                  <a:ext uri="{FF2B5EF4-FFF2-40B4-BE49-F238E27FC236}">
                    <a16:creationId xmlns:a16="http://schemas.microsoft.com/office/drawing/2014/main" id="{6F080462-E3D6-41A2-BD67-4134AECBF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213" y="3951288"/>
                <a:ext cx="2676525" cy="461962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79"/>
                    </a:moveTo>
                    <a:lnTo>
                      <a:pt x="186" y="1456"/>
                    </a:lnTo>
                    <a:lnTo>
                      <a:pt x="431" y="2115"/>
                    </a:lnTo>
                    <a:lnTo>
                      <a:pt x="572" y="2692"/>
                    </a:lnTo>
                    <a:lnTo>
                      <a:pt x="840" y="3269"/>
                    </a:lnTo>
                    <a:lnTo>
                      <a:pt x="1004" y="3901"/>
                    </a:lnTo>
                    <a:lnTo>
                      <a:pt x="1323" y="4478"/>
                    </a:lnTo>
                    <a:lnTo>
                      <a:pt x="1413" y="5055"/>
                    </a:lnTo>
                    <a:lnTo>
                      <a:pt x="1599" y="5659"/>
                    </a:lnTo>
                    <a:lnTo>
                      <a:pt x="1978" y="6264"/>
                    </a:lnTo>
                    <a:lnTo>
                      <a:pt x="2327" y="6868"/>
                    </a:lnTo>
                    <a:lnTo>
                      <a:pt x="2602" y="7363"/>
                    </a:lnTo>
                    <a:lnTo>
                      <a:pt x="2743" y="7940"/>
                    </a:lnTo>
                    <a:lnTo>
                      <a:pt x="3078" y="8516"/>
                    </a:lnTo>
                    <a:lnTo>
                      <a:pt x="3167" y="9093"/>
                    </a:lnTo>
                    <a:lnTo>
                      <a:pt x="3257" y="9643"/>
                    </a:lnTo>
                    <a:lnTo>
                      <a:pt x="3584" y="10165"/>
                    </a:lnTo>
                    <a:lnTo>
                      <a:pt x="3740" y="10659"/>
                    </a:lnTo>
                    <a:lnTo>
                      <a:pt x="4067" y="11209"/>
                    </a:lnTo>
                    <a:lnTo>
                      <a:pt x="4164" y="11786"/>
                    </a:lnTo>
                    <a:lnTo>
                      <a:pt x="4349" y="12225"/>
                    </a:lnTo>
                    <a:lnTo>
                      <a:pt x="4684" y="12747"/>
                    </a:lnTo>
                    <a:lnTo>
                      <a:pt x="4825" y="13132"/>
                    </a:lnTo>
                    <a:lnTo>
                      <a:pt x="5152" y="13654"/>
                    </a:lnTo>
                    <a:lnTo>
                      <a:pt x="5331" y="14066"/>
                    </a:lnTo>
                    <a:lnTo>
                      <a:pt x="5494" y="14478"/>
                    </a:lnTo>
                    <a:lnTo>
                      <a:pt x="5822" y="14945"/>
                    </a:lnTo>
                    <a:lnTo>
                      <a:pt x="5896" y="15412"/>
                    </a:lnTo>
                    <a:lnTo>
                      <a:pt x="6424" y="15769"/>
                    </a:lnTo>
                    <a:lnTo>
                      <a:pt x="6513" y="16236"/>
                    </a:lnTo>
                    <a:lnTo>
                      <a:pt x="6758" y="16566"/>
                    </a:lnTo>
                    <a:lnTo>
                      <a:pt x="6907" y="16923"/>
                    </a:lnTo>
                    <a:lnTo>
                      <a:pt x="7078" y="17225"/>
                    </a:lnTo>
                    <a:lnTo>
                      <a:pt x="7323" y="17527"/>
                    </a:lnTo>
                    <a:lnTo>
                      <a:pt x="7502" y="17885"/>
                    </a:lnTo>
                    <a:lnTo>
                      <a:pt x="7755" y="18132"/>
                    </a:lnTo>
                    <a:lnTo>
                      <a:pt x="7933" y="18407"/>
                    </a:lnTo>
                    <a:lnTo>
                      <a:pt x="8171" y="18681"/>
                    </a:lnTo>
                    <a:lnTo>
                      <a:pt x="8506" y="18929"/>
                    </a:lnTo>
                    <a:lnTo>
                      <a:pt x="8595" y="19121"/>
                    </a:lnTo>
                    <a:lnTo>
                      <a:pt x="8840" y="19286"/>
                    </a:lnTo>
                    <a:lnTo>
                      <a:pt x="8989" y="19423"/>
                    </a:lnTo>
                    <a:lnTo>
                      <a:pt x="9160" y="19560"/>
                    </a:lnTo>
                    <a:lnTo>
                      <a:pt x="9494" y="19725"/>
                    </a:lnTo>
                    <a:lnTo>
                      <a:pt x="9591" y="19835"/>
                    </a:lnTo>
                    <a:lnTo>
                      <a:pt x="9836" y="19863"/>
                    </a:lnTo>
                    <a:lnTo>
                      <a:pt x="10156" y="19890"/>
                    </a:lnTo>
                    <a:lnTo>
                      <a:pt x="10401" y="19973"/>
                    </a:lnTo>
                    <a:lnTo>
                      <a:pt x="10595" y="19890"/>
                    </a:lnTo>
                    <a:lnTo>
                      <a:pt x="10684" y="19890"/>
                    </a:lnTo>
                    <a:lnTo>
                      <a:pt x="10922" y="19863"/>
                    </a:lnTo>
                    <a:lnTo>
                      <a:pt x="11152" y="19725"/>
                    </a:lnTo>
                    <a:lnTo>
                      <a:pt x="11428" y="19588"/>
                    </a:lnTo>
                    <a:lnTo>
                      <a:pt x="11487" y="19423"/>
                    </a:lnTo>
                    <a:lnTo>
                      <a:pt x="11918" y="19203"/>
                    </a:lnTo>
                    <a:lnTo>
                      <a:pt x="12149" y="18956"/>
                    </a:lnTo>
                    <a:lnTo>
                      <a:pt x="12335" y="18736"/>
                    </a:lnTo>
                    <a:lnTo>
                      <a:pt x="12431" y="18407"/>
                    </a:lnTo>
                    <a:lnTo>
                      <a:pt x="12758" y="18077"/>
                    </a:lnTo>
                    <a:lnTo>
                      <a:pt x="13004" y="17720"/>
                    </a:lnTo>
                    <a:lnTo>
                      <a:pt x="13167" y="17225"/>
                    </a:lnTo>
                    <a:lnTo>
                      <a:pt x="13323" y="16813"/>
                    </a:lnTo>
                    <a:lnTo>
                      <a:pt x="13569" y="16456"/>
                    </a:lnTo>
                    <a:lnTo>
                      <a:pt x="13651" y="15962"/>
                    </a:lnTo>
                    <a:lnTo>
                      <a:pt x="14171" y="15549"/>
                    </a:lnTo>
                    <a:lnTo>
                      <a:pt x="14320" y="14973"/>
                    </a:lnTo>
                    <a:lnTo>
                      <a:pt x="14610" y="14451"/>
                    </a:lnTo>
                    <a:lnTo>
                      <a:pt x="14840" y="14011"/>
                    </a:lnTo>
                    <a:lnTo>
                      <a:pt x="15257" y="13434"/>
                    </a:lnTo>
                    <a:lnTo>
                      <a:pt x="15257" y="12940"/>
                    </a:lnTo>
                    <a:lnTo>
                      <a:pt x="15502" y="12363"/>
                    </a:lnTo>
                    <a:lnTo>
                      <a:pt x="15829" y="11813"/>
                    </a:lnTo>
                    <a:lnTo>
                      <a:pt x="16015" y="11181"/>
                    </a:lnTo>
                    <a:lnTo>
                      <a:pt x="16253" y="10604"/>
                    </a:lnTo>
                    <a:lnTo>
                      <a:pt x="16342" y="10027"/>
                    </a:lnTo>
                    <a:lnTo>
                      <a:pt x="16587" y="9505"/>
                    </a:lnTo>
                    <a:lnTo>
                      <a:pt x="16825" y="8984"/>
                    </a:lnTo>
                    <a:lnTo>
                      <a:pt x="16914" y="8352"/>
                    </a:lnTo>
                    <a:lnTo>
                      <a:pt x="17100" y="7775"/>
                    </a:lnTo>
                    <a:lnTo>
                      <a:pt x="17338" y="7225"/>
                    </a:lnTo>
                    <a:lnTo>
                      <a:pt x="17494" y="6676"/>
                    </a:lnTo>
                    <a:lnTo>
                      <a:pt x="17755" y="6071"/>
                    </a:lnTo>
                    <a:lnTo>
                      <a:pt x="17814" y="5604"/>
                    </a:lnTo>
                    <a:lnTo>
                      <a:pt x="18104" y="5027"/>
                    </a:lnTo>
                    <a:lnTo>
                      <a:pt x="18572" y="4505"/>
                    </a:lnTo>
                    <a:lnTo>
                      <a:pt x="18669" y="4038"/>
                    </a:lnTo>
                    <a:lnTo>
                      <a:pt x="18758" y="3489"/>
                    </a:lnTo>
                    <a:lnTo>
                      <a:pt x="19086" y="3077"/>
                    </a:lnTo>
                    <a:lnTo>
                      <a:pt x="19182" y="2665"/>
                    </a:lnTo>
                    <a:lnTo>
                      <a:pt x="19234" y="2225"/>
                    </a:lnTo>
                    <a:lnTo>
                      <a:pt x="19420" y="1868"/>
                    </a:lnTo>
                    <a:lnTo>
                      <a:pt x="19561" y="1429"/>
                    </a:lnTo>
                    <a:lnTo>
                      <a:pt x="19658" y="1044"/>
                    </a:lnTo>
                    <a:lnTo>
                      <a:pt x="19747" y="797"/>
                    </a:lnTo>
                    <a:lnTo>
                      <a:pt x="19903" y="495"/>
                    </a:lnTo>
                    <a:lnTo>
                      <a:pt x="19993" y="192"/>
                    </a:lnTo>
                    <a:lnTo>
                      <a:pt x="19993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9">
                <a:extLst>
                  <a:ext uri="{FF2B5EF4-FFF2-40B4-BE49-F238E27FC236}">
                    <a16:creationId xmlns:a16="http://schemas.microsoft.com/office/drawing/2014/main" id="{10307E64-9B0E-434A-A2A7-77EDC4CFF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213" y="3522663"/>
                <a:ext cx="2855912" cy="447675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2"/>
                    </a:moveTo>
                    <a:lnTo>
                      <a:pt x="174" y="19318"/>
                    </a:lnTo>
                    <a:lnTo>
                      <a:pt x="314" y="18750"/>
                    </a:lnTo>
                    <a:lnTo>
                      <a:pt x="481" y="18068"/>
                    </a:lnTo>
                    <a:lnTo>
                      <a:pt x="794" y="17443"/>
                    </a:lnTo>
                    <a:lnTo>
                      <a:pt x="850" y="16847"/>
                    </a:lnTo>
                    <a:lnTo>
                      <a:pt x="1094" y="16278"/>
                    </a:lnTo>
                    <a:lnTo>
                      <a:pt x="1240" y="15625"/>
                    </a:lnTo>
                    <a:lnTo>
                      <a:pt x="1554" y="15000"/>
                    </a:lnTo>
                    <a:lnTo>
                      <a:pt x="1798" y="14375"/>
                    </a:lnTo>
                    <a:lnTo>
                      <a:pt x="2188" y="13807"/>
                    </a:lnTo>
                    <a:lnTo>
                      <a:pt x="2188" y="13182"/>
                    </a:lnTo>
                    <a:lnTo>
                      <a:pt x="2488" y="12670"/>
                    </a:lnTo>
                    <a:lnTo>
                      <a:pt x="2662" y="12102"/>
                    </a:lnTo>
                    <a:lnTo>
                      <a:pt x="2892" y="11477"/>
                    </a:lnTo>
                    <a:lnTo>
                      <a:pt x="2976" y="10966"/>
                    </a:lnTo>
                    <a:lnTo>
                      <a:pt x="3143" y="10369"/>
                    </a:lnTo>
                    <a:lnTo>
                      <a:pt x="3352" y="9801"/>
                    </a:lnTo>
                    <a:lnTo>
                      <a:pt x="3512" y="9290"/>
                    </a:lnTo>
                    <a:lnTo>
                      <a:pt x="3756" y="8778"/>
                    </a:lnTo>
                    <a:lnTo>
                      <a:pt x="3902" y="8239"/>
                    </a:lnTo>
                    <a:lnTo>
                      <a:pt x="4077" y="7756"/>
                    </a:lnTo>
                    <a:lnTo>
                      <a:pt x="4439" y="7216"/>
                    </a:lnTo>
                    <a:lnTo>
                      <a:pt x="4613" y="6818"/>
                    </a:lnTo>
                    <a:lnTo>
                      <a:pt x="4697" y="6278"/>
                    </a:lnTo>
                    <a:lnTo>
                      <a:pt x="5010" y="5824"/>
                    </a:lnTo>
                    <a:lnTo>
                      <a:pt x="5233" y="5426"/>
                    </a:lnTo>
                    <a:lnTo>
                      <a:pt x="5456" y="4915"/>
                    </a:lnTo>
                    <a:lnTo>
                      <a:pt x="5540" y="4460"/>
                    </a:lnTo>
                    <a:lnTo>
                      <a:pt x="5707" y="4091"/>
                    </a:lnTo>
                    <a:lnTo>
                      <a:pt x="6167" y="3750"/>
                    </a:lnTo>
                    <a:lnTo>
                      <a:pt x="6328" y="3324"/>
                    </a:lnTo>
                    <a:lnTo>
                      <a:pt x="6418" y="2983"/>
                    </a:lnTo>
                    <a:lnTo>
                      <a:pt x="6564" y="2699"/>
                    </a:lnTo>
                    <a:lnTo>
                      <a:pt x="6655" y="2386"/>
                    </a:lnTo>
                    <a:lnTo>
                      <a:pt x="6962" y="2074"/>
                    </a:lnTo>
                    <a:lnTo>
                      <a:pt x="7261" y="1818"/>
                    </a:lnTo>
                    <a:lnTo>
                      <a:pt x="7491" y="1477"/>
                    </a:lnTo>
                    <a:lnTo>
                      <a:pt x="7666" y="1250"/>
                    </a:lnTo>
                    <a:lnTo>
                      <a:pt x="7979" y="966"/>
                    </a:lnTo>
                    <a:lnTo>
                      <a:pt x="7979" y="824"/>
                    </a:lnTo>
                    <a:lnTo>
                      <a:pt x="8105" y="625"/>
                    </a:lnTo>
                    <a:lnTo>
                      <a:pt x="8516" y="511"/>
                    </a:lnTo>
                    <a:lnTo>
                      <a:pt x="8683" y="313"/>
                    </a:lnTo>
                    <a:lnTo>
                      <a:pt x="8920" y="199"/>
                    </a:lnTo>
                    <a:lnTo>
                      <a:pt x="9045" y="114"/>
                    </a:lnTo>
                    <a:lnTo>
                      <a:pt x="9213" y="114"/>
                    </a:lnTo>
                    <a:lnTo>
                      <a:pt x="9443" y="0"/>
                    </a:lnTo>
                    <a:lnTo>
                      <a:pt x="9519" y="0"/>
                    </a:lnTo>
                    <a:lnTo>
                      <a:pt x="9847" y="0"/>
                    </a:lnTo>
                    <a:lnTo>
                      <a:pt x="10230" y="28"/>
                    </a:lnTo>
                    <a:lnTo>
                      <a:pt x="10551" y="114"/>
                    </a:lnTo>
                    <a:lnTo>
                      <a:pt x="10641" y="284"/>
                    </a:lnTo>
                    <a:lnTo>
                      <a:pt x="10864" y="455"/>
                    </a:lnTo>
                    <a:lnTo>
                      <a:pt x="11171" y="625"/>
                    </a:lnTo>
                    <a:lnTo>
                      <a:pt x="11338" y="881"/>
                    </a:lnTo>
                    <a:lnTo>
                      <a:pt x="11477" y="1080"/>
                    </a:lnTo>
                    <a:lnTo>
                      <a:pt x="11958" y="1392"/>
                    </a:lnTo>
                    <a:lnTo>
                      <a:pt x="12014" y="1733"/>
                    </a:lnTo>
                    <a:lnTo>
                      <a:pt x="12098" y="2102"/>
                    </a:lnTo>
                    <a:lnTo>
                      <a:pt x="12578" y="2500"/>
                    </a:lnTo>
                    <a:lnTo>
                      <a:pt x="12669" y="2813"/>
                    </a:lnTo>
                    <a:lnTo>
                      <a:pt x="13031" y="3182"/>
                    </a:lnTo>
                    <a:lnTo>
                      <a:pt x="13422" y="3693"/>
                    </a:lnTo>
                    <a:lnTo>
                      <a:pt x="13519" y="4148"/>
                    </a:lnTo>
                    <a:lnTo>
                      <a:pt x="13749" y="4602"/>
                    </a:lnTo>
                    <a:lnTo>
                      <a:pt x="13902" y="5085"/>
                    </a:lnTo>
                    <a:lnTo>
                      <a:pt x="14223" y="5625"/>
                    </a:lnTo>
                    <a:lnTo>
                      <a:pt x="14537" y="6165"/>
                    </a:lnTo>
                    <a:lnTo>
                      <a:pt x="14683" y="6705"/>
                    </a:lnTo>
                    <a:lnTo>
                      <a:pt x="14927" y="7159"/>
                    </a:lnTo>
                    <a:lnTo>
                      <a:pt x="15240" y="7756"/>
                    </a:lnTo>
                    <a:lnTo>
                      <a:pt x="15463" y="8267"/>
                    </a:lnTo>
                    <a:lnTo>
                      <a:pt x="15645" y="8892"/>
                    </a:lnTo>
                    <a:lnTo>
                      <a:pt x="16091" y="9375"/>
                    </a:lnTo>
                    <a:lnTo>
                      <a:pt x="16181" y="9915"/>
                    </a:lnTo>
                    <a:lnTo>
                      <a:pt x="16481" y="10511"/>
                    </a:lnTo>
                    <a:lnTo>
                      <a:pt x="16641" y="11051"/>
                    </a:lnTo>
                    <a:lnTo>
                      <a:pt x="16941" y="11591"/>
                    </a:lnTo>
                    <a:lnTo>
                      <a:pt x="17094" y="12188"/>
                    </a:lnTo>
                    <a:lnTo>
                      <a:pt x="17192" y="12699"/>
                    </a:lnTo>
                    <a:lnTo>
                      <a:pt x="17422" y="13153"/>
                    </a:lnTo>
                    <a:lnTo>
                      <a:pt x="17645" y="13722"/>
                    </a:lnTo>
                    <a:lnTo>
                      <a:pt x="17895" y="14261"/>
                    </a:lnTo>
                    <a:lnTo>
                      <a:pt x="18279" y="14744"/>
                    </a:lnTo>
                    <a:lnTo>
                      <a:pt x="18279" y="15227"/>
                    </a:lnTo>
                    <a:lnTo>
                      <a:pt x="18523" y="15682"/>
                    </a:lnTo>
                    <a:lnTo>
                      <a:pt x="18983" y="16108"/>
                    </a:lnTo>
                    <a:lnTo>
                      <a:pt x="19143" y="16591"/>
                    </a:lnTo>
                    <a:lnTo>
                      <a:pt x="19226" y="16932"/>
                    </a:lnTo>
                    <a:lnTo>
                      <a:pt x="19282" y="17330"/>
                    </a:lnTo>
                    <a:lnTo>
                      <a:pt x="19456" y="17699"/>
                    </a:lnTo>
                    <a:lnTo>
                      <a:pt x="19589" y="18068"/>
                    </a:lnTo>
                    <a:lnTo>
                      <a:pt x="19679" y="18352"/>
                    </a:lnTo>
                    <a:lnTo>
                      <a:pt x="19763" y="18636"/>
                    </a:lnTo>
                    <a:lnTo>
                      <a:pt x="19909" y="18949"/>
                    </a:lnTo>
                    <a:lnTo>
                      <a:pt x="19993" y="19119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20">
                <a:extLst>
                  <a:ext uri="{FF2B5EF4-FFF2-40B4-BE49-F238E27FC236}">
                    <a16:creationId xmlns:a16="http://schemas.microsoft.com/office/drawing/2014/main" id="{103CA551-EF21-44BF-B66A-5D5B77C1B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163" y="3497263"/>
                <a:ext cx="2689225" cy="461962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66"/>
                    </a:moveTo>
                    <a:lnTo>
                      <a:pt x="178" y="18516"/>
                    </a:lnTo>
                    <a:lnTo>
                      <a:pt x="437" y="17885"/>
                    </a:lnTo>
                    <a:lnTo>
                      <a:pt x="570" y="17280"/>
                    </a:lnTo>
                    <a:lnTo>
                      <a:pt x="844" y="16703"/>
                    </a:lnTo>
                    <a:lnTo>
                      <a:pt x="999" y="16071"/>
                    </a:lnTo>
                    <a:lnTo>
                      <a:pt x="1325" y="15495"/>
                    </a:lnTo>
                    <a:lnTo>
                      <a:pt x="1414" y="14863"/>
                    </a:lnTo>
                    <a:lnTo>
                      <a:pt x="1599" y="14286"/>
                    </a:lnTo>
                    <a:lnTo>
                      <a:pt x="1976" y="13709"/>
                    </a:lnTo>
                    <a:lnTo>
                      <a:pt x="2324" y="13104"/>
                    </a:lnTo>
                    <a:lnTo>
                      <a:pt x="2605" y="12555"/>
                    </a:lnTo>
                    <a:lnTo>
                      <a:pt x="2739" y="12033"/>
                    </a:lnTo>
                    <a:lnTo>
                      <a:pt x="3072" y="11456"/>
                    </a:lnTo>
                    <a:lnTo>
                      <a:pt x="3168" y="10907"/>
                    </a:lnTo>
                    <a:lnTo>
                      <a:pt x="3257" y="10330"/>
                    </a:lnTo>
                    <a:lnTo>
                      <a:pt x="3583" y="9808"/>
                    </a:lnTo>
                    <a:lnTo>
                      <a:pt x="3738" y="9313"/>
                    </a:lnTo>
                    <a:lnTo>
                      <a:pt x="4071" y="8764"/>
                    </a:lnTo>
                    <a:lnTo>
                      <a:pt x="4160" y="8187"/>
                    </a:lnTo>
                    <a:lnTo>
                      <a:pt x="4345" y="7747"/>
                    </a:lnTo>
                    <a:lnTo>
                      <a:pt x="4685" y="7253"/>
                    </a:lnTo>
                    <a:lnTo>
                      <a:pt x="4819" y="6786"/>
                    </a:lnTo>
                    <a:lnTo>
                      <a:pt x="5152" y="6319"/>
                    </a:lnTo>
                    <a:lnTo>
                      <a:pt x="5329" y="5907"/>
                    </a:lnTo>
                    <a:lnTo>
                      <a:pt x="5500" y="5495"/>
                    </a:lnTo>
                    <a:lnTo>
                      <a:pt x="5818" y="5055"/>
                    </a:lnTo>
                    <a:lnTo>
                      <a:pt x="5899" y="4560"/>
                    </a:lnTo>
                    <a:lnTo>
                      <a:pt x="6425" y="4176"/>
                    </a:lnTo>
                    <a:lnTo>
                      <a:pt x="6514" y="3764"/>
                    </a:lnTo>
                    <a:lnTo>
                      <a:pt x="6758" y="3379"/>
                    </a:lnTo>
                    <a:lnTo>
                      <a:pt x="6906" y="3049"/>
                    </a:lnTo>
                    <a:lnTo>
                      <a:pt x="7076" y="2720"/>
                    </a:lnTo>
                    <a:lnTo>
                      <a:pt x="7321" y="2445"/>
                    </a:lnTo>
                    <a:lnTo>
                      <a:pt x="7506" y="2115"/>
                    </a:lnTo>
                    <a:lnTo>
                      <a:pt x="7750" y="1868"/>
                    </a:lnTo>
                    <a:lnTo>
                      <a:pt x="7935" y="1538"/>
                    </a:lnTo>
                    <a:lnTo>
                      <a:pt x="8172" y="1264"/>
                    </a:lnTo>
                    <a:lnTo>
                      <a:pt x="8505" y="1044"/>
                    </a:lnTo>
                    <a:lnTo>
                      <a:pt x="8594" y="852"/>
                    </a:lnTo>
                    <a:lnTo>
                      <a:pt x="8838" y="687"/>
                    </a:lnTo>
                    <a:lnTo>
                      <a:pt x="8993" y="549"/>
                    </a:lnTo>
                    <a:lnTo>
                      <a:pt x="9156" y="412"/>
                    </a:lnTo>
                    <a:lnTo>
                      <a:pt x="9497" y="275"/>
                    </a:lnTo>
                    <a:lnTo>
                      <a:pt x="9593" y="137"/>
                    </a:lnTo>
                    <a:lnTo>
                      <a:pt x="9830" y="110"/>
                    </a:lnTo>
                    <a:lnTo>
                      <a:pt x="10163" y="27"/>
                    </a:lnTo>
                    <a:lnTo>
                      <a:pt x="10400" y="0"/>
                    </a:lnTo>
                    <a:lnTo>
                      <a:pt x="10592" y="27"/>
                    </a:lnTo>
                    <a:lnTo>
                      <a:pt x="10681" y="27"/>
                    </a:lnTo>
                    <a:lnTo>
                      <a:pt x="10918" y="110"/>
                    </a:lnTo>
                    <a:lnTo>
                      <a:pt x="11155" y="192"/>
                    </a:lnTo>
                    <a:lnTo>
                      <a:pt x="11429" y="385"/>
                    </a:lnTo>
                    <a:lnTo>
                      <a:pt x="11488" y="549"/>
                    </a:lnTo>
                    <a:lnTo>
                      <a:pt x="11917" y="769"/>
                    </a:lnTo>
                    <a:lnTo>
                      <a:pt x="12154" y="1016"/>
                    </a:lnTo>
                    <a:lnTo>
                      <a:pt x="12332" y="1236"/>
                    </a:lnTo>
                    <a:lnTo>
                      <a:pt x="12428" y="1538"/>
                    </a:lnTo>
                    <a:lnTo>
                      <a:pt x="12754" y="1868"/>
                    </a:lnTo>
                    <a:lnTo>
                      <a:pt x="13005" y="2253"/>
                    </a:lnTo>
                    <a:lnTo>
                      <a:pt x="13168" y="2720"/>
                    </a:lnTo>
                    <a:lnTo>
                      <a:pt x="13323" y="3132"/>
                    </a:lnTo>
                    <a:lnTo>
                      <a:pt x="13568" y="3489"/>
                    </a:lnTo>
                    <a:lnTo>
                      <a:pt x="13657" y="3984"/>
                    </a:lnTo>
                    <a:lnTo>
                      <a:pt x="14175" y="4423"/>
                    </a:lnTo>
                    <a:lnTo>
                      <a:pt x="14323" y="4945"/>
                    </a:lnTo>
                    <a:lnTo>
                      <a:pt x="14604" y="5522"/>
                    </a:lnTo>
                    <a:lnTo>
                      <a:pt x="14841" y="5989"/>
                    </a:lnTo>
                    <a:lnTo>
                      <a:pt x="15255" y="6511"/>
                    </a:lnTo>
                    <a:lnTo>
                      <a:pt x="15255" y="7033"/>
                    </a:lnTo>
                    <a:lnTo>
                      <a:pt x="15500" y="7637"/>
                    </a:lnTo>
                    <a:lnTo>
                      <a:pt x="15833" y="8159"/>
                    </a:lnTo>
                    <a:lnTo>
                      <a:pt x="16010" y="8791"/>
                    </a:lnTo>
                    <a:lnTo>
                      <a:pt x="16255" y="9368"/>
                    </a:lnTo>
                    <a:lnTo>
                      <a:pt x="16343" y="9918"/>
                    </a:lnTo>
                    <a:lnTo>
                      <a:pt x="16588" y="10440"/>
                    </a:lnTo>
                    <a:lnTo>
                      <a:pt x="16825" y="10989"/>
                    </a:lnTo>
                    <a:lnTo>
                      <a:pt x="16921" y="11621"/>
                    </a:lnTo>
                    <a:lnTo>
                      <a:pt x="17098" y="12198"/>
                    </a:lnTo>
                    <a:lnTo>
                      <a:pt x="17335" y="12747"/>
                    </a:lnTo>
                    <a:lnTo>
                      <a:pt x="17491" y="13269"/>
                    </a:lnTo>
                    <a:lnTo>
                      <a:pt x="17757" y="13874"/>
                    </a:lnTo>
                    <a:lnTo>
                      <a:pt x="17816" y="14396"/>
                    </a:lnTo>
                    <a:lnTo>
                      <a:pt x="18098" y="14945"/>
                    </a:lnTo>
                    <a:lnTo>
                      <a:pt x="18571" y="15440"/>
                    </a:lnTo>
                    <a:lnTo>
                      <a:pt x="18668" y="15934"/>
                    </a:lnTo>
                    <a:lnTo>
                      <a:pt x="18756" y="16456"/>
                    </a:lnTo>
                    <a:lnTo>
                      <a:pt x="19090" y="16868"/>
                    </a:lnTo>
                    <a:lnTo>
                      <a:pt x="19178" y="17308"/>
                    </a:lnTo>
                    <a:lnTo>
                      <a:pt x="19238" y="17747"/>
                    </a:lnTo>
                    <a:lnTo>
                      <a:pt x="19423" y="18132"/>
                    </a:lnTo>
                    <a:lnTo>
                      <a:pt x="19556" y="18544"/>
                    </a:lnTo>
                    <a:lnTo>
                      <a:pt x="19660" y="18929"/>
                    </a:lnTo>
                    <a:lnTo>
                      <a:pt x="19756" y="19148"/>
                    </a:lnTo>
                    <a:lnTo>
                      <a:pt x="19904" y="19451"/>
                    </a:lnTo>
                    <a:lnTo>
                      <a:pt x="19993" y="19725"/>
                    </a:lnTo>
                    <a:lnTo>
                      <a:pt x="19993" y="1997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21">
                <a:extLst>
                  <a:ext uri="{FF2B5EF4-FFF2-40B4-BE49-F238E27FC236}">
                    <a16:creationId xmlns:a16="http://schemas.microsoft.com/office/drawing/2014/main" id="{1452170B-3A9A-4B85-924D-B66EA3E9C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7863" y="3941763"/>
                <a:ext cx="2867025" cy="447675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0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7" y="625"/>
                    </a:lnTo>
                    <a:lnTo>
                      <a:pt x="312" y="1250"/>
                    </a:lnTo>
                    <a:lnTo>
                      <a:pt x="486" y="1903"/>
                    </a:lnTo>
                    <a:lnTo>
                      <a:pt x="798" y="2528"/>
                    </a:lnTo>
                    <a:lnTo>
                      <a:pt x="847" y="3125"/>
                    </a:lnTo>
                    <a:lnTo>
                      <a:pt x="1096" y="3722"/>
                    </a:lnTo>
                    <a:lnTo>
                      <a:pt x="1242" y="4318"/>
                    </a:lnTo>
                    <a:lnTo>
                      <a:pt x="1548" y="4972"/>
                    </a:lnTo>
                    <a:lnTo>
                      <a:pt x="1804" y="5597"/>
                    </a:lnTo>
                    <a:lnTo>
                      <a:pt x="2179" y="6165"/>
                    </a:lnTo>
                    <a:lnTo>
                      <a:pt x="2179" y="6761"/>
                    </a:lnTo>
                    <a:lnTo>
                      <a:pt x="2491" y="7301"/>
                    </a:lnTo>
                    <a:lnTo>
                      <a:pt x="2658" y="7898"/>
                    </a:lnTo>
                    <a:lnTo>
                      <a:pt x="2887" y="8494"/>
                    </a:lnTo>
                    <a:lnTo>
                      <a:pt x="2977" y="8977"/>
                    </a:lnTo>
                    <a:lnTo>
                      <a:pt x="3144" y="9602"/>
                    </a:lnTo>
                    <a:lnTo>
                      <a:pt x="3352" y="10142"/>
                    </a:lnTo>
                    <a:lnTo>
                      <a:pt x="3505" y="10710"/>
                    </a:lnTo>
                    <a:lnTo>
                      <a:pt x="3761" y="11193"/>
                    </a:lnTo>
                    <a:lnTo>
                      <a:pt x="3900" y="11733"/>
                    </a:lnTo>
                    <a:lnTo>
                      <a:pt x="4074" y="12216"/>
                    </a:lnTo>
                    <a:lnTo>
                      <a:pt x="4441" y="12784"/>
                    </a:lnTo>
                    <a:lnTo>
                      <a:pt x="4608" y="13153"/>
                    </a:lnTo>
                    <a:lnTo>
                      <a:pt x="4698" y="13693"/>
                    </a:lnTo>
                    <a:lnTo>
                      <a:pt x="5010" y="14119"/>
                    </a:lnTo>
                    <a:lnTo>
                      <a:pt x="5232" y="14545"/>
                    </a:lnTo>
                    <a:lnTo>
                      <a:pt x="5455" y="15028"/>
                    </a:lnTo>
                    <a:lnTo>
                      <a:pt x="5538" y="15511"/>
                    </a:lnTo>
                    <a:lnTo>
                      <a:pt x="5711" y="15852"/>
                    </a:lnTo>
                    <a:lnTo>
                      <a:pt x="6169" y="16250"/>
                    </a:lnTo>
                    <a:lnTo>
                      <a:pt x="6329" y="16619"/>
                    </a:lnTo>
                    <a:lnTo>
                      <a:pt x="6419" y="16932"/>
                    </a:lnTo>
                    <a:lnTo>
                      <a:pt x="6558" y="17244"/>
                    </a:lnTo>
                    <a:lnTo>
                      <a:pt x="6655" y="17614"/>
                    </a:lnTo>
                    <a:lnTo>
                      <a:pt x="6960" y="17898"/>
                    </a:lnTo>
                    <a:lnTo>
                      <a:pt x="7259" y="18097"/>
                    </a:lnTo>
                    <a:lnTo>
                      <a:pt x="7495" y="18494"/>
                    </a:lnTo>
                    <a:lnTo>
                      <a:pt x="7668" y="18750"/>
                    </a:lnTo>
                    <a:lnTo>
                      <a:pt x="7974" y="18977"/>
                    </a:lnTo>
                    <a:lnTo>
                      <a:pt x="7974" y="19119"/>
                    </a:lnTo>
                    <a:lnTo>
                      <a:pt x="8112" y="19318"/>
                    </a:lnTo>
                    <a:lnTo>
                      <a:pt x="8508" y="19432"/>
                    </a:lnTo>
                    <a:lnTo>
                      <a:pt x="8681" y="19602"/>
                    </a:lnTo>
                    <a:lnTo>
                      <a:pt x="8917" y="19716"/>
                    </a:lnTo>
                    <a:lnTo>
                      <a:pt x="9049" y="19858"/>
                    </a:lnTo>
                    <a:lnTo>
                      <a:pt x="9209" y="19886"/>
                    </a:lnTo>
                    <a:lnTo>
                      <a:pt x="9445" y="19972"/>
                    </a:lnTo>
                    <a:lnTo>
                      <a:pt x="9521" y="19972"/>
                    </a:lnTo>
                    <a:lnTo>
                      <a:pt x="9840" y="19972"/>
                    </a:lnTo>
                    <a:lnTo>
                      <a:pt x="10229" y="19886"/>
                    </a:lnTo>
                    <a:lnTo>
                      <a:pt x="10548" y="19858"/>
                    </a:lnTo>
                    <a:lnTo>
                      <a:pt x="10638" y="19716"/>
                    </a:lnTo>
                    <a:lnTo>
                      <a:pt x="10861" y="19517"/>
                    </a:lnTo>
                    <a:lnTo>
                      <a:pt x="11166" y="19318"/>
                    </a:lnTo>
                    <a:lnTo>
                      <a:pt x="11339" y="19119"/>
                    </a:lnTo>
                    <a:lnTo>
                      <a:pt x="11485" y="18892"/>
                    </a:lnTo>
                    <a:lnTo>
                      <a:pt x="11964" y="18580"/>
                    </a:lnTo>
                    <a:lnTo>
                      <a:pt x="12019" y="18210"/>
                    </a:lnTo>
                    <a:lnTo>
                      <a:pt x="12103" y="17869"/>
                    </a:lnTo>
                    <a:lnTo>
                      <a:pt x="12582" y="17472"/>
                    </a:lnTo>
                    <a:lnTo>
                      <a:pt x="12672" y="17131"/>
                    </a:lnTo>
                    <a:lnTo>
                      <a:pt x="13033" y="16761"/>
                    </a:lnTo>
                    <a:lnTo>
                      <a:pt x="13428" y="16278"/>
                    </a:lnTo>
                    <a:lnTo>
                      <a:pt x="13518" y="15824"/>
                    </a:lnTo>
                    <a:lnTo>
                      <a:pt x="13747" y="15369"/>
                    </a:lnTo>
                    <a:lnTo>
                      <a:pt x="13907" y="14886"/>
                    </a:lnTo>
                    <a:lnTo>
                      <a:pt x="14219" y="14318"/>
                    </a:lnTo>
                    <a:lnTo>
                      <a:pt x="14539" y="13807"/>
                    </a:lnTo>
                    <a:lnTo>
                      <a:pt x="14684" y="13267"/>
                    </a:lnTo>
                    <a:lnTo>
                      <a:pt x="14927" y="12813"/>
                    </a:lnTo>
                    <a:lnTo>
                      <a:pt x="15239" y="12216"/>
                    </a:lnTo>
                    <a:lnTo>
                      <a:pt x="15468" y="11705"/>
                    </a:lnTo>
                    <a:lnTo>
                      <a:pt x="15642" y="11080"/>
                    </a:lnTo>
                    <a:lnTo>
                      <a:pt x="16093" y="10597"/>
                    </a:lnTo>
                    <a:lnTo>
                      <a:pt x="16176" y="10000"/>
                    </a:lnTo>
                    <a:lnTo>
                      <a:pt x="16489" y="9403"/>
                    </a:lnTo>
                    <a:lnTo>
                      <a:pt x="16641" y="8920"/>
                    </a:lnTo>
                    <a:lnTo>
                      <a:pt x="16940" y="8381"/>
                    </a:lnTo>
                    <a:lnTo>
                      <a:pt x="17099" y="7784"/>
                    </a:lnTo>
                    <a:lnTo>
                      <a:pt x="17189" y="7216"/>
                    </a:lnTo>
                    <a:lnTo>
                      <a:pt x="17425" y="6818"/>
                    </a:lnTo>
                    <a:lnTo>
                      <a:pt x="17641" y="6250"/>
                    </a:lnTo>
                    <a:lnTo>
                      <a:pt x="17897" y="5710"/>
                    </a:lnTo>
                    <a:lnTo>
                      <a:pt x="18272" y="5227"/>
                    </a:lnTo>
                    <a:lnTo>
                      <a:pt x="18272" y="4744"/>
                    </a:lnTo>
                    <a:lnTo>
                      <a:pt x="18522" y="4290"/>
                    </a:lnTo>
                    <a:lnTo>
                      <a:pt x="18980" y="3864"/>
                    </a:lnTo>
                    <a:lnTo>
                      <a:pt x="19146" y="3381"/>
                    </a:lnTo>
                    <a:lnTo>
                      <a:pt x="19223" y="2983"/>
                    </a:lnTo>
                    <a:lnTo>
                      <a:pt x="19285" y="2614"/>
                    </a:lnTo>
                    <a:lnTo>
                      <a:pt x="19459" y="2244"/>
                    </a:lnTo>
                    <a:lnTo>
                      <a:pt x="19584" y="1932"/>
                    </a:lnTo>
                    <a:lnTo>
                      <a:pt x="19681" y="1619"/>
                    </a:lnTo>
                    <a:lnTo>
                      <a:pt x="19771" y="1307"/>
                    </a:lnTo>
                    <a:lnTo>
                      <a:pt x="19910" y="1023"/>
                    </a:lnTo>
                    <a:lnTo>
                      <a:pt x="19993" y="881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22">
                <a:extLst>
                  <a:ext uri="{FF2B5EF4-FFF2-40B4-BE49-F238E27FC236}">
                    <a16:creationId xmlns:a16="http://schemas.microsoft.com/office/drawing/2014/main" id="{1FD94790-3F31-4F41-89AD-A7BCC58DC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5250" y="3617913"/>
                <a:ext cx="217488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23">
                <a:extLst>
                  <a:ext uri="{FF2B5EF4-FFF2-40B4-BE49-F238E27FC236}">
                    <a16:creationId xmlns:a16="http://schemas.microsoft.com/office/drawing/2014/main" id="{99D957DF-AA92-48E5-8D35-A1D547FDA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1150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24">
                <a:extLst>
                  <a:ext uri="{FF2B5EF4-FFF2-40B4-BE49-F238E27FC236}">
                    <a16:creationId xmlns:a16="http://schemas.microsoft.com/office/drawing/2014/main" id="{8BE296F5-7D0A-45A4-ACFD-5B4119C1A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575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25">
                <a:extLst>
                  <a:ext uri="{FF2B5EF4-FFF2-40B4-BE49-F238E27FC236}">
                    <a16:creationId xmlns:a16="http://schemas.microsoft.com/office/drawing/2014/main" id="{142E3B7A-B20F-4E82-9099-611903D23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8825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2" name="Freeform 26">
                <a:extLst>
                  <a:ext uri="{FF2B5EF4-FFF2-40B4-BE49-F238E27FC236}">
                    <a16:creationId xmlns:a16="http://schemas.microsoft.com/office/drawing/2014/main" id="{EAEFBA02-A73C-4F98-A939-1E7267A29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7900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27">
                <a:extLst>
                  <a:ext uri="{FF2B5EF4-FFF2-40B4-BE49-F238E27FC236}">
                    <a16:creationId xmlns:a16="http://schemas.microsoft.com/office/drawing/2014/main" id="{936FF79D-4D82-431F-98C3-99744F049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2213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28">
                <a:extLst>
                  <a:ext uri="{FF2B5EF4-FFF2-40B4-BE49-F238E27FC236}">
                    <a16:creationId xmlns:a16="http://schemas.microsoft.com/office/drawing/2014/main" id="{1D05E90F-10B7-4031-8D8D-85BC94C6F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338" y="3649663"/>
                <a:ext cx="215900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29">
                <a:extLst>
                  <a:ext uri="{FF2B5EF4-FFF2-40B4-BE49-F238E27FC236}">
                    <a16:creationId xmlns:a16="http://schemas.microsoft.com/office/drawing/2014/main" id="{EB6B03C5-EDD6-45C3-BF30-86153E4F3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4650" y="3941763"/>
                <a:ext cx="228600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30">
                <a:extLst>
                  <a:ext uri="{FF2B5EF4-FFF2-40B4-BE49-F238E27FC236}">
                    <a16:creationId xmlns:a16="http://schemas.microsoft.com/office/drawing/2014/main" id="{D4C9E249-CBCB-4EB5-840D-8B61F4CE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4400" y="3808413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31">
                <a:extLst>
                  <a:ext uri="{FF2B5EF4-FFF2-40B4-BE49-F238E27FC236}">
                    <a16:creationId xmlns:a16="http://schemas.microsoft.com/office/drawing/2014/main" id="{6DDEB964-47B1-413A-876A-92CFEE381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713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32">
                <a:extLst>
                  <a:ext uri="{FF2B5EF4-FFF2-40B4-BE49-F238E27FC236}">
                    <a16:creationId xmlns:a16="http://schemas.microsoft.com/office/drawing/2014/main" id="{1C94CF0B-82F3-4C4D-BD3C-CA50FF5ED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277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33">
                <a:extLst>
                  <a:ext uri="{FF2B5EF4-FFF2-40B4-BE49-F238E27FC236}">
                    <a16:creationId xmlns:a16="http://schemas.microsoft.com/office/drawing/2014/main" id="{735B71BB-60DE-4263-A8AE-4DE397D72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34">
                <a:extLst>
                  <a:ext uri="{FF2B5EF4-FFF2-40B4-BE49-F238E27FC236}">
                    <a16:creationId xmlns:a16="http://schemas.microsoft.com/office/drawing/2014/main" id="{06542D2F-7923-425E-86E9-0D4148F82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3588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Arc 35">
                <a:extLst>
                  <a:ext uri="{FF2B5EF4-FFF2-40B4-BE49-F238E27FC236}">
                    <a16:creationId xmlns:a16="http://schemas.microsoft.com/office/drawing/2014/main" id="{19F58FFE-8C78-4551-A27D-CD48895BC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2200" y="3719513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Arc 36">
                <a:extLst>
                  <a:ext uri="{FF2B5EF4-FFF2-40B4-BE49-F238E27FC236}">
                    <a16:creationId xmlns:a16="http://schemas.microsoft.com/office/drawing/2014/main" id="{E63161FF-36E7-458C-8471-604EE11E20C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92200" y="3927475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sp>
            <p:nvSpPr>
              <p:cNvPr id="243" name="Freeform 37">
                <a:extLst>
                  <a:ext uri="{FF2B5EF4-FFF2-40B4-BE49-F238E27FC236}">
                    <a16:creationId xmlns:a16="http://schemas.microsoft.com/office/drawing/2014/main" id="{5BB2E39E-0B1B-4D4B-B295-88A283693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350" y="3967163"/>
                <a:ext cx="157163" cy="1730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38">
                <a:extLst>
                  <a:ext uri="{FF2B5EF4-FFF2-40B4-BE49-F238E27FC236}">
                    <a16:creationId xmlns:a16="http://schemas.microsoft.com/office/drawing/2014/main" id="{185213EE-0574-4317-963F-35D065D3A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39">
                <a:extLst>
                  <a:ext uri="{FF2B5EF4-FFF2-40B4-BE49-F238E27FC236}">
                    <a16:creationId xmlns:a16="http://schemas.microsoft.com/office/drawing/2014/main" id="{4E7292A2-E1AE-4978-B516-74F94E841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Line 42">
                <a:extLst>
                  <a:ext uri="{FF2B5EF4-FFF2-40B4-BE49-F238E27FC236}">
                    <a16:creationId xmlns:a16="http://schemas.microsoft.com/office/drawing/2014/main" id="{17EAE5F2-8483-4945-A4B9-BC634DB6A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363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" name="Line 43">
                <a:extLst>
                  <a:ext uri="{FF2B5EF4-FFF2-40B4-BE49-F238E27FC236}">
                    <a16:creationId xmlns:a16="http://schemas.microsoft.com/office/drawing/2014/main" id="{7960DBDB-9913-4B9C-8591-2CF7640EA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8500" y="3441700"/>
                <a:ext cx="0" cy="9144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8" name="Line 44">
                <a:extLst>
                  <a:ext uri="{FF2B5EF4-FFF2-40B4-BE49-F238E27FC236}">
                    <a16:creationId xmlns:a16="http://schemas.microsoft.com/office/drawing/2014/main" id="{578B5B86-081F-41AB-8460-C69762234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35838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52" name="Text Box 136">
            <a:extLst>
              <a:ext uri="{FF2B5EF4-FFF2-40B4-BE49-F238E27FC236}">
                <a16:creationId xmlns:a16="http://schemas.microsoft.com/office/drawing/2014/main" id="{A56EDC33-3578-43DE-9BDF-4FBF3DD51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659" y="5859869"/>
            <a:ext cx="30305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拍频</a:t>
            </a:r>
          </a:p>
        </p:txBody>
      </p: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4B7843CF-854D-4101-9FDD-4D4F6451E8EE}"/>
              </a:ext>
            </a:extLst>
          </p:cNvPr>
          <p:cNvGrpSpPr>
            <a:grpSpLocks/>
          </p:cNvGrpSpPr>
          <p:nvPr/>
        </p:nvGrpSpPr>
        <p:grpSpPr bwMode="auto">
          <a:xfrm>
            <a:off x="3323432" y="4696611"/>
            <a:ext cx="4627562" cy="688975"/>
            <a:chOff x="3430257" y="4395528"/>
            <a:chExt cx="4627893" cy="689656"/>
          </a:xfrm>
        </p:grpSpPr>
        <p:sp>
          <p:nvSpPr>
            <p:cNvPr id="255" name="AutoShape 58">
              <a:extLst>
                <a:ext uri="{FF2B5EF4-FFF2-40B4-BE49-F238E27FC236}">
                  <a16:creationId xmlns:a16="http://schemas.microsoft.com/office/drawing/2014/main" id="{D956C213-8B3F-4AE6-9E51-362010EE5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257" y="4457699"/>
              <a:ext cx="4627893" cy="612773"/>
            </a:xfrm>
            <a:prstGeom prst="wedgeRectCallout">
              <a:avLst>
                <a:gd name="adj1" fmla="val -36148"/>
                <a:gd name="adj2" fmla="val -96412"/>
              </a:avLst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ea typeface="楷体_GB2312" pitchFamily="49" charset="-122"/>
                </a:rPr>
                <a:t>合振幅</a:t>
              </a:r>
            </a:p>
          </p:txBody>
        </p:sp>
        <p:graphicFrame>
          <p:nvGraphicFramePr>
            <p:cNvPr id="256" name="Object 4">
              <a:extLst>
                <a:ext uri="{FF2B5EF4-FFF2-40B4-BE49-F238E27FC236}">
                  <a16:creationId xmlns:a16="http://schemas.microsoft.com/office/drawing/2014/main" id="{751CC3F9-0419-44EC-8C26-0A94776497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9667951"/>
                </p:ext>
              </p:extLst>
            </p:nvPr>
          </p:nvGraphicFramePr>
          <p:xfrm>
            <a:off x="4547987" y="4395528"/>
            <a:ext cx="3264373" cy="68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2" name="Equation" r:id="rId19" imgW="3606800" imgH="762000" progId="Equation.DSMT4">
                    <p:embed/>
                  </p:oleObj>
                </mc:Choice>
                <mc:Fallback>
                  <p:oleObj name="Equation" r:id="rId19" imgW="3606800" imgH="762000" progId="Equation.DSMT4">
                    <p:embed/>
                    <p:pic>
                      <p:nvPicPr>
                        <p:cNvPr id="1128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987" y="4395528"/>
                          <a:ext cx="3264373" cy="689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57" name="图片 256">
            <a:extLst>
              <a:ext uri="{FF2B5EF4-FFF2-40B4-BE49-F238E27FC236}">
                <a16:creationId xmlns:a16="http://schemas.microsoft.com/office/drawing/2014/main" id="{DBC1BE94-D40D-47F3-8E44-8EA615D610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31979" y="5672675"/>
            <a:ext cx="4885534" cy="99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7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9" grpId="0"/>
      <p:bldP spid="28695" grpId="0"/>
      <p:bldP spid="147" grpId="0" animBg="1"/>
      <p:bldP spid="148" grpId="0" animBg="1"/>
      <p:bldP spid="25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07DCD2AC-772E-4C6C-8519-0D8BA4D93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17" y="152636"/>
            <a:ext cx="885104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例</a:t>
            </a:r>
            <a:r>
              <a:rPr lang="en-US" altLang="zh-CN" sz="2800" b="1" dirty="0"/>
              <a:t>1.</a:t>
            </a:r>
            <a:r>
              <a:rPr lang="zh-CN" altLang="en-US" sz="2800" b="1" dirty="0"/>
              <a:t>有两个同方向、同频率的简谐振动，它们的表达式为</a:t>
            </a:r>
          </a:p>
        </p:txBody>
      </p:sp>
      <p:graphicFrame>
        <p:nvGraphicFramePr>
          <p:cNvPr id="3" name="Object 22">
            <a:extLst>
              <a:ext uri="{FF2B5EF4-FFF2-40B4-BE49-F238E27FC236}">
                <a16:creationId xmlns:a16="http://schemas.microsoft.com/office/drawing/2014/main" id="{FBAB62DA-4F93-4F86-AF75-1490ED2B4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825415"/>
              </p:ext>
            </p:extLst>
          </p:nvPr>
        </p:nvGraphicFramePr>
        <p:xfrm>
          <a:off x="1007604" y="614116"/>
          <a:ext cx="62404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Equation" r:id="rId3" imgW="6616440" imgH="672840" progId="Equation.DSMT4">
                  <p:embed/>
                </p:oleObj>
              </mc:Choice>
              <mc:Fallback>
                <p:oleObj name="Equation" r:id="rId3" imgW="6616440" imgH="672840" progId="Equation.DSMT4">
                  <p:embed/>
                  <p:pic>
                    <p:nvPicPr>
                      <p:cNvPr id="7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604" y="614116"/>
                        <a:ext cx="624046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2FD24E56-0D17-452F-AE6D-2039EDB31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51" y="1151974"/>
            <a:ext cx="8851049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(1)</a:t>
            </a:r>
            <a:r>
              <a:rPr lang="zh-CN" altLang="en-US" sz="2800" b="1" dirty="0"/>
              <a:t>求合振动的振幅和初相位；</a:t>
            </a:r>
            <a:endParaRPr lang="en-US" altLang="zh-CN" sz="2800" b="1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C035ECE-ADD5-434D-A595-0AA46A07B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937" y="2063157"/>
            <a:ext cx="2272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解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ym typeface="Wingdings" panose="05000000000000000000" pitchFamily="2" charset="2"/>
              </a:rPr>
              <a:t>(1)</a:t>
            </a:r>
            <a:r>
              <a:rPr lang="zh-CN" altLang="en-US" sz="2800" b="1" dirty="0">
                <a:sym typeface="Wingdings" panose="05000000000000000000" pitchFamily="2" charset="2"/>
              </a:rPr>
              <a:t>合振幅</a:t>
            </a:r>
            <a:endParaRPr lang="zh-CN" altLang="en-US" sz="2800" b="1" dirty="0"/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CE4B702-7A9E-4259-AF37-55BB0FE85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87655"/>
              </p:ext>
            </p:extLst>
          </p:nvPr>
        </p:nvGraphicFramePr>
        <p:xfrm>
          <a:off x="2555598" y="2092665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Equation" r:id="rId5" imgW="4838700" imgH="533400" progId="Equation.DSMT4">
                  <p:embed/>
                </p:oleObj>
              </mc:Choice>
              <mc:Fallback>
                <p:oleObj name="Equation" r:id="rId5" imgW="4838700" imgH="533400" progId="Equation.DSMT4">
                  <p:embed/>
                  <p:pic>
                    <p:nvPicPr>
                      <p:cNvPr id="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598" y="2092665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0E1C53F6-FEC2-4ACB-952F-4DE6DF4F1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09" y="2644556"/>
            <a:ext cx="66607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将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 = 0.05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= 0.06</a:t>
            </a:r>
            <a:r>
              <a:rPr lang="zh-CN" altLang="en-US" sz="2800" b="1" dirty="0"/>
              <a:t>，</a:t>
            </a:r>
            <a:r>
              <a:rPr lang="el-GR" altLang="zh-CN" sz="2800" b="1" i="1" dirty="0"/>
              <a:t>φ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– </a:t>
            </a:r>
            <a:r>
              <a:rPr lang="el-GR" altLang="zh-CN" sz="2800" b="1" i="1" dirty="0"/>
              <a:t>φ</a:t>
            </a:r>
            <a:r>
              <a:rPr lang="en-US" altLang="zh-CN" sz="2800" b="1" baseline="-25000" dirty="0"/>
              <a:t>1 </a:t>
            </a:r>
            <a:r>
              <a:rPr lang="en-US" altLang="zh-CN" sz="2800" b="1" dirty="0"/>
              <a:t>=-</a:t>
            </a:r>
            <a:r>
              <a:rPr lang="el-GR" altLang="zh-CN" sz="2800" b="1" dirty="0"/>
              <a:t>π</a:t>
            </a:r>
            <a:r>
              <a:rPr lang="en-US" altLang="zh-CN" sz="2800" b="1" dirty="0"/>
              <a:t>/2</a:t>
            </a:r>
            <a:r>
              <a:rPr lang="zh-CN" altLang="en-US" sz="2800" b="1" dirty="0"/>
              <a:t>代入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F5D440-2412-486F-9D0E-0F7F248B6E18}"/>
              </a:ext>
            </a:extLst>
          </p:cNvPr>
          <p:cNvSpPr txBox="1"/>
          <p:nvPr/>
        </p:nvSpPr>
        <p:spPr>
          <a:xfrm>
            <a:off x="2080409" y="3339619"/>
            <a:ext cx="1985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得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</a:rPr>
              <a:t>=0.078</a:t>
            </a:r>
            <a:endParaRPr lang="zh-CN" altLang="en-US" dirty="0"/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8BCC0BF6-2112-4F7E-9968-71F26A03C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28" y="4163643"/>
            <a:ext cx="2272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ym typeface="Wingdings" panose="05000000000000000000" pitchFamily="2" charset="2"/>
              </a:rPr>
              <a:t>初相位</a:t>
            </a:r>
            <a:endParaRPr lang="zh-CN" altLang="en-US" sz="2800" b="1" dirty="0"/>
          </a:p>
        </p:txBody>
      </p:sp>
      <p:graphicFrame>
        <p:nvGraphicFramePr>
          <p:cNvPr id="24" name="Object 8">
            <a:extLst>
              <a:ext uri="{FF2B5EF4-FFF2-40B4-BE49-F238E27FC236}">
                <a16:creationId xmlns:a16="http://schemas.microsoft.com/office/drawing/2014/main" id="{BA957924-5F49-4BBF-BE1C-9D052EE82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191533"/>
              </p:ext>
            </p:extLst>
          </p:nvPr>
        </p:nvGraphicFramePr>
        <p:xfrm>
          <a:off x="2555598" y="4031399"/>
          <a:ext cx="40322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Equation" r:id="rId7" imgW="4343400" imgH="850680" progId="Equation.DSMT4">
                  <p:embed/>
                </p:oleObj>
              </mc:Choice>
              <mc:Fallback>
                <p:oleObj name="Equation" r:id="rId7" imgW="4343400" imgH="850680" progId="Equation.DSMT4">
                  <p:embed/>
                  <p:pic>
                    <p:nvPicPr>
                      <p:cNvPr id="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598" y="4031399"/>
                        <a:ext cx="40322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519767A5-A819-4722-AD8B-6814B0858E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701590"/>
              </p:ext>
            </p:extLst>
          </p:nvPr>
        </p:nvGraphicFramePr>
        <p:xfrm>
          <a:off x="2660994" y="5006517"/>
          <a:ext cx="1981247" cy="398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1" name="Equation" r:id="rId9" imgW="1930320" imgH="380880" progId="Equation.DSMT4">
                  <p:embed/>
                </p:oleObj>
              </mc:Choice>
              <mc:Fallback>
                <p:oleObj name="Equation" r:id="rId9" imgW="1930320" imgH="380880" progId="Equation.DSMT4">
                  <p:embed/>
                  <p:pic>
                    <p:nvPicPr>
                      <p:cNvPr id="24" name="Object 8">
                        <a:extLst>
                          <a:ext uri="{FF2B5EF4-FFF2-40B4-BE49-F238E27FC236}">
                            <a16:creationId xmlns:a16="http://schemas.microsoft.com/office/drawing/2014/main" id="{BA957924-5F49-4BBF-BE1C-9D052EE82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994" y="5006517"/>
                        <a:ext cx="1981247" cy="398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364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9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>
            <a:extLst>
              <a:ext uri="{FF2B5EF4-FFF2-40B4-BE49-F238E27FC236}">
                <a16:creationId xmlns:a16="http://schemas.microsoft.com/office/drawing/2014/main" id="{CC035ECE-ADD5-434D-A595-0AA46A07B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162" y="3310906"/>
            <a:ext cx="2272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解</a:t>
            </a:r>
            <a:r>
              <a:rPr lang="en-US" altLang="zh-CN" sz="2800" b="1" dirty="0"/>
              <a:t>:</a:t>
            </a:r>
            <a:endParaRPr lang="zh-CN" altLang="en-US" sz="2800" b="1" dirty="0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8DB47926-E438-4C42-BDAD-7E462EDA3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9" y="3311679"/>
            <a:ext cx="22566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ym typeface="Wingdings" panose="05000000000000000000" pitchFamily="2" charset="2"/>
              </a:rPr>
              <a:t>(2)</a:t>
            </a:r>
            <a:endParaRPr lang="zh-CN" altLang="en-US" sz="2800" b="1" dirty="0"/>
          </a:p>
        </p:txBody>
      </p:sp>
      <p:graphicFrame>
        <p:nvGraphicFramePr>
          <p:cNvPr id="12" name="Object 22">
            <a:extLst>
              <a:ext uri="{FF2B5EF4-FFF2-40B4-BE49-F238E27FC236}">
                <a16:creationId xmlns:a16="http://schemas.microsoft.com/office/drawing/2014/main" id="{15FA6F0E-C175-48B2-9AE5-95662F753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3190"/>
              </p:ext>
            </p:extLst>
          </p:nvPr>
        </p:nvGraphicFramePr>
        <p:xfrm>
          <a:off x="1448456" y="3248980"/>
          <a:ext cx="62404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9" name="Equation" r:id="rId3" imgW="6616440" imgH="672840" progId="Equation.DSMT4">
                  <p:embed/>
                </p:oleObj>
              </mc:Choice>
              <mc:Fallback>
                <p:oleObj name="Equation" r:id="rId3" imgW="6616440" imgH="672840" progId="Equation.DSMT4">
                  <p:embed/>
                  <p:pic>
                    <p:nvPicPr>
                      <p:cNvPr id="12" name="Object 22">
                        <a:extLst>
                          <a:ext uri="{FF2B5EF4-FFF2-40B4-BE49-F238E27FC236}">
                            <a16:creationId xmlns:a16="http://schemas.microsoft.com/office/drawing/2014/main" id="{15FA6F0E-C175-48B2-9AE5-95662F753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456" y="3248980"/>
                        <a:ext cx="62404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B1F990EC-504C-4ECF-BD12-56D49B183005}"/>
              </a:ext>
            </a:extLst>
          </p:cNvPr>
          <p:cNvSpPr txBox="1"/>
          <p:nvPr/>
        </p:nvSpPr>
        <p:spPr>
          <a:xfrm>
            <a:off x="1388410" y="3913892"/>
            <a:ext cx="448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与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同相</a:t>
            </a:r>
            <a:r>
              <a:rPr lang="zh-CN" altLang="en-US" sz="2800" b="1" dirty="0"/>
              <a:t>时合振幅最大，</a:t>
            </a:r>
            <a:endParaRPr lang="zh-CN" altLang="en-US" dirty="0"/>
          </a:p>
        </p:txBody>
      </p:sp>
      <p:graphicFrame>
        <p:nvGraphicFramePr>
          <p:cNvPr id="15" name="Object 22">
            <a:extLst>
              <a:ext uri="{FF2B5EF4-FFF2-40B4-BE49-F238E27FC236}">
                <a16:creationId xmlns:a16="http://schemas.microsoft.com/office/drawing/2014/main" id="{39042409-061E-46D0-ACC1-F6DF84981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588980"/>
              </p:ext>
            </p:extLst>
          </p:nvPr>
        </p:nvGraphicFramePr>
        <p:xfrm>
          <a:off x="1420572" y="4471901"/>
          <a:ext cx="250348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Equation" r:id="rId5" imgW="2654280" imgH="672840" progId="Equation.DSMT4">
                  <p:embed/>
                </p:oleObj>
              </mc:Choice>
              <mc:Fallback>
                <p:oleObj name="Equation" r:id="rId5" imgW="2654280" imgH="672840" progId="Equation.DSMT4">
                  <p:embed/>
                  <p:pic>
                    <p:nvPicPr>
                      <p:cNvPr id="15" name="Object 22">
                        <a:extLst>
                          <a:ext uri="{FF2B5EF4-FFF2-40B4-BE49-F238E27FC236}">
                            <a16:creationId xmlns:a16="http://schemas.microsoft.com/office/drawing/2014/main" id="{39042409-061E-46D0-ACC1-F6DF84981F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572" y="4471901"/>
                        <a:ext cx="250348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8A0B66B-F398-45C0-AA35-150221D8EDB3}"/>
              </a:ext>
            </a:extLst>
          </p:cNvPr>
          <p:cNvSpPr txBox="1"/>
          <p:nvPr/>
        </p:nvSpPr>
        <p:spPr>
          <a:xfrm>
            <a:off x="1369044" y="5210036"/>
            <a:ext cx="448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与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反相</a:t>
            </a:r>
            <a:r>
              <a:rPr lang="zh-CN" altLang="en-US" sz="2800" b="1" dirty="0"/>
              <a:t>时合振幅最小，</a:t>
            </a:r>
            <a:endParaRPr lang="zh-CN" altLang="en-US" dirty="0"/>
          </a:p>
        </p:txBody>
      </p:sp>
      <p:graphicFrame>
        <p:nvGraphicFramePr>
          <p:cNvPr id="17" name="Object 22">
            <a:extLst>
              <a:ext uri="{FF2B5EF4-FFF2-40B4-BE49-F238E27FC236}">
                <a16:creationId xmlns:a16="http://schemas.microsoft.com/office/drawing/2014/main" id="{0A40B81A-F33D-4FF1-861E-5A37A241A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587055"/>
              </p:ext>
            </p:extLst>
          </p:nvPr>
        </p:nvGraphicFramePr>
        <p:xfrm>
          <a:off x="1388410" y="5768045"/>
          <a:ext cx="313848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Equation" r:id="rId7" imgW="3327120" imgH="672840" progId="Equation.DSMT4">
                  <p:embed/>
                </p:oleObj>
              </mc:Choice>
              <mc:Fallback>
                <p:oleObj name="Equation" r:id="rId7" imgW="3327120" imgH="672840" progId="Equation.DSMT4">
                  <p:embed/>
                  <p:pic>
                    <p:nvPicPr>
                      <p:cNvPr id="17" name="Object 22">
                        <a:extLst>
                          <a:ext uri="{FF2B5EF4-FFF2-40B4-BE49-F238E27FC236}">
                            <a16:creationId xmlns:a16="http://schemas.microsoft.com/office/drawing/2014/main" id="{0A40B81A-F33D-4FF1-861E-5A37A241A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410" y="5768045"/>
                        <a:ext cx="313848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>
            <a:extLst>
              <a:ext uri="{FF2B5EF4-FFF2-40B4-BE49-F238E27FC236}">
                <a16:creationId xmlns:a16="http://schemas.microsoft.com/office/drawing/2014/main" id="{BB258C9F-DB7B-45C1-BF14-F9C7571AB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96593"/>
              </p:ext>
            </p:extLst>
          </p:nvPr>
        </p:nvGraphicFramePr>
        <p:xfrm>
          <a:off x="4207124" y="4447171"/>
          <a:ext cx="25765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Equation" r:id="rId9" imgW="2730240" imgH="672840" progId="Equation.DSMT4">
                  <p:embed/>
                </p:oleObj>
              </mc:Choice>
              <mc:Fallback>
                <p:oleObj name="Equation" r:id="rId9" imgW="2730240" imgH="672840" progId="Equation.DSMT4">
                  <p:embed/>
                  <p:pic>
                    <p:nvPicPr>
                      <p:cNvPr id="21" name="Object 22">
                        <a:extLst>
                          <a:ext uri="{FF2B5EF4-FFF2-40B4-BE49-F238E27FC236}">
                            <a16:creationId xmlns:a16="http://schemas.microsoft.com/office/drawing/2014/main" id="{BB258C9F-DB7B-45C1-BF14-F9C7571AB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124" y="4447171"/>
                        <a:ext cx="257651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52F2ECFC-770C-4FB0-83EA-B4C433B26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130426"/>
              </p:ext>
            </p:extLst>
          </p:nvPr>
        </p:nvGraphicFramePr>
        <p:xfrm>
          <a:off x="4799013" y="5745820"/>
          <a:ext cx="25765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3" name="Equation" r:id="rId11" imgW="2730240" imgH="672840" progId="Equation.DSMT4">
                  <p:embed/>
                </p:oleObj>
              </mc:Choice>
              <mc:Fallback>
                <p:oleObj name="Equation" r:id="rId11" imgW="2730240" imgH="672840" progId="Equation.DSMT4">
                  <p:embed/>
                  <p:pic>
                    <p:nvPicPr>
                      <p:cNvPr id="22" name="Object 22">
                        <a:extLst>
                          <a:ext uri="{FF2B5EF4-FFF2-40B4-BE49-F238E27FC236}">
                            <a16:creationId xmlns:a16="http://schemas.microsoft.com/office/drawing/2014/main" id="{52F2ECFC-770C-4FB0-83EA-B4C433B265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5745820"/>
                        <a:ext cx="257651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C230374E-F5CC-4B20-894D-242AF2F10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17" y="152636"/>
            <a:ext cx="885104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1.</a:t>
            </a:r>
            <a:r>
              <a:rPr lang="zh-CN" altLang="en-US" sz="2800" b="1" dirty="0"/>
              <a:t>有两个同方向、同频率的简谐振动，它们的表达式为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B258E1C-ACF4-47B3-B254-612DC9559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166394"/>
              </p:ext>
            </p:extLst>
          </p:nvPr>
        </p:nvGraphicFramePr>
        <p:xfrm>
          <a:off x="1007604" y="614116"/>
          <a:ext cx="62404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4" name="Equation" r:id="rId13" imgW="6616440" imgH="672840" progId="Equation.DSMT4">
                  <p:embed/>
                </p:oleObj>
              </mc:Choice>
              <mc:Fallback>
                <p:oleObj name="Equation" r:id="rId13" imgW="6616440" imgH="672840" progId="Equation.DSMT4">
                  <p:embed/>
                  <p:pic>
                    <p:nvPicPr>
                      <p:cNvPr id="3" name="Object 22">
                        <a:extLst>
                          <a:ext uri="{FF2B5EF4-FFF2-40B4-BE49-F238E27FC236}">
                            <a16:creationId xmlns:a16="http://schemas.microsoft.com/office/drawing/2014/main" id="{FBAB62DA-4F93-4F86-AF75-1490ED2B4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604" y="614116"/>
                        <a:ext cx="624046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7">
            <a:extLst>
              <a:ext uri="{FF2B5EF4-FFF2-40B4-BE49-F238E27FC236}">
                <a16:creationId xmlns:a16="http://schemas.microsoft.com/office/drawing/2014/main" id="{07541015-BF14-4854-959B-A2CEE5033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62" y="1174989"/>
            <a:ext cx="8851049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(2)</a:t>
            </a:r>
            <a:r>
              <a:rPr lang="zh-CN" altLang="en-US" sz="2800" b="1" dirty="0"/>
              <a:t>若有简谐振动</a:t>
            </a:r>
          </a:p>
        </p:txBody>
      </p:sp>
      <p:graphicFrame>
        <p:nvGraphicFramePr>
          <p:cNvPr id="25" name="Object 22">
            <a:extLst>
              <a:ext uri="{FF2B5EF4-FFF2-40B4-BE49-F238E27FC236}">
                <a16:creationId xmlns:a16="http://schemas.microsoft.com/office/drawing/2014/main" id="{CFBCB0F5-8C35-4E16-93A9-07AB1E0E1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647242"/>
              </p:ext>
            </p:extLst>
          </p:nvPr>
        </p:nvGraphicFramePr>
        <p:xfrm>
          <a:off x="2957654" y="1334253"/>
          <a:ext cx="30305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5" name="Equation" r:id="rId15" imgW="3213000" imgH="431640" progId="Equation.DSMT4">
                  <p:embed/>
                </p:oleObj>
              </mc:Choice>
              <mc:Fallback>
                <p:oleObj name="Equation" r:id="rId15" imgW="3213000" imgH="431640" progId="Equation.DSMT4">
                  <p:embed/>
                  <p:pic>
                    <p:nvPicPr>
                      <p:cNvPr id="6" name="Object 22">
                        <a:extLst>
                          <a:ext uri="{FF2B5EF4-FFF2-40B4-BE49-F238E27FC236}">
                            <a16:creationId xmlns:a16="http://schemas.microsoft.com/office/drawing/2014/main" id="{C95D5CCE-8CBD-4AD4-976D-F4A702A3E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654" y="1334253"/>
                        <a:ext cx="30305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>
            <a:extLst>
              <a:ext uri="{FF2B5EF4-FFF2-40B4-BE49-F238E27FC236}">
                <a16:creationId xmlns:a16="http://schemas.microsoft.com/office/drawing/2014/main" id="{424B6644-7CFC-45FF-86C6-CCBCA9F89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56" y="1765783"/>
            <a:ext cx="8851049" cy="130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当</a:t>
            </a:r>
            <a:r>
              <a:rPr lang="el-GR" altLang="zh-CN" sz="2800" b="1" i="1" dirty="0"/>
              <a:t>φ</a:t>
            </a:r>
            <a:r>
              <a:rPr lang="en-US" altLang="zh-CN" sz="2800" b="1" baseline="-25000" dirty="0"/>
              <a:t>3</a:t>
            </a:r>
            <a:r>
              <a:rPr lang="zh-CN" altLang="en-US" sz="2800" b="1" dirty="0"/>
              <a:t>为何值时，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3</a:t>
            </a:r>
            <a:r>
              <a:rPr lang="zh-CN" altLang="en-US" sz="2800" b="1" dirty="0"/>
              <a:t>的振幅最大？</a:t>
            </a:r>
            <a:r>
              <a:rPr lang="el-GR" altLang="zh-CN" sz="2800" b="1" i="1" dirty="0"/>
              <a:t> φ</a:t>
            </a:r>
            <a:r>
              <a:rPr lang="en-US" altLang="zh-CN" sz="2800" b="1" baseline="-25000" dirty="0"/>
              <a:t>3</a:t>
            </a:r>
            <a:r>
              <a:rPr lang="zh-CN" altLang="en-US" sz="2800" b="1" dirty="0"/>
              <a:t>又为何值时，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3</a:t>
            </a:r>
            <a:r>
              <a:rPr lang="zh-CN" altLang="en-US" sz="2800" b="1" dirty="0"/>
              <a:t>的振幅最小？</a:t>
            </a:r>
          </a:p>
        </p:txBody>
      </p:sp>
    </p:spTree>
    <p:extLst>
      <p:ext uri="{BB962C8B-B14F-4D97-AF65-F5344CB8AC3E}">
        <p14:creationId xmlns:p14="http://schemas.microsoft.com/office/powerpoint/2010/main" val="67753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39C161-7C6B-4C76-82F5-F5B96A396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8" y="3786312"/>
            <a:ext cx="7488832" cy="29609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408FAF6-4CB4-44A6-95D6-0CD1AAB3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48" y="224644"/>
            <a:ext cx="5857273" cy="35616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D754EDD-22D4-467F-B88C-D4443A3C52ED}"/>
              </a:ext>
            </a:extLst>
          </p:cNvPr>
          <p:cNvSpPr txBox="1"/>
          <p:nvPr/>
        </p:nvSpPr>
        <p:spPr>
          <a:xfrm>
            <a:off x="57555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2.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FD77E-2387-4E20-BE0F-3B767520E26B}"/>
              </a:ext>
            </a:extLst>
          </p:cNvPr>
          <p:cNvSpPr txBox="1"/>
          <p:nvPr/>
        </p:nvSpPr>
        <p:spPr>
          <a:xfrm>
            <a:off x="755576" y="37863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3.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DD474E-EA07-4F6F-8975-379ADDC0004F}"/>
              </a:ext>
            </a:extLst>
          </p:cNvPr>
          <p:cNvSpPr txBox="1"/>
          <p:nvPr/>
        </p:nvSpPr>
        <p:spPr>
          <a:xfrm>
            <a:off x="5086965" y="2132856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C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F59326-052A-4B3F-ACF6-E7ECDD60369E}"/>
              </a:ext>
            </a:extLst>
          </p:cNvPr>
          <p:cNvSpPr txBox="1"/>
          <p:nvPr/>
        </p:nvSpPr>
        <p:spPr>
          <a:xfrm>
            <a:off x="4565049" y="4682017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46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Text Box 2"/>
          <p:cNvSpPr txBox="1">
            <a:spLocks noChangeArrowheads="1"/>
          </p:cNvSpPr>
          <p:nvPr/>
        </p:nvSpPr>
        <p:spPr bwMode="auto">
          <a:xfrm>
            <a:off x="142874" y="209550"/>
            <a:ext cx="9002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4.3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振动方向相互垂直、</a:t>
            </a:r>
            <a:r>
              <a:rPr kumimoji="0" lang="zh-CN" altLang="en-US" sz="2800" b="1" dirty="0"/>
              <a:t>频率相等的两个谐振动的合成</a:t>
            </a:r>
          </a:p>
        </p:txBody>
      </p:sp>
      <p:sp>
        <p:nvSpPr>
          <p:cNvPr id="404483" name="Text Box 3"/>
          <p:cNvSpPr txBox="1">
            <a:spLocks noChangeArrowheads="1"/>
          </p:cNvSpPr>
          <p:nvPr/>
        </p:nvSpPr>
        <p:spPr bwMode="auto">
          <a:xfrm>
            <a:off x="1258888" y="1016000"/>
            <a:ext cx="4019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设两分振动为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827088" y="1665288"/>
            <a:ext cx="240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消去</a:t>
            </a:r>
            <a:r>
              <a:rPr kumimoji="0" lang="en-US" altLang="zh-CN" sz="2800" b="1" i="1"/>
              <a:t>t</a:t>
            </a:r>
            <a:endParaRPr kumimoji="0" lang="en-US" altLang="zh-CN" sz="2800" b="1"/>
          </a:p>
        </p:txBody>
      </p:sp>
      <p:graphicFrame>
        <p:nvGraphicFramePr>
          <p:cNvPr id="404485" name="Object 5"/>
          <p:cNvGraphicFramePr>
            <a:graphicFrameLocks noChangeAspect="1"/>
          </p:cNvGraphicFramePr>
          <p:nvPr/>
        </p:nvGraphicFramePr>
        <p:xfrm>
          <a:off x="1344613" y="2097088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6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2097088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6" name="Text Box 6"/>
          <p:cNvSpPr txBox="1">
            <a:spLocks noChangeArrowheads="1"/>
          </p:cNvSpPr>
          <p:nvPr/>
        </p:nvSpPr>
        <p:spPr bwMode="auto">
          <a:xfrm>
            <a:off x="684213" y="3573463"/>
            <a:ext cx="449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讨论几种特殊情况：</a:t>
            </a:r>
          </a:p>
        </p:txBody>
      </p:sp>
      <p:sp>
        <p:nvSpPr>
          <p:cNvPr id="404487" name="Text Box 7"/>
          <p:cNvSpPr txBox="1">
            <a:spLocks noChangeArrowheads="1"/>
          </p:cNvSpPr>
          <p:nvPr/>
        </p:nvSpPr>
        <p:spPr bwMode="auto">
          <a:xfrm>
            <a:off x="576263" y="4111625"/>
            <a:ext cx="4465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1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=0</a:t>
            </a:r>
            <a:endParaRPr kumimoji="0" lang="en-US" altLang="zh-CN" sz="2800" b="1" i="1" dirty="0">
              <a:solidFill>
                <a:schemeClr val="accent6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4488" name="Object 8"/>
          <p:cNvGraphicFramePr>
            <a:graphicFrameLocks noChangeAspect="1"/>
          </p:cNvGraphicFramePr>
          <p:nvPr/>
        </p:nvGraphicFramePr>
        <p:xfrm>
          <a:off x="3995738" y="3968750"/>
          <a:ext cx="20986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7" name="Equation" r:id="rId5" imgW="2070100" imgH="838200" progId="Equation.DSMT4">
                  <p:embed/>
                </p:oleObj>
              </mc:Choice>
              <mc:Fallback>
                <p:oleObj name="Equation" r:id="rId5" imgW="2070100" imgH="838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968750"/>
                        <a:ext cx="209867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9" name="Object 9"/>
          <p:cNvGraphicFramePr>
            <a:graphicFrameLocks noChangeAspect="1"/>
          </p:cNvGraphicFramePr>
          <p:nvPr/>
        </p:nvGraphicFramePr>
        <p:xfrm>
          <a:off x="2087563" y="4719638"/>
          <a:ext cx="13557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8" name="Equation" r:id="rId7" imgW="1269449" imgH="850531" progId="Equation.DSMT4">
                  <p:embed/>
                </p:oleObj>
              </mc:Choice>
              <mc:Fallback>
                <p:oleObj name="Equation" r:id="rId7" imgW="1269449" imgH="85053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4719638"/>
                        <a:ext cx="13557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0" name="Rectangle 11"/>
          <p:cNvSpPr>
            <a:spLocks noChangeArrowheads="1"/>
          </p:cNvSpPr>
          <p:nvPr/>
        </p:nvSpPr>
        <p:spPr bwMode="auto">
          <a:xfrm>
            <a:off x="6434138" y="4616450"/>
            <a:ext cx="1600200" cy="10668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491" name="Line 12"/>
          <p:cNvSpPr>
            <a:spLocks noChangeShapeType="1"/>
          </p:cNvSpPr>
          <p:nvPr/>
        </p:nvSpPr>
        <p:spPr bwMode="auto">
          <a:xfrm flipH="1">
            <a:off x="6397625" y="4616450"/>
            <a:ext cx="1636713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2" name="Line 13"/>
          <p:cNvSpPr>
            <a:spLocks noChangeShapeType="1"/>
          </p:cNvSpPr>
          <p:nvPr/>
        </p:nvSpPr>
        <p:spPr bwMode="auto">
          <a:xfrm>
            <a:off x="6196013" y="5149850"/>
            <a:ext cx="2295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3" name="Line 14"/>
          <p:cNvSpPr>
            <a:spLocks noChangeShapeType="1"/>
          </p:cNvSpPr>
          <p:nvPr/>
        </p:nvSpPr>
        <p:spPr bwMode="auto">
          <a:xfrm flipV="1">
            <a:off x="7200900" y="4311650"/>
            <a:ext cx="0" cy="167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4" name="Text Box 15"/>
          <p:cNvSpPr txBox="1">
            <a:spLocks noChangeArrowheads="1"/>
          </p:cNvSpPr>
          <p:nvPr/>
        </p:nvSpPr>
        <p:spPr bwMode="auto">
          <a:xfrm>
            <a:off x="8205788" y="4692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x</a:t>
            </a:r>
          </a:p>
        </p:txBody>
      </p:sp>
      <p:sp>
        <p:nvSpPr>
          <p:cNvPr id="404495" name="Text Box 16"/>
          <p:cNvSpPr txBox="1">
            <a:spLocks noChangeArrowheads="1"/>
          </p:cNvSpPr>
          <p:nvPr/>
        </p:nvSpPr>
        <p:spPr bwMode="auto">
          <a:xfrm>
            <a:off x="7227888" y="3930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y</a:t>
            </a:r>
          </a:p>
        </p:txBody>
      </p:sp>
      <p:graphicFrame>
        <p:nvGraphicFramePr>
          <p:cNvPr id="404496" name="Object 16"/>
          <p:cNvGraphicFramePr>
            <a:graphicFrameLocks noChangeAspect="1"/>
          </p:cNvGraphicFramePr>
          <p:nvPr/>
        </p:nvGraphicFramePr>
        <p:xfrm>
          <a:off x="7959725" y="5126038"/>
          <a:ext cx="358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9" name="Equation" r:id="rId9" imgW="165028" imgH="228501" progId="Equation.DSMT4">
                  <p:embed/>
                </p:oleObj>
              </mc:Choice>
              <mc:Fallback>
                <p:oleObj name="Equation" r:id="rId9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725" y="5126038"/>
                        <a:ext cx="358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7" name="Object 17"/>
          <p:cNvGraphicFramePr>
            <a:graphicFrameLocks noChangeAspect="1"/>
          </p:cNvGraphicFramePr>
          <p:nvPr/>
        </p:nvGraphicFramePr>
        <p:xfrm>
          <a:off x="6732588" y="4213225"/>
          <a:ext cx="396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0" name="Equation" r:id="rId11" imgW="190500" imgH="228600" progId="Equation.DSMT4">
                  <p:embed/>
                </p:oleObj>
              </mc:Choice>
              <mc:Fallback>
                <p:oleObj name="Equation" r:id="rId11" imgW="1905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213225"/>
                        <a:ext cx="3968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8" name="AutoShape 41"/>
          <p:cNvSpPr>
            <a:spLocks noChangeArrowheads="1"/>
          </p:cNvSpPr>
          <p:nvPr/>
        </p:nvSpPr>
        <p:spPr bwMode="auto">
          <a:xfrm>
            <a:off x="6732588" y="1484313"/>
            <a:ext cx="1992312" cy="679450"/>
          </a:xfrm>
          <a:prstGeom prst="wedgeEllipseCallout">
            <a:avLst>
              <a:gd name="adj1" fmla="val -83468"/>
              <a:gd name="adj2" fmla="val 9556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404499" name="Object 19"/>
          <p:cNvGraphicFramePr>
            <a:graphicFrameLocks noChangeAspect="1"/>
          </p:cNvGraphicFramePr>
          <p:nvPr/>
        </p:nvGraphicFramePr>
        <p:xfrm>
          <a:off x="3930650" y="83661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1" name="Equation" r:id="rId13" imgW="1181100" imgH="228600" progId="Equation.DSMT4">
                  <p:embed/>
                </p:oleObj>
              </mc:Choice>
              <mc:Fallback>
                <p:oleObj name="Equation" r:id="rId13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83661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3932238" y="126841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" name="Equation" r:id="rId15" imgW="1193800" imgH="228600" progId="Equation.DSMT4">
                  <p:embed/>
                </p:oleObj>
              </mc:Choice>
              <mc:Fallback>
                <p:oleObj name="Equation" r:id="rId15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126841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01" name="Text Box 44"/>
          <p:cNvSpPr txBox="1">
            <a:spLocks noChangeArrowheads="1"/>
          </p:cNvSpPr>
          <p:nvPr/>
        </p:nvSpPr>
        <p:spPr bwMode="auto">
          <a:xfrm>
            <a:off x="6892925" y="1557338"/>
            <a:ext cx="189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椭圆方程</a:t>
            </a:r>
          </a:p>
        </p:txBody>
      </p:sp>
      <p:sp>
        <p:nvSpPr>
          <p:cNvPr id="404502" name="AutoShape 45"/>
          <p:cNvSpPr>
            <a:spLocks/>
          </p:cNvSpPr>
          <p:nvPr/>
        </p:nvSpPr>
        <p:spPr bwMode="auto">
          <a:xfrm>
            <a:off x="3716338" y="104457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503" name="Text Box 47"/>
          <p:cNvSpPr txBox="1">
            <a:spLocks noChangeArrowheads="1"/>
          </p:cNvSpPr>
          <p:nvPr/>
        </p:nvSpPr>
        <p:spPr bwMode="auto">
          <a:xfrm>
            <a:off x="1258888" y="2960688"/>
            <a:ext cx="758507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椭圆形状由</a:t>
            </a:r>
            <a:r>
              <a:rPr kumimoji="0" lang="zh-CN" altLang="en-US" sz="2800" b="1" i="1">
                <a:sym typeface="Symbol" panose="05050102010706020507" pitchFamily="18" charset="2"/>
              </a:rPr>
              <a:t> </a:t>
            </a:r>
            <a:r>
              <a:rPr kumimoji="0" lang="zh-CN" altLang="en-US" sz="2800" b="1"/>
              <a:t>决定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大小与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有关。             </a:t>
            </a:r>
          </a:p>
        </p:txBody>
      </p:sp>
      <p:sp>
        <p:nvSpPr>
          <p:cNvPr id="404504" name="Text Box 51"/>
          <p:cNvSpPr txBox="1">
            <a:spLocks noChangeArrowheads="1"/>
          </p:cNvSpPr>
          <p:nvPr/>
        </p:nvSpPr>
        <p:spPr bwMode="auto">
          <a:xfrm>
            <a:off x="3348038" y="4900613"/>
            <a:ext cx="271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一条直线</a:t>
            </a:r>
          </a:p>
        </p:txBody>
      </p:sp>
      <p:sp>
        <p:nvSpPr>
          <p:cNvPr id="404505" name="Text Box 52"/>
          <p:cNvSpPr txBox="1">
            <a:spLocks noChangeArrowheads="1"/>
          </p:cNvSpPr>
          <p:nvPr/>
        </p:nvSpPr>
        <p:spPr bwMode="auto">
          <a:xfrm>
            <a:off x="899518" y="5542618"/>
            <a:ext cx="63013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4506" name="Object 26"/>
          <p:cNvGraphicFramePr>
            <a:graphicFrameLocks noChangeAspect="1"/>
          </p:cNvGraphicFramePr>
          <p:nvPr/>
        </p:nvGraphicFramePr>
        <p:xfrm>
          <a:off x="2051050" y="6129338"/>
          <a:ext cx="19431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3" name="Equation" r:id="rId17" imgW="1943100" imgH="533400" progId="Equation.DSMT4">
                  <p:embed/>
                </p:oleObj>
              </mc:Choice>
              <mc:Fallback>
                <p:oleObj name="Equation" r:id="rId17" imgW="1943100" imgH="5334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129338"/>
                        <a:ext cx="19431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7" name="Object 27"/>
          <p:cNvGraphicFramePr>
            <a:graphicFrameLocks noChangeAspect="1"/>
          </p:cNvGraphicFramePr>
          <p:nvPr/>
        </p:nvGraphicFramePr>
        <p:xfrm>
          <a:off x="3922713" y="6129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" name="Equation" r:id="rId19" imgW="3441700" imgH="533400" progId="Equation.DSMT4">
                  <p:embed/>
                </p:oleObj>
              </mc:Choice>
              <mc:Fallback>
                <p:oleObj name="Equation" r:id="rId19" imgW="34417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6129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75"/>
                                        <p:tgtEl>
                                          <p:spTgt spid="4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1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951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40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4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75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4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4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0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75"/>
                                        <p:tgtEl>
                                          <p:spTgt spid="4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0" dur="500"/>
                                        <p:tgtEl>
                                          <p:spTgt spid="4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utoUpdateAnimBg="0"/>
      <p:bldP spid="404483" grpId="0" autoUpdateAnimBg="0"/>
      <p:bldP spid="404484" grpId="0" autoUpdateAnimBg="0"/>
      <p:bldP spid="404486" grpId="0" autoUpdateAnimBg="0"/>
      <p:bldP spid="404487" grpId="0" autoUpdateAnimBg="0"/>
      <p:bldP spid="404490" grpId="0" animBg="1" autoUpdateAnimBg="0"/>
      <p:bldP spid="404491" grpId="0" animBg="1"/>
      <p:bldP spid="404492" grpId="0" animBg="1"/>
      <p:bldP spid="404493" grpId="0" animBg="1"/>
      <p:bldP spid="404494" grpId="0" autoUpdateAnimBg="0"/>
      <p:bldP spid="404495" grpId="0" autoUpdateAnimBg="0"/>
      <p:bldP spid="404498" grpId="0" animBg="1" autoUpdateAnimBg="0"/>
      <p:bldP spid="404501" grpId="0" autoUpdateAnimBg="0"/>
      <p:bldP spid="404502" grpId="0" animBg="1" autoUpdateAnimBg="0"/>
      <p:bldP spid="404503" grpId="0" autoUpdateAnimBg="0"/>
      <p:bldP spid="404504" grpId="0" autoUpdateAnimBg="0"/>
      <p:bldP spid="40450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7"/>
          <p:cNvSpPr txBox="1">
            <a:spLocks noChangeArrowheads="1"/>
          </p:cNvSpPr>
          <p:nvPr/>
        </p:nvSpPr>
        <p:spPr bwMode="auto">
          <a:xfrm>
            <a:off x="468313" y="1376363"/>
            <a:ext cx="4357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3851275" y="1268413"/>
          <a:ext cx="2284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4" name="Equation" r:id="rId3" imgW="2070100" imgH="838200" progId="Equation.DSMT4">
                  <p:embed/>
                </p:oleObj>
              </mc:Choice>
              <mc:Fallback>
                <p:oleObj name="Equation" r:id="rId3" imgW="2070100" imgH="83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268413"/>
                        <a:ext cx="2284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1908175" y="2103438"/>
          <a:ext cx="15716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" name="Equation" r:id="rId5" imgW="1498600" imgH="850900" progId="Equation.DSMT4">
                  <p:embed/>
                </p:oleObj>
              </mc:Choice>
              <mc:Fallback>
                <p:oleObj name="Equation" r:id="rId5" imgW="14986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03438"/>
                        <a:ext cx="15716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Rectangle 16"/>
          <p:cNvSpPr>
            <a:spLocks noChangeArrowheads="1"/>
          </p:cNvSpPr>
          <p:nvPr/>
        </p:nvSpPr>
        <p:spPr bwMode="auto">
          <a:xfrm>
            <a:off x="6291263" y="2039938"/>
            <a:ext cx="1600200" cy="1066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10275" y="1354138"/>
            <a:ext cx="2414588" cy="1966912"/>
            <a:chOff x="0" y="0"/>
            <a:chExt cx="1521" cy="1239"/>
          </a:xfrm>
        </p:grpSpPr>
        <p:sp>
          <p:nvSpPr>
            <p:cNvPr id="16421" name="Line 18"/>
            <p:cNvSpPr>
              <a:spLocks noChangeShapeType="1"/>
            </p:cNvSpPr>
            <p:nvPr/>
          </p:nvSpPr>
          <p:spPr bwMode="auto">
            <a:xfrm>
              <a:off x="0" y="759"/>
              <a:ext cx="14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2" name="Line 19"/>
            <p:cNvSpPr>
              <a:spLocks noChangeShapeType="1"/>
            </p:cNvSpPr>
            <p:nvPr/>
          </p:nvSpPr>
          <p:spPr bwMode="auto">
            <a:xfrm flipV="1">
              <a:off x="662" y="183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3" name="Text Box 20"/>
            <p:cNvSpPr txBox="1">
              <a:spLocks noChangeArrowheads="1"/>
            </p:cNvSpPr>
            <p:nvPr/>
          </p:nvSpPr>
          <p:spPr bwMode="auto">
            <a:xfrm>
              <a:off x="1293" y="47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24" name="Text Box 21"/>
            <p:cNvSpPr txBox="1">
              <a:spLocks noChangeArrowheads="1"/>
            </p:cNvSpPr>
            <p:nvPr/>
          </p:nvSpPr>
          <p:spPr bwMode="auto">
            <a:xfrm>
              <a:off x="669" y="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16" name="Line 22"/>
          <p:cNvSpPr>
            <a:spLocks noChangeShapeType="1"/>
          </p:cNvSpPr>
          <p:nvPr/>
        </p:nvSpPr>
        <p:spPr bwMode="auto">
          <a:xfrm flipH="1" flipV="1">
            <a:off x="6291263" y="2039938"/>
            <a:ext cx="1600200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17" name="Object 13"/>
          <p:cNvGraphicFramePr>
            <a:graphicFrameLocks noChangeAspect="1"/>
          </p:cNvGraphicFramePr>
          <p:nvPr/>
        </p:nvGraphicFramePr>
        <p:xfrm>
          <a:off x="7886700" y="2549525"/>
          <a:ext cx="322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6" name="Equation" r:id="rId7" imgW="165028" imgH="228501" progId="Equation.DSMT4">
                  <p:embed/>
                </p:oleObj>
              </mc:Choice>
              <mc:Fallback>
                <p:oleObj name="Equation" r:id="rId7" imgW="165028" imgH="22850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0" y="2549525"/>
                        <a:ext cx="322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8" name="Object 14"/>
          <p:cNvGraphicFramePr>
            <a:graphicFrameLocks noChangeAspect="1"/>
          </p:cNvGraphicFramePr>
          <p:nvPr/>
        </p:nvGraphicFramePr>
        <p:xfrm>
          <a:off x="6623050" y="1592263"/>
          <a:ext cx="3984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" name="Equation" r:id="rId9" imgW="190500" imgH="228600" progId="Equation.DSMT4">
                  <p:embed/>
                </p:oleObj>
              </mc:Choice>
              <mc:Fallback>
                <p:oleObj name="Equation" r:id="rId9" imgW="190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1592263"/>
                        <a:ext cx="3984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6419" name="Object 16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8" name="Equation" r:id="rId11" imgW="6286500" imgH="927100" progId="Equation.DSMT4">
                    <p:embed/>
                  </p:oleObj>
                </mc:Choice>
                <mc:Fallback>
                  <p:oleObj name="Equation" r:id="rId11" imgW="6286500" imgH="927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0" name="Object 29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9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22" name="Text Box 32"/>
          <p:cNvSpPr txBox="1">
            <a:spLocks noChangeArrowheads="1"/>
          </p:cNvSpPr>
          <p:nvPr/>
        </p:nvSpPr>
        <p:spPr bwMode="auto">
          <a:xfrm>
            <a:off x="3527425" y="2225675"/>
            <a:ext cx="271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另一直线</a:t>
            </a:r>
          </a:p>
        </p:txBody>
      </p:sp>
      <p:sp>
        <p:nvSpPr>
          <p:cNvPr id="405523" name="Text Box 33"/>
          <p:cNvSpPr txBox="1">
            <a:spLocks noChangeArrowheads="1"/>
          </p:cNvSpPr>
          <p:nvPr/>
        </p:nvSpPr>
        <p:spPr bwMode="auto">
          <a:xfrm>
            <a:off x="663576" y="2880381"/>
            <a:ext cx="5411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5524" name="Object 20"/>
          <p:cNvGraphicFramePr>
            <a:graphicFrameLocks noChangeAspect="1"/>
          </p:cNvGraphicFramePr>
          <p:nvPr/>
        </p:nvGraphicFramePr>
        <p:xfrm>
          <a:off x="2016125" y="3443288"/>
          <a:ext cx="20177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0" name="Equation" r:id="rId15" imgW="2044700" imgH="533400" progId="Equation.DSMT4">
                  <p:embed/>
                </p:oleObj>
              </mc:Choice>
              <mc:Fallback>
                <p:oleObj name="Equation" r:id="rId15" imgW="2044700" imgH="533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443288"/>
                        <a:ext cx="20177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5" name="Object 21"/>
          <p:cNvGraphicFramePr>
            <a:graphicFrameLocks noChangeAspect="1"/>
          </p:cNvGraphicFramePr>
          <p:nvPr/>
        </p:nvGraphicFramePr>
        <p:xfrm>
          <a:off x="3976688" y="3462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1" name="Equation" r:id="rId17" imgW="3441700" imgH="533400" progId="Equation.DSMT4">
                  <p:embed/>
                </p:oleObj>
              </mc:Choice>
              <mc:Fallback>
                <p:oleObj name="Equation" r:id="rId17" imgW="3441700" imgH="533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3462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6" name="Text Box 37"/>
          <p:cNvSpPr txBox="1">
            <a:spLocks noChangeArrowheads="1"/>
          </p:cNvSpPr>
          <p:nvPr/>
        </p:nvSpPr>
        <p:spPr bwMode="auto">
          <a:xfrm>
            <a:off x="468313" y="4035425"/>
            <a:ext cx="420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3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405527" name="Text Box 42"/>
          <p:cNvSpPr txBox="1">
            <a:spLocks noChangeArrowheads="1"/>
          </p:cNvSpPr>
          <p:nvPr/>
        </p:nvSpPr>
        <p:spPr bwMode="auto">
          <a:xfrm>
            <a:off x="1797050" y="4787900"/>
            <a:ext cx="224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</a:rPr>
              <a:t>则有</a:t>
            </a:r>
          </a:p>
        </p:txBody>
      </p:sp>
      <p:graphicFrame>
        <p:nvGraphicFramePr>
          <p:cNvPr id="405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335016"/>
              </p:ext>
            </p:extLst>
          </p:nvPr>
        </p:nvGraphicFramePr>
        <p:xfrm>
          <a:off x="1220300" y="4572794"/>
          <a:ext cx="1955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2" name="Equation" r:id="rId19" imgW="1955800" imgH="927100" progId="Equation.DSMT4">
                  <p:embed/>
                </p:oleObj>
              </mc:Choice>
              <mc:Fallback>
                <p:oleObj name="Equation" r:id="rId19" imgW="1955800" imgH="927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300" y="4572794"/>
                        <a:ext cx="1955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9" name="Text Box 44"/>
          <p:cNvSpPr txBox="1">
            <a:spLocks noChangeArrowheads="1"/>
          </p:cNvSpPr>
          <p:nvPr/>
        </p:nvSpPr>
        <p:spPr bwMode="auto">
          <a:xfrm>
            <a:off x="3023828" y="4671137"/>
            <a:ext cx="31842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正椭圆</a:t>
            </a:r>
            <a:endParaRPr kumimoji="0"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长轴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zh-CN" altLang="en-US" sz="2800" b="1" dirty="0"/>
              <a:t>，短轴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endParaRPr kumimoji="0" lang="en-US" altLang="zh-CN" sz="2800" b="1" dirty="0"/>
          </a:p>
        </p:txBody>
      </p:sp>
      <p:sp>
        <p:nvSpPr>
          <p:cNvPr id="405530" name="Text Box 45"/>
          <p:cNvSpPr txBox="1">
            <a:spLocks noChangeArrowheads="1"/>
          </p:cNvSpPr>
          <p:nvPr/>
        </p:nvSpPr>
        <p:spPr bwMode="auto">
          <a:xfrm>
            <a:off x="1082592" y="5648326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chemeClr val="accent2"/>
                </a:solidFill>
              </a:rPr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=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2"/>
                </a:solidFill>
              </a:rPr>
              <a:t>, 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就是一个圆。</a:t>
            </a:r>
          </a:p>
        </p:txBody>
      </p:sp>
      <p:graphicFrame>
        <p:nvGraphicFramePr>
          <p:cNvPr id="405531" name="Object 27"/>
          <p:cNvGraphicFramePr>
            <a:graphicFrameLocks noChangeAspect="1"/>
          </p:cNvGraphicFramePr>
          <p:nvPr/>
        </p:nvGraphicFramePr>
        <p:xfrm>
          <a:off x="3348038" y="3968750"/>
          <a:ext cx="330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3" name="Equation" r:id="rId21" imgW="330057" imgH="672808" progId="Equation.DSMT4">
                  <p:embed/>
                </p:oleObj>
              </mc:Choice>
              <mc:Fallback>
                <p:oleObj name="Equation" r:id="rId21" imgW="330057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68750"/>
                        <a:ext cx="330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2" name="Rectangle 99"/>
          <p:cNvSpPr>
            <a:spLocks noChangeArrowheads="1"/>
          </p:cNvSpPr>
          <p:nvPr/>
        </p:nvSpPr>
        <p:spPr bwMode="auto">
          <a:xfrm>
            <a:off x="6181725" y="4322763"/>
            <a:ext cx="1981200" cy="1066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5940425" y="3789363"/>
            <a:ext cx="2681288" cy="1905000"/>
            <a:chOff x="0" y="0"/>
            <a:chExt cx="1293" cy="1200"/>
          </a:xfrm>
        </p:grpSpPr>
        <p:sp>
          <p:nvSpPr>
            <p:cNvPr id="16415" name="Line 101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6" name="Line 102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7" name="Text Box 103"/>
            <p:cNvSpPr txBox="1">
              <a:spLocks noChangeArrowheads="1"/>
            </p:cNvSpPr>
            <p:nvPr/>
          </p:nvSpPr>
          <p:spPr bwMode="auto">
            <a:xfrm>
              <a:off x="1118" y="624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18" name="Text Box 104"/>
            <p:cNvSpPr txBox="1">
              <a:spLocks noChangeArrowheads="1"/>
            </p:cNvSpPr>
            <p:nvPr/>
          </p:nvSpPr>
          <p:spPr bwMode="auto">
            <a:xfrm>
              <a:off x="602" y="0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38" name="Arc 105"/>
          <p:cNvSpPr>
            <a:spLocks/>
          </p:cNvSpPr>
          <p:nvPr/>
        </p:nvSpPr>
        <p:spPr bwMode="auto">
          <a:xfrm rot="16200000" flipV="1">
            <a:off x="6929438" y="3771900"/>
            <a:ext cx="412750" cy="17557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39" name="Arc 106"/>
          <p:cNvSpPr>
            <a:spLocks/>
          </p:cNvSpPr>
          <p:nvPr/>
        </p:nvSpPr>
        <p:spPr bwMode="auto">
          <a:xfrm rot="5400000">
            <a:off x="6909594" y="4128294"/>
            <a:ext cx="457200" cy="176053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40" name="Object 36"/>
          <p:cNvGraphicFramePr>
            <a:graphicFrameLocks noChangeAspect="1"/>
          </p:cNvGraphicFramePr>
          <p:nvPr/>
        </p:nvGraphicFramePr>
        <p:xfrm>
          <a:off x="7958138" y="482758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4" r:id="rId23" imgW="380835" imgH="444307" progId="Equation.3">
                  <p:embed/>
                </p:oleObj>
              </mc:Choice>
              <mc:Fallback>
                <p:oleObj r:id="rId23" imgW="380835" imgH="44430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138" y="482758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1" name="Object 37"/>
          <p:cNvGraphicFramePr>
            <a:graphicFrameLocks noChangeAspect="1"/>
          </p:cNvGraphicFramePr>
          <p:nvPr/>
        </p:nvGraphicFramePr>
        <p:xfrm>
          <a:off x="7164388" y="4149725"/>
          <a:ext cx="295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5" r:id="rId25" imgW="393529" imgH="444307" progId="Equation.3">
                  <p:embed/>
                </p:oleObj>
              </mc:Choice>
              <mc:Fallback>
                <p:oleObj r:id="rId25" imgW="393529" imgH="444307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149725"/>
                        <a:ext cx="2952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2" name="Object 38"/>
          <p:cNvGraphicFramePr>
            <a:graphicFrameLocks noChangeAspect="1"/>
          </p:cNvGraphicFramePr>
          <p:nvPr/>
        </p:nvGraphicFramePr>
        <p:xfrm>
          <a:off x="6881813" y="4856163"/>
          <a:ext cx="21431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26" r:id="rId27" imgW="215713" imgH="241091" progId="Equation.3">
                  <p:embed/>
                </p:oleObj>
              </mc:Choice>
              <mc:Fallback>
                <p:oleObj r:id="rId27" imgW="215713" imgH="24109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4856163"/>
                        <a:ext cx="21431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43" name="Text Box 117"/>
          <p:cNvSpPr txBox="1">
            <a:spLocks noChangeArrowheads="1"/>
          </p:cNvSpPr>
          <p:nvPr/>
        </p:nvSpPr>
        <p:spPr bwMode="auto">
          <a:xfrm>
            <a:off x="1151731" y="6240183"/>
            <a:ext cx="1991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振动方向？</a:t>
            </a:r>
          </a:p>
        </p:txBody>
      </p:sp>
      <p:sp>
        <p:nvSpPr>
          <p:cNvPr id="405544" name="Line 118"/>
          <p:cNvSpPr>
            <a:spLocks noChangeShapeType="1"/>
          </p:cNvSpPr>
          <p:nvPr/>
        </p:nvSpPr>
        <p:spPr bwMode="auto">
          <a:xfrm flipH="1">
            <a:off x="7585075" y="5070475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21</a:t>
            </a:r>
          </a:p>
        </p:txBody>
      </p:sp>
      <p:sp>
        <p:nvSpPr>
          <p:cNvPr id="5" name="矩形 4"/>
          <p:cNvSpPr/>
          <p:nvPr/>
        </p:nvSpPr>
        <p:spPr>
          <a:xfrm>
            <a:off x="2921000" y="6258580"/>
            <a:ext cx="5113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顺时针方向！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判断方法！！！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endParaRPr kumimoji="0"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75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75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75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10" grpId="0" animBg="1" autoUpdateAnimBg="0"/>
      <p:bldP spid="405516" grpId="0" animBg="1"/>
      <p:bldP spid="405522" grpId="0" autoUpdateAnimBg="0"/>
      <p:bldP spid="405523" grpId="0" autoUpdateAnimBg="0"/>
      <p:bldP spid="405526" grpId="0" autoUpdateAnimBg="0"/>
      <p:bldP spid="405527" grpId="0" autoUpdateAnimBg="0"/>
      <p:bldP spid="405529" grpId="0" autoUpdateAnimBg="0"/>
      <p:bldP spid="405530" grpId="0" autoUpdateAnimBg="0"/>
      <p:bldP spid="405532" grpId="0" animBg="1" autoUpdateAnimBg="0"/>
      <p:bldP spid="405538" grpId="0" animBg="1"/>
      <p:bldP spid="405539" grpId="0" animBg="1"/>
      <p:bldP spid="405543" grpId="0" autoUpdateAnimBg="0"/>
      <p:bldP spid="405544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7458" name="Object 3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1" name="Equation" r:id="rId3" imgW="6286500" imgH="927100" progId="Equation.DSMT4">
                    <p:embed/>
                  </p:oleObj>
                </mc:Choice>
                <mc:Fallback>
                  <p:oleObj name="Equation" r:id="rId3" imgW="6286500" imgH="9271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9" name="Object 8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2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33" name="Text Box 11"/>
          <p:cNvSpPr txBox="1">
            <a:spLocks noChangeArrowheads="1"/>
          </p:cNvSpPr>
          <p:nvPr/>
        </p:nvSpPr>
        <p:spPr bwMode="auto">
          <a:xfrm>
            <a:off x="503238" y="1423988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4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</a:p>
        </p:txBody>
      </p:sp>
      <p:graphicFrame>
        <p:nvGraphicFramePr>
          <p:cNvPr id="406534" name="Object 6"/>
          <p:cNvGraphicFramePr>
            <a:graphicFrameLocks noChangeAspect="1"/>
          </p:cNvGraphicFramePr>
          <p:nvPr/>
        </p:nvGraphicFramePr>
        <p:xfrm>
          <a:off x="2439988" y="1952625"/>
          <a:ext cx="20240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3" name="Equation" r:id="rId7" imgW="1955800" imgH="927100" progId="Equation.DSMT4">
                  <p:embed/>
                </p:oleObj>
              </mc:Choice>
              <mc:Fallback>
                <p:oleObj name="Equation" r:id="rId7" imgW="1955800" imgH="927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1952625"/>
                        <a:ext cx="20240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5" name="Text Box 17"/>
          <p:cNvSpPr txBox="1">
            <a:spLocks noChangeArrowheads="1"/>
          </p:cNvSpPr>
          <p:nvPr/>
        </p:nvSpPr>
        <p:spPr bwMode="auto">
          <a:xfrm>
            <a:off x="1692275" y="2098675"/>
            <a:ext cx="219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445125" y="1166813"/>
            <a:ext cx="2679700" cy="1905000"/>
            <a:chOff x="0" y="0"/>
            <a:chExt cx="1292" cy="1200"/>
          </a:xfrm>
        </p:grpSpPr>
        <p:sp>
          <p:nvSpPr>
            <p:cNvPr id="17454" name="Line 62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5" name="Line 63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6" name="Text Box 64"/>
            <p:cNvSpPr txBox="1">
              <a:spLocks noChangeArrowheads="1"/>
            </p:cNvSpPr>
            <p:nvPr/>
          </p:nvSpPr>
          <p:spPr bwMode="auto">
            <a:xfrm>
              <a:off x="1118" y="624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x</a:t>
              </a:r>
            </a:p>
          </p:txBody>
        </p:sp>
        <p:sp>
          <p:nvSpPr>
            <p:cNvPr id="17457" name="Text Box 65"/>
            <p:cNvSpPr txBox="1">
              <a:spLocks noChangeArrowheads="1"/>
            </p:cNvSpPr>
            <p:nvPr/>
          </p:nvSpPr>
          <p:spPr bwMode="auto">
            <a:xfrm>
              <a:off x="602" y="0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y</a:t>
              </a:r>
            </a:p>
          </p:txBody>
        </p:sp>
      </p:grpSp>
      <p:sp>
        <p:nvSpPr>
          <p:cNvPr id="406543" name="Arc 66"/>
          <p:cNvSpPr>
            <a:spLocks/>
          </p:cNvSpPr>
          <p:nvPr/>
        </p:nvSpPr>
        <p:spPr bwMode="auto">
          <a:xfrm rot="16200000" flipV="1">
            <a:off x="6434138" y="1765300"/>
            <a:ext cx="412750" cy="5238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6544" name="Arc 67"/>
          <p:cNvSpPr>
            <a:spLocks/>
          </p:cNvSpPr>
          <p:nvPr/>
        </p:nvSpPr>
        <p:spPr bwMode="auto">
          <a:xfrm rot="5400000">
            <a:off x="6414294" y="2124869"/>
            <a:ext cx="457200" cy="52228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" name="Group 17"/>
          <p:cNvGrpSpPr>
            <a:grpSpLocks noChangeAspect="1"/>
          </p:cNvGrpSpPr>
          <p:nvPr/>
        </p:nvGrpSpPr>
        <p:grpSpPr bwMode="auto">
          <a:xfrm>
            <a:off x="6335713" y="1484313"/>
            <a:ext cx="779462" cy="1054100"/>
            <a:chOff x="-32" y="-262"/>
            <a:chExt cx="491" cy="664"/>
          </a:xfrm>
        </p:grpSpPr>
        <p:graphicFrame>
          <p:nvGraphicFramePr>
            <p:cNvPr id="17451" name="Object 18"/>
            <p:cNvGraphicFramePr>
              <a:graphicFrameLocks noChangeAspect="1"/>
            </p:cNvGraphicFramePr>
            <p:nvPr/>
          </p:nvGraphicFramePr>
          <p:xfrm>
            <a:off x="279" y="192"/>
            <a:ext cx="18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4" r:id="rId9" imgW="380835" imgH="444307" progId="Equation.3">
                    <p:embed/>
                  </p:oleObj>
                </mc:Choice>
                <mc:Fallback>
                  <p:oleObj r:id="rId9" imgW="380835" imgH="44430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" y="192"/>
                          <a:ext cx="18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2" name="Object 19"/>
            <p:cNvGraphicFramePr>
              <a:graphicFrameLocks noChangeAspect="1"/>
            </p:cNvGraphicFramePr>
            <p:nvPr/>
          </p:nvGraphicFramePr>
          <p:xfrm>
            <a:off x="-32" y="-262"/>
            <a:ext cx="18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5" r:id="rId11" imgW="393529" imgH="444307" progId="Equation.3">
                    <p:embed/>
                  </p:oleObj>
                </mc:Choice>
                <mc:Fallback>
                  <p:oleObj r:id="rId11" imgW="393529" imgH="44430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2" y="-262"/>
                          <a:ext cx="18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3" name="Object 20"/>
            <p:cNvGraphicFramePr>
              <a:graphicFrameLocks noChangeAspect="1"/>
            </p:cNvGraphicFramePr>
            <p:nvPr/>
          </p:nvGraphicFramePr>
          <p:xfrm>
            <a:off x="0" y="21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6" r:id="rId13" imgW="215713" imgH="241091" progId="Equation.3">
                    <p:embed/>
                  </p:oleObj>
                </mc:Choice>
                <mc:Fallback>
                  <p:oleObj r:id="rId13" imgW="215713" imgH="241091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1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49" name="Line 72"/>
          <p:cNvSpPr>
            <a:spLocks noChangeShapeType="1"/>
          </p:cNvSpPr>
          <p:nvPr/>
        </p:nvSpPr>
        <p:spPr bwMode="auto">
          <a:xfrm flipH="1" flipV="1">
            <a:off x="6804025" y="1773238"/>
            <a:ext cx="304800" cy="228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6550" name="Object 22"/>
          <p:cNvGraphicFramePr>
            <a:graphicFrameLocks noChangeAspect="1"/>
          </p:cNvGraphicFramePr>
          <p:nvPr/>
        </p:nvGraphicFramePr>
        <p:xfrm>
          <a:off x="3476625" y="1376363"/>
          <a:ext cx="482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376363"/>
                        <a:ext cx="482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51" name="Text Box 78"/>
          <p:cNvSpPr txBox="1">
            <a:spLocks noChangeArrowheads="1"/>
          </p:cNvSpPr>
          <p:nvPr/>
        </p:nvSpPr>
        <p:spPr bwMode="auto">
          <a:xfrm>
            <a:off x="1419225" y="2852738"/>
            <a:ext cx="7556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轨迹为另一</a:t>
            </a:r>
            <a:r>
              <a:rPr kumimoji="0" lang="zh-CN" altLang="en-US" sz="2800" b="1">
                <a:solidFill>
                  <a:srgbClr val="FF0000"/>
                </a:solidFill>
              </a:rPr>
              <a:t>正椭圆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长短轴分别为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，</a:t>
            </a:r>
          </a:p>
        </p:txBody>
      </p:sp>
      <p:sp>
        <p:nvSpPr>
          <p:cNvPr id="406552" name="Text Box 79"/>
          <p:cNvSpPr txBox="1">
            <a:spLocks noChangeArrowheads="1"/>
          </p:cNvSpPr>
          <p:nvPr/>
        </p:nvSpPr>
        <p:spPr bwMode="auto">
          <a:xfrm>
            <a:off x="1397000" y="3335338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en-US" altLang="zh-CN" sz="2800" b="1" dirty="0"/>
              <a:t>=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r>
              <a:rPr kumimoji="0" lang="en-US" altLang="zh-CN" sz="2800" b="1" dirty="0"/>
              <a:t>, </a:t>
            </a:r>
            <a:r>
              <a:rPr kumimoji="0" lang="zh-CN" altLang="en-US" sz="2800" b="1" dirty="0"/>
              <a:t>就是一个圆。</a:t>
            </a:r>
          </a:p>
        </p:txBody>
      </p:sp>
      <p:sp>
        <p:nvSpPr>
          <p:cNvPr id="406553" name="Text Box 80"/>
          <p:cNvSpPr txBox="1">
            <a:spLocks noChangeArrowheads="1"/>
          </p:cNvSpPr>
          <p:nvPr/>
        </p:nvSpPr>
        <p:spPr bwMode="auto">
          <a:xfrm>
            <a:off x="5003800" y="3284538"/>
            <a:ext cx="3694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406554" name="Text Box 81"/>
          <p:cNvSpPr txBox="1">
            <a:spLocks noChangeArrowheads="1"/>
          </p:cNvSpPr>
          <p:nvPr/>
        </p:nvSpPr>
        <p:spPr bwMode="auto">
          <a:xfrm>
            <a:off x="503238" y="3897313"/>
            <a:ext cx="5240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5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406555" name="Text Box 82"/>
          <p:cNvSpPr txBox="1">
            <a:spLocks noChangeArrowheads="1"/>
          </p:cNvSpPr>
          <p:nvPr/>
        </p:nvSpPr>
        <p:spPr bwMode="auto">
          <a:xfrm>
            <a:off x="1860550" y="4422775"/>
            <a:ext cx="418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ym typeface="Symbol" panose="05050102010706020507" pitchFamily="18" charset="2"/>
              </a:rPr>
              <a:t></a:t>
            </a:r>
            <a:r>
              <a:rPr kumimoji="0" lang="zh-CN" altLang="en-US" sz="2800" b="1">
                <a:sym typeface="Symbol" panose="05050102010706020507" pitchFamily="18" charset="2"/>
              </a:rPr>
              <a:t>为其它任意值</a:t>
            </a:r>
          </a:p>
        </p:txBody>
      </p:sp>
      <p:sp>
        <p:nvSpPr>
          <p:cNvPr id="406556" name="Text Box 83"/>
          <p:cNvSpPr txBox="1">
            <a:spLocks noChangeArrowheads="1"/>
          </p:cNvSpPr>
          <p:nvPr/>
        </p:nvSpPr>
        <p:spPr bwMode="auto">
          <a:xfrm>
            <a:off x="1295400" y="4926013"/>
            <a:ext cx="5199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轨迹是任意一个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斜椭圆</a:t>
            </a:r>
          </a:p>
        </p:txBody>
      </p:sp>
      <p:sp>
        <p:nvSpPr>
          <p:cNvPr id="406557" name="Text Box 84"/>
          <p:cNvSpPr txBox="1">
            <a:spLocks noChangeArrowheads="1"/>
          </p:cNvSpPr>
          <p:nvPr/>
        </p:nvSpPr>
        <p:spPr bwMode="auto">
          <a:xfrm>
            <a:off x="1296988" y="5522913"/>
            <a:ext cx="346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en-US" altLang="zh-CN" sz="2800" b="1">
                <a:solidFill>
                  <a:srgbClr val="FF0000"/>
                </a:solidFill>
              </a:rPr>
              <a:t>0 &lt; 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  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6558" name="Text Box 87"/>
          <p:cNvSpPr txBox="1">
            <a:spLocks noChangeArrowheads="1"/>
          </p:cNvSpPr>
          <p:nvPr/>
        </p:nvSpPr>
        <p:spPr bwMode="auto">
          <a:xfrm>
            <a:off x="1296988" y="6062663"/>
            <a:ext cx="3203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 </a:t>
            </a:r>
            <a:r>
              <a:rPr kumimoji="0" lang="en-US" altLang="zh-CN" sz="2800" b="1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 2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6634163" y="4795838"/>
            <a:ext cx="2509837" cy="1981200"/>
            <a:chOff x="0" y="0"/>
            <a:chExt cx="1581" cy="1248"/>
          </a:xfrm>
        </p:grpSpPr>
        <p:sp>
          <p:nvSpPr>
            <p:cNvPr id="17443" name="Arc 90"/>
            <p:cNvSpPr>
              <a:spLocks/>
            </p:cNvSpPr>
            <p:nvPr/>
          </p:nvSpPr>
          <p:spPr bwMode="auto">
            <a:xfrm rot="6958941">
              <a:off x="610" y="665"/>
              <a:ext cx="260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4" name="Arc 91"/>
            <p:cNvSpPr>
              <a:spLocks/>
            </p:cNvSpPr>
            <p:nvPr/>
          </p:nvSpPr>
          <p:spPr bwMode="auto">
            <a:xfrm rot="17702588" flipV="1">
              <a:off x="689" y="457"/>
              <a:ext cx="288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5" name="Text Box 92"/>
            <p:cNvSpPr txBox="1">
              <a:spLocks noChangeArrowheads="1"/>
            </p:cNvSpPr>
            <p:nvPr/>
          </p:nvSpPr>
          <p:spPr bwMode="auto">
            <a:xfrm flipV="1">
              <a:off x="606" y="6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grpSp>
          <p:nvGrpSpPr>
            <p:cNvPr id="17446" name="Group 36"/>
            <p:cNvGrpSpPr>
              <a:grpSpLocks/>
            </p:cNvGrpSpPr>
            <p:nvPr/>
          </p:nvGrpSpPr>
          <p:grpSpPr bwMode="auto">
            <a:xfrm>
              <a:off x="0" y="0"/>
              <a:ext cx="1581" cy="1248"/>
              <a:chOff x="0" y="0"/>
              <a:chExt cx="1581" cy="1248"/>
            </a:xfrm>
          </p:grpSpPr>
          <p:sp>
            <p:nvSpPr>
              <p:cNvPr id="17447" name="Line 96"/>
              <p:cNvSpPr>
                <a:spLocks noChangeShapeType="1"/>
              </p:cNvSpPr>
              <p:nvPr/>
            </p:nvSpPr>
            <p:spPr bwMode="auto">
              <a:xfrm>
                <a:off x="0" y="720"/>
                <a:ext cx="15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8" name="Line 97"/>
              <p:cNvSpPr>
                <a:spLocks noChangeShapeType="1"/>
              </p:cNvSpPr>
              <p:nvPr/>
            </p:nvSpPr>
            <p:spPr bwMode="auto">
              <a:xfrm flipV="1">
                <a:off x="788" y="19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9" name="Text Box 98"/>
              <p:cNvSpPr txBox="1">
                <a:spLocks noChangeArrowheads="1"/>
              </p:cNvSpPr>
              <p:nvPr/>
            </p:nvSpPr>
            <p:spPr bwMode="auto">
              <a:xfrm>
                <a:off x="1353" y="67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x</a:t>
                </a:r>
              </a:p>
            </p:txBody>
          </p:sp>
          <p:sp>
            <p:nvSpPr>
              <p:cNvPr id="17450" name="Text Box 99"/>
              <p:cNvSpPr txBox="1">
                <a:spLocks noChangeArrowheads="1"/>
              </p:cNvSpPr>
              <p:nvPr/>
            </p:nvSpPr>
            <p:spPr bwMode="auto">
              <a:xfrm>
                <a:off x="786" y="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y</a:t>
                </a:r>
              </a:p>
            </p:txBody>
          </p:sp>
        </p:grpSp>
      </p:grpSp>
      <p:grpSp>
        <p:nvGrpSpPr>
          <p:cNvPr id="21525" name="组合 53"/>
          <p:cNvGrpSpPr>
            <a:grpSpLocks/>
          </p:cNvGrpSpPr>
          <p:nvPr/>
        </p:nvGrpSpPr>
        <p:grpSpPr bwMode="auto">
          <a:xfrm>
            <a:off x="4900613" y="3565525"/>
            <a:ext cx="2555875" cy="1981200"/>
            <a:chOff x="4827591" y="3602067"/>
            <a:chExt cx="2555874" cy="1981200"/>
          </a:xfrm>
        </p:grpSpPr>
        <p:grpSp>
          <p:nvGrpSpPr>
            <p:cNvPr id="17433" name="组合 52"/>
            <p:cNvGrpSpPr>
              <a:grpSpLocks/>
            </p:cNvGrpSpPr>
            <p:nvPr/>
          </p:nvGrpSpPr>
          <p:grpSpPr bwMode="auto">
            <a:xfrm>
              <a:off x="5689961" y="4378338"/>
              <a:ext cx="673239" cy="730250"/>
              <a:chOff x="5664528" y="4411663"/>
              <a:chExt cx="673239" cy="730250"/>
            </a:xfrm>
          </p:grpSpPr>
          <p:sp>
            <p:nvSpPr>
              <p:cNvPr id="17441" name="Arc 110"/>
              <p:cNvSpPr>
                <a:spLocks/>
              </p:cNvSpPr>
              <p:nvPr/>
            </p:nvSpPr>
            <p:spPr bwMode="auto">
              <a:xfrm rot="14700000" flipV="1">
                <a:off x="5728494" y="4347697"/>
                <a:ext cx="395287" cy="52322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2147483646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2" name="Arc 111"/>
              <p:cNvSpPr>
                <a:spLocks/>
              </p:cNvSpPr>
              <p:nvPr/>
            </p:nvSpPr>
            <p:spPr bwMode="auto">
              <a:xfrm rot="3840000">
                <a:off x="5857082" y="4661228"/>
                <a:ext cx="438150" cy="52322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2147483646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434" name="组合 51"/>
            <p:cNvGrpSpPr>
              <a:grpSpLocks/>
            </p:cNvGrpSpPr>
            <p:nvPr/>
          </p:nvGrpSpPr>
          <p:grpSpPr bwMode="auto">
            <a:xfrm>
              <a:off x="4827591" y="3602067"/>
              <a:ext cx="2555874" cy="1981200"/>
              <a:chOff x="4827591" y="3602067"/>
              <a:chExt cx="2555874" cy="1981200"/>
            </a:xfrm>
          </p:grpSpPr>
          <p:grpSp>
            <p:nvGrpSpPr>
              <p:cNvPr id="17435" name="Group 42"/>
              <p:cNvGrpSpPr>
                <a:grpSpLocks/>
              </p:cNvGrpSpPr>
              <p:nvPr/>
            </p:nvGrpSpPr>
            <p:grpSpPr bwMode="auto">
              <a:xfrm>
                <a:off x="4827591" y="3602067"/>
                <a:ext cx="2555874" cy="1981200"/>
                <a:chOff x="0" y="0"/>
                <a:chExt cx="1610" cy="1248"/>
              </a:xfrm>
            </p:grpSpPr>
            <p:sp>
              <p:nvSpPr>
                <p:cNvPr id="17437" name="Line 106"/>
                <p:cNvSpPr>
                  <a:spLocks noChangeShapeType="1"/>
                </p:cNvSpPr>
                <p:nvPr/>
              </p:nvSpPr>
              <p:spPr bwMode="auto">
                <a:xfrm>
                  <a:off x="0" y="720"/>
                  <a:ext cx="15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8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752" y="192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9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1382" y="672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x</a:t>
                  </a:r>
                </a:p>
              </p:txBody>
            </p:sp>
            <p:sp>
              <p:nvSpPr>
                <p:cNvPr id="1744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86" y="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y</a:t>
                  </a:r>
                </a:p>
              </p:txBody>
            </p:sp>
          </p:grpSp>
          <p:sp>
            <p:nvSpPr>
              <p:cNvPr id="17436" name="Text Box 112"/>
              <p:cNvSpPr txBox="1">
                <a:spLocks noChangeArrowheads="1"/>
              </p:cNvSpPr>
              <p:nvPr/>
            </p:nvSpPr>
            <p:spPr bwMode="auto">
              <a:xfrm>
                <a:off x="5738813" y="4567238"/>
                <a:ext cx="3619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o</a:t>
                </a:r>
              </a:p>
            </p:txBody>
          </p:sp>
        </p:grpSp>
      </p:grpSp>
      <p:sp>
        <p:nvSpPr>
          <p:cNvPr id="406578" name="Text Box 113"/>
          <p:cNvSpPr txBox="1">
            <a:spLocks noChangeArrowheads="1"/>
          </p:cNvSpPr>
          <p:nvPr/>
        </p:nvSpPr>
        <p:spPr bwMode="auto">
          <a:xfrm>
            <a:off x="3311525" y="548163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振动为顺时针方向！</a:t>
            </a:r>
          </a:p>
        </p:txBody>
      </p:sp>
      <p:sp>
        <p:nvSpPr>
          <p:cNvPr id="406579" name="Text Box 114"/>
          <p:cNvSpPr txBox="1">
            <a:spLocks noChangeArrowheads="1"/>
          </p:cNvSpPr>
          <p:nvPr/>
        </p:nvSpPr>
        <p:spPr bwMode="auto">
          <a:xfrm>
            <a:off x="3276600" y="602138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17432" name="Text Box 61"/>
          <p:cNvSpPr txBox="1">
            <a:spLocks noChangeArrowheads="1"/>
          </p:cNvSpPr>
          <p:nvPr/>
        </p:nvSpPr>
        <p:spPr bwMode="auto">
          <a:xfrm>
            <a:off x="8639175" y="64166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40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75"/>
                                        <p:tgtEl>
                                          <p:spTgt spid="40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75"/>
                                        <p:tgtEl>
                                          <p:spTgt spid="40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75"/>
                                        <p:tgtEl>
                                          <p:spTgt spid="4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75"/>
                                        <p:tgtEl>
                                          <p:spTgt spid="40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0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75"/>
                                        <p:tgtEl>
                                          <p:spTgt spid="4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5" dur="20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4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autoUpdateAnimBg="0"/>
      <p:bldP spid="406535" grpId="0" autoUpdateAnimBg="0"/>
      <p:bldP spid="406543" grpId="0" animBg="1"/>
      <p:bldP spid="406544" grpId="0" animBg="1"/>
      <p:bldP spid="406549" grpId="0" animBg="1"/>
      <p:bldP spid="406551" grpId="0" autoUpdateAnimBg="0"/>
      <p:bldP spid="406552" grpId="0" autoUpdateAnimBg="0"/>
      <p:bldP spid="406553" grpId="0" autoUpdateAnimBg="0"/>
      <p:bldP spid="406554" grpId="0" autoUpdateAnimBg="0"/>
      <p:bldP spid="406555" grpId="0" autoUpdateAnimBg="0"/>
      <p:bldP spid="406556" grpId="0" autoUpdateAnimBg="0"/>
      <p:bldP spid="406557" grpId="0" autoUpdateAnimBg="0"/>
      <p:bldP spid="406558" grpId="0" autoUpdateAnimBg="0"/>
      <p:bldP spid="406578" grpId="0" autoUpdateAnimBg="0"/>
      <p:bldP spid="40657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92163" y="620713"/>
            <a:ext cx="7696200" cy="519112"/>
            <a:chOff x="0" y="0"/>
            <a:chExt cx="4848" cy="327"/>
          </a:xfrm>
        </p:grpSpPr>
        <p:sp>
          <p:nvSpPr>
            <p:cNvPr id="18508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8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     </a:t>
              </a:r>
              <a:r>
                <a:rPr kumimoji="0" lang="zh-CN" altLang="en-US" sz="2800" b="1"/>
                <a:t>为任意值时，合振动的轨迹为一般椭圆</a:t>
              </a:r>
              <a:r>
                <a:rPr kumimoji="0" lang="zh-CN" altLang="en-US" sz="2400"/>
                <a:t>             </a:t>
              </a:r>
            </a:p>
          </p:txBody>
        </p:sp>
        <p:grpSp>
          <p:nvGrpSpPr>
            <p:cNvPr id="18509" name="Group 4"/>
            <p:cNvGrpSpPr>
              <a:grpSpLocks/>
            </p:cNvGrpSpPr>
            <p:nvPr/>
          </p:nvGrpSpPr>
          <p:grpSpPr bwMode="auto">
            <a:xfrm>
              <a:off x="33" y="21"/>
              <a:ext cx="255" cy="269"/>
              <a:chOff x="0" y="0"/>
              <a:chExt cx="255" cy="269"/>
            </a:xfrm>
          </p:grpSpPr>
          <p:sp>
            <p:nvSpPr>
              <p:cNvPr id="18510" name="Rectangle 5"/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3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j</a:t>
                </a:r>
              </a:p>
            </p:txBody>
          </p:sp>
          <p:sp>
            <p:nvSpPr>
              <p:cNvPr id="1851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3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D</a:t>
                </a:r>
              </a:p>
            </p:txBody>
          </p:sp>
        </p:grpSp>
      </p:grpSp>
      <p:sp>
        <p:nvSpPr>
          <p:cNvPr id="18435" name="Text Box 7"/>
          <p:cNvSpPr txBox="1">
            <a:spLocks noChangeArrowheads="1"/>
          </p:cNvSpPr>
          <p:nvPr/>
        </p:nvSpPr>
        <p:spPr bwMode="auto">
          <a:xfrm>
            <a:off x="8596313" y="6459538"/>
            <a:ext cx="58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23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744538" y="1320800"/>
            <a:ext cx="7777162" cy="4586288"/>
            <a:chOff x="0" y="0"/>
            <a:chExt cx="4899" cy="2889"/>
          </a:xfrm>
        </p:grpSpPr>
        <p:sp>
          <p:nvSpPr>
            <p:cNvPr id="18437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4854" cy="1056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38" name="Rectangle 9"/>
            <p:cNvSpPr>
              <a:spLocks noChangeArrowheads="1"/>
            </p:cNvSpPr>
            <p:nvPr/>
          </p:nvSpPr>
          <p:spPr bwMode="auto">
            <a:xfrm>
              <a:off x="93" y="1111"/>
              <a:ext cx="6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0</a:t>
              </a:r>
              <a:endParaRPr kumimoji="0" lang="en-US" altLang="zh-CN" sz="2400"/>
            </a:p>
          </p:txBody>
        </p:sp>
        <p:sp>
          <p:nvSpPr>
            <p:cNvPr id="18439" name="Rectangle 10"/>
            <p:cNvSpPr>
              <a:spLocks noChangeArrowheads="1"/>
            </p:cNvSpPr>
            <p:nvPr/>
          </p:nvSpPr>
          <p:spPr bwMode="auto">
            <a:xfrm>
              <a:off x="103" y="87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0" name="Line 11"/>
            <p:cNvSpPr>
              <a:spLocks noChangeShapeType="1"/>
            </p:cNvSpPr>
            <p:nvPr/>
          </p:nvSpPr>
          <p:spPr bwMode="auto">
            <a:xfrm>
              <a:off x="103" y="559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12"/>
            <p:cNvSpPr>
              <a:spLocks noChangeShapeType="1"/>
            </p:cNvSpPr>
            <p:nvPr/>
          </p:nvSpPr>
          <p:spPr bwMode="auto">
            <a:xfrm>
              <a:off x="510" y="99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13"/>
            <p:cNvSpPr>
              <a:spLocks noChangeShapeType="1"/>
            </p:cNvSpPr>
            <p:nvPr/>
          </p:nvSpPr>
          <p:spPr bwMode="auto">
            <a:xfrm flipV="1">
              <a:off x="103" y="99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Rectangle 14"/>
            <p:cNvSpPr>
              <a:spLocks noChangeArrowheads="1"/>
            </p:cNvSpPr>
            <p:nvPr/>
          </p:nvSpPr>
          <p:spPr bwMode="auto">
            <a:xfrm>
              <a:off x="2263" y="1111"/>
              <a:ext cx="48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44" name="Rectangle 15"/>
            <p:cNvSpPr>
              <a:spLocks noChangeArrowheads="1"/>
            </p:cNvSpPr>
            <p:nvPr/>
          </p:nvSpPr>
          <p:spPr bwMode="auto">
            <a:xfrm>
              <a:off x="2047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5" name="Line 16"/>
            <p:cNvSpPr>
              <a:spLocks noChangeShapeType="1"/>
            </p:cNvSpPr>
            <p:nvPr/>
          </p:nvSpPr>
          <p:spPr bwMode="auto">
            <a:xfrm>
              <a:off x="2047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7"/>
            <p:cNvSpPr>
              <a:spLocks noChangeShapeType="1"/>
            </p:cNvSpPr>
            <p:nvPr/>
          </p:nvSpPr>
          <p:spPr bwMode="auto">
            <a:xfrm>
              <a:off x="2454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Oval 18"/>
            <p:cNvSpPr>
              <a:spLocks noChangeArrowheads="1"/>
            </p:cNvSpPr>
            <p:nvPr/>
          </p:nvSpPr>
          <p:spPr bwMode="auto">
            <a:xfrm>
              <a:off x="2071" y="103"/>
              <a:ext cx="768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8" name="Line 19"/>
            <p:cNvSpPr>
              <a:spLocks noChangeShapeType="1"/>
            </p:cNvSpPr>
            <p:nvPr/>
          </p:nvSpPr>
          <p:spPr bwMode="auto">
            <a:xfrm flipH="1">
              <a:off x="2602" y="74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Rectangle 20"/>
            <p:cNvSpPr>
              <a:spLocks noChangeArrowheads="1"/>
            </p:cNvSpPr>
            <p:nvPr/>
          </p:nvSpPr>
          <p:spPr bwMode="auto">
            <a:xfrm>
              <a:off x="3223" y="1123"/>
              <a:ext cx="576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50" name="Rectangle 21"/>
            <p:cNvSpPr>
              <a:spLocks noChangeArrowheads="1"/>
            </p:cNvSpPr>
            <p:nvPr/>
          </p:nvSpPr>
          <p:spPr bwMode="auto">
            <a:xfrm>
              <a:off x="3007" y="99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1" name="Line 22"/>
            <p:cNvSpPr>
              <a:spLocks noChangeShapeType="1"/>
            </p:cNvSpPr>
            <p:nvPr/>
          </p:nvSpPr>
          <p:spPr bwMode="auto">
            <a:xfrm>
              <a:off x="3007" y="571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23"/>
            <p:cNvSpPr>
              <a:spLocks noChangeShapeType="1"/>
            </p:cNvSpPr>
            <p:nvPr/>
          </p:nvSpPr>
          <p:spPr bwMode="auto">
            <a:xfrm>
              <a:off x="3414" y="111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24"/>
            <p:cNvSpPr>
              <a:spLocks noChangeShapeType="1"/>
            </p:cNvSpPr>
            <p:nvPr/>
          </p:nvSpPr>
          <p:spPr bwMode="auto">
            <a:xfrm>
              <a:off x="3710" y="685"/>
              <a:ext cx="25" cy="18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Rectangle 25"/>
            <p:cNvSpPr>
              <a:spLocks noChangeArrowheads="1"/>
            </p:cNvSpPr>
            <p:nvPr/>
          </p:nvSpPr>
          <p:spPr bwMode="auto">
            <a:xfrm>
              <a:off x="1318" y="1111"/>
              <a:ext cx="51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1000"/>
            </a:p>
          </p:txBody>
        </p:sp>
        <p:sp>
          <p:nvSpPr>
            <p:cNvPr id="18455" name="Rectangle 26"/>
            <p:cNvSpPr>
              <a:spLocks noChangeArrowheads="1"/>
            </p:cNvSpPr>
            <p:nvPr/>
          </p:nvSpPr>
          <p:spPr bwMode="auto">
            <a:xfrm>
              <a:off x="1094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6" name="Line 27"/>
            <p:cNvSpPr>
              <a:spLocks noChangeShapeType="1"/>
            </p:cNvSpPr>
            <p:nvPr/>
          </p:nvSpPr>
          <p:spPr bwMode="auto">
            <a:xfrm>
              <a:off x="1094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28"/>
            <p:cNvSpPr>
              <a:spLocks noChangeShapeType="1"/>
            </p:cNvSpPr>
            <p:nvPr/>
          </p:nvSpPr>
          <p:spPr bwMode="auto">
            <a:xfrm>
              <a:off x="1501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29"/>
            <p:cNvSpPr>
              <a:spLocks noChangeShapeType="1"/>
            </p:cNvSpPr>
            <p:nvPr/>
          </p:nvSpPr>
          <p:spPr bwMode="auto">
            <a:xfrm flipH="1">
              <a:off x="1588" y="719"/>
              <a:ext cx="111" cy="12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Rectangle 30"/>
            <p:cNvSpPr>
              <a:spLocks noChangeArrowheads="1"/>
            </p:cNvSpPr>
            <p:nvPr/>
          </p:nvSpPr>
          <p:spPr bwMode="auto">
            <a:xfrm>
              <a:off x="7" y="1436"/>
              <a:ext cx="4847" cy="1104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0" name="Rectangle 31"/>
            <p:cNvSpPr>
              <a:spLocks noChangeArrowheads="1"/>
            </p:cNvSpPr>
            <p:nvPr/>
          </p:nvSpPr>
          <p:spPr bwMode="auto">
            <a:xfrm>
              <a:off x="1063" y="1517"/>
              <a:ext cx="801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1" name="Line 32"/>
            <p:cNvSpPr>
              <a:spLocks noChangeShapeType="1"/>
            </p:cNvSpPr>
            <p:nvPr/>
          </p:nvSpPr>
          <p:spPr bwMode="auto">
            <a:xfrm>
              <a:off x="1063" y="1989"/>
              <a:ext cx="80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33"/>
            <p:cNvSpPr>
              <a:spLocks noChangeShapeType="1"/>
            </p:cNvSpPr>
            <p:nvPr/>
          </p:nvSpPr>
          <p:spPr bwMode="auto">
            <a:xfrm>
              <a:off x="1470" y="152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Rectangle 34"/>
            <p:cNvSpPr>
              <a:spLocks noChangeArrowheads="1"/>
            </p:cNvSpPr>
            <p:nvPr/>
          </p:nvSpPr>
          <p:spPr bwMode="auto">
            <a:xfrm>
              <a:off x="1278" y="2566"/>
              <a:ext cx="5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5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64" name="Rectangle 35"/>
            <p:cNvSpPr>
              <a:spLocks noChangeArrowheads="1"/>
            </p:cNvSpPr>
            <p:nvPr/>
          </p:nvSpPr>
          <p:spPr bwMode="auto">
            <a:xfrm>
              <a:off x="2036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5" name="Line 36"/>
            <p:cNvSpPr>
              <a:spLocks noChangeShapeType="1"/>
            </p:cNvSpPr>
            <p:nvPr/>
          </p:nvSpPr>
          <p:spPr bwMode="auto">
            <a:xfrm>
              <a:off x="2036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37"/>
            <p:cNvSpPr>
              <a:spLocks noChangeShapeType="1"/>
            </p:cNvSpPr>
            <p:nvPr/>
          </p:nvSpPr>
          <p:spPr bwMode="auto">
            <a:xfrm>
              <a:off x="2443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Rectangle 38"/>
            <p:cNvSpPr>
              <a:spLocks noChangeArrowheads="1"/>
            </p:cNvSpPr>
            <p:nvPr/>
          </p:nvSpPr>
          <p:spPr bwMode="auto">
            <a:xfrm>
              <a:off x="2287" y="2588"/>
              <a:ext cx="50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68" name="Rectangle 39"/>
            <p:cNvSpPr>
              <a:spLocks noChangeArrowheads="1"/>
            </p:cNvSpPr>
            <p:nvPr/>
          </p:nvSpPr>
          <p:spPr bwMode="auto">
            <a:xfrm>
              <a:off x="3031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9" name="Line 40"/>
            <p:cNvSpPr>
              <a:spLocks noChangeShapeType="1"/>
            </p:cNvSpPr>
            <p:nvPr/>
          </p:nvSpPr>
          <p:spPr bwMode="auto">
            <a:xfrm>
              <a:off x="3031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1"/>
            <p:cNvSpPr>
              <a:spLocks noChangeShapeType="1"/>
            </p:cNvSpPr>
            <p:nvPr/>
          </p:nvSpPr>
          <p:spPr bwMode="auto">
            <a:xfrm>
              <a:off x="3438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Rectangle 42"/>
            <p:cNvSpPr>
              <a:spLocks noChangeArrowheads="1"/>
            </p:cNvSpPr>
            <p:nvPr/>
          </p:nvSpPr>
          <p:spPr bwMode="auto">
            <a:xfrm>
              <a:off x="3223" y="2588"/>
              <a:ext cx="5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7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72" name="Rectangle 43"/>
            <p:cNvSpPr>
              <a:spLocks noChangeArrowheads="1"/>
            </p:cNvSpPr>
            <p:nvPr/>
          </p:nvSpPr>
          <p:spPr bwMode="auto">
            <a:xfrm>
              <a:off x="199" y="2540"/>
              <a:ext cx="8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endParaRPr kumimoji="0" lang="en-US" altLang="zh-CN" sz="2400" i="1"/>
            </a:p>
          </p:txBody>
        </p:sp>
        <p:sp>
          <p:nvSpPr>
            <p:cNvPr id="18473" name="Rectangle 44"/>
            <p:cNvSpPr>
              <a:spLocks noChangeArrowheads="1"/>
            </p:cNvSpPr>
            <p:nvPr/>
          </p:nvSpPr>
          <p:spPr bwMode="auto">
            <a:xfrm>
              <a:off x="90" y="1502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4" name="Line 45"/>
            <p:cNvSpPr>
              <a:spLocks noChangeShapeType="1"/>
            </p:cNvSpPr>
            <p:nvPr/>
          </p:nvSpPr>
          <p:spPr bwMode="auto">
            <a:xfrm>
              <a:off x="90" y="1974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46"/>
            <p:cNvSpPr>
              <a:spLocks noChangeShapeType="1"/>
            </p:cNvSpPr>
            <p:nvPr/>
          </p:nvSpPr>
          <p:spPr bwMode="auto">
            <a:xfrm>
              <a:off x="497" y="1514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47"/>
            <p:cNvSpPr>
              <a:spLocks noChangeShapeType="1"/>
            </p:cNvSpPr>
            <p:nvPr/>
          </p:nvSpPr>
          <p:spPr bwMode="auto">
            <a:xfrm flipH="1" flipV="1">
              <a:off x="102" y="1502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Oval 48"/>
            <p:cNvSpPr>
              <a:spLocks noChangeArrowheads="1"/>
            </p:cNvSpPr>
            <p:nvPr/>
          </p:nvSpPr>
          <p:spPr bwMode="auto">
            <a:xfrm rot="-2129403">
              <a:off x="1151" y="1470"/>
              <a:ext cx="630" cy="1027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8" name="Oval 49"/>
            <p:cNvSpPr>
              <a:spLocks noChangeArrowheads="1"/>
            </p:cNvSpPr>
            <p:nvPr/>
          </p:nvSpPr>
          <p:spPr bwMode="auto">
            <a:xfrm rot="1931258">
              <a:off x="1205" y="32"/>
              <a:ext cx="626" cy="1051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9" name="Oval 50"/>
            <p:cNvSpPr>
              <a:spLocks noChangeArrowheads="1"/>
            </p:cNvSpPr>
            <p:nvPr/>
          </p:nvSpPr>
          <p:spPr bwMode="auto">
            <a:xfrm rot="-2129403">
              <a:off x="3082" y="66"/>
              <a:ext cx="672" cy="1016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0" name="Oval 51"/>
            <p:cNvSpPr>
              <a:spLocks noChangeArrowheads="1"/>
            </p:cNvSpPr>
            <p:nvPr/>
          </p:nvSpPr>
          <p:spPr bwMode="auto">
            <a:xfrm rot="1931258">
              <a:off x="3129" y="1461"/>
              <a:ext cx="624" cy="1045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1" name="Line 52"/>
            <p:cNvSpPr>
              <a:spLocks noChangeShapeType="1"/>
            </p:cNvSpPr>
            <p:nvPr/>
          </p:nvSpPr>
          <p:spPr bwMode="auto">
            <a:xfrm>
              <a:off x="7" y="1004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2" name="Line 53"/>
            <p:cNvSpPr>
              <a:spLocks noChangeShapeType="1"/>
            </p:cNvSpPr>
            <p:nvPr/>
          </p:nvSpPr>
          <p:spPr bwMode="auto">
            <a:xfrm>
              <a:off x="7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3" name="Line 54"/>
            <p:cNvSpPr>
              <a:spLocks noChangeShapeType="1"/>
            </p:cNvSpPr>
            <p:nvPr/>
          </p:nvSpPr>
          <p:spPr bwMode="auto">
            <a:xfrm>
              <a:off x="4854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4" name="Line 55"/>
            <p:cNvSpPr>
              <a:spLocks noChangeShapeType="1"/>
            </p:cNvSpPr>
            <p:nvPr/>
          </p:nvSpPr>
          <p:spPr bwMode="auto">
            <a:xfrm>
              <a:off x="919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5" name="Line 56"/>
            <p:cNvSpPr>
              <a:spLocks noChangeShapeType="1"/>
            </p:cNvSpPr>
            <p:nvPr/>
          </p:nvSpPr>
          <p:spPr bwMode="auto">
            <a:xfrm>
              <a:off x="197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6" name="Line 57"/>
            <p:cNvSpPr>
              <a:spLocks noChangeShapeType="1"/>
            </p:cNvSpPr>
            <p:nvPr/>
          </p:nvSpPr>
          <p:spPr bwMode="auto">
            <a:xfrm>
              <a:off x="919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7" name="Line 58"/>
            <p:cNvSpPr>
              <a:spLocks noChangeShapeType="1"/>
            </p:cNvSpPr>
            <p:nvPr/>
          </p:nvSpPr>
          <p:spPr bwMode="auto">
            <a:xfrm>
              <a:off x="293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8" name="Line 59"/>
            <p:cNvSpPr>
              <a:spLocks noChangeShapeType="1"/>
            </p:cNvSpPr>
            <p:nvPr/>
          </p:nvSpPr>
          <p:spPr bwMode="auto">
            <a:xfrm>
              <a:off x="1975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9" name="Line 60"/>
            <p:cNvSpPr>
              <a:spLocks noChangeShapeType="1"/>
            </p:cNvSpPr>
            <p:nvPr/>
          </p:nvSpPr>
          <p:spPr bwMode="auto">
            <a:xfrm>
              <a:off x="2983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0" name="Line 61"/>
            <p:cNvSpPr>
              <a:spLocks noChangeShapeType="1"/>
            </p:cNvSpPr>
            <p:nvPr/>
          </p:nvSpPr>
          <p:spPr bwMode="auto">
            <a:xfrm>
              <a:off x="1783" y="2081"/>
              <a:ext cx="24" cy="1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 flipH="1">
              <a:off x="2628" y="212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63"/>
            <p:cNvSpPr>
              <a:spLocks noChangeShapeType="1"/>
            </p:cNvSpPr>
            <p:nvPr/>
          </p:nvSpPr>
          <p:spPr bwMode="auto">
            <a:xfrm flipH="1">
              <a:off x="3559" y="2071"/>
              <a:ext cx="98" cy="12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Oval 64"/>
            <p:cNvSpPr>
              <a:spLocks noChangeArrowheads="1"/>
            </p:cNvSpPr>
            <p:nvPr/>
          </p:nvSpPr>
          <p:spPr bwMode="auto">
            <a:xfrm>
              <a:off x="2073" y="1502"/>
              <a:ext cx="753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4" name="Rectangle 65"/>
            <p:cNvSpPr>
              <a:spLocks noChangeArrowheads="1"/>
            </p:cNvSpPr>
            <p:nvPr/>
          </p:nvSpPr>
          <p:spPr bwMode="auto">
            <a:xfrm>
              <a:off x="3959" y="103"/>
              <a:ext cx="790" cy="909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5" name="Line 66"/>
            <p:cNvSpPr>
              <a:spLocks noChangeShapeType="1"/>
            </p:cNvSpPr>
            <p:nvPr/>
          </p:nvSpPr>
          <p:spPr bwMode="auto">
            <a:xfrm>
              <a:off x="3947" y="530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67"/>
            <p:cNvSpPr>
              <a:spLocks noChangeShapeType="1"/>
            </p:cNvSpPr>
            <p:nvPr/>
          </p:nvSpPr>
          <p:spPr bwMode="auto">
            <a:xfrm>
              <a:off x="4354" y="70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68"/>
            <p:cNvSpPr>
              <a:spLocks noChangeShapeType="1"/>
            </p:cNvSpPr>
            <p:nvPr/>
          </p:nvSpPr>
          <p:spPr bwMode="auto">
            <a:xfrm flipH="1" flipV="1">
              <a:off x="3959" y="58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69"/>
            <p:cNvSpPr>
              <a:spLocks noChangeShapeType="1"/>
            </p:cNvSpPr>
            <p:nvPr/>
          </p:nvSpPr>
          <p:spPr bwMode="auto">
            <a:xfrm>
              <a:off x="4854" y="1010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9" name="Line 70"/>
            <p:cNvSpPr>
              <a:spLocks noChangeShapeType="1"/>
            </p:cNvSpPr>
            <p:nvPr/>
          </p:nvSpPr>
          <p:spPr bwMode="auto">
            <a:xfrm>
              <a:off x="3901" y="1101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0" name="Line 71"/>
            <p:cNvSpPr>
              <a:spLocks noChangeShapeType="1"/>
            </p:cNvSpPr>
            <p:nvPr/>
          </p:nvSpPr>
          <p:spPr bwMode="auto">
            <a:xfrm>
              <a:off x="0" y="2870"/>
              <a:ext cx="48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Rectangle 72"/>
            <p:cNvSpPr>
              <a:spLocks noChangeArrowheads="1"/>
            </p:cNvSpPr>
            <p:nvPr/>
          </p:nvSpPr>
          <p:spPr bwMode="auto">
            <a:xfrm>
              <a:off x="4209" y="2560"/>
              <a:ext cx="5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2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18502" name="Rectangle 73"/>
            <p:cNvSpPr>
              <a:spLocks noChangeArrowheads="1"/>
            </p:cNvSpPr>
            <p:nvPr/>
          </p:nvSpPr>
          <p:spPr bwMode="auto">
            <a:xfrm>
              <a:off x="3947" y="1494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503" name="Line 74"/>
            <p:cNvSpPr>
              <a:spLocks noChangeShapeType="1"/>
            </p:cNvSpPr>
            <p:nvPr/>
          </p:nvSpPr>
          <p:spPr bwMode="auto">
            <a:xfrm>
              <a:off x="3947" y="1966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75"/>
            <p:cNvSpPr>
              <a:spLocks noChangeShapeType="1"/>
            </p:cNvSpPr>
            <p:nvPr/>
          </p:nvSpPr>
          <p:spPr bwMode="auto">
            <a:xfrm>
              <a:off x="4354" y="1506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76"/>
            <p:cNvSpPr>
              <a:spLocks noChangeShapeType="1"/>
            </p:cNvSpPr>
            <p:nvPr/>
          </p:nvSpPr>
          <p:spPr bwMode="auto">
            <a:xfrm flipV="1">
              <a:off x="3947" y="1506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77"/>
            <p:cNvSpPr>
              <a:spLocks noChangeShapeType="1"/>
            </p:cNvSpPr>
            <p:nvPr/>
          </p:nvSpPr>
          <p:spPr bwMode="auto">
            <a:xfrm>
              <a:off x="3901" y="2553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7" name="Text Box 78"/>
            <p:cNvSpPr txBox="1">
              <a:spLocks noChangeArrowheads="1"/>
            </p:cNvSpPr>
            <p:nvPr/>
          </p:nvSpPr>
          <p:spPr bwMode="auto">
            <a:xfrm>
              <a:off x="4206" y="1085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/>
        </p:nvGraphicFramePr>
        <p:xfrm>
          <a:off x="1192213" y="1052513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0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052513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9"/>
          <p:cNvGraphicFramePr>
            <a:graphicFrameLocks noChangeAspect="1"/>
          </p:cNvGraphicFramePr>
          <p:nvPr/>
        </p:nvGraphicFramePr>
        <p:xfrm>
          <a:off x="1196975" y="809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1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809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0"/>
          <p:cNvGraphicFramePr>
            <a:graphicFrameLocks noChangeAspect="1"/>
          </p:cNvGraphicFramePr>
          <p:nvPr/>
        </p:nvGraphicFramePr>
        <p:xfrm>
          <a:off x="1198563" y="512763"/>
          <a:ext cx="28336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512763"/>
                        <a:ext cx="28336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AutoShape 45"/>
          <p:cNvSpPr>
            <a:spLocks/>
          </p:cNvSpPr>
          <p:nvPr/>
        </p:nvSpPr>
        <p:spPr bwMode="auto">
          <a:xfrm>
            <a:off x="982663" y="2889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19462" name="对象 14"/>
          <p:cNvGraphicFramePr>
            <a:graphicFrameLocks noChangeAspect="1"/>
          </p:cNvGraphicFramePr>
          <p:nvPr/>
        </p:nvGraphicFramePr>
        <p:xfrm>
          <a:off x="720725" y="2097088"/>
          <a:ext cx="82915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" name="Equation" r:id="rId9" imgW="4368800" imgH="406400" progId="Equation.DSMT4">
                  <p:embed/>
                </p:oleObj>
              </mc:Choice>
              <mc:Fallback>
                <p:oleObj name="Equation" r:id="rId9" imgW="4368800" imgH="40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097088"/>
                        <a:ext cx="82915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16"/>
          <p:cNvGraphicFramePr>
            <a:graphicFrameLocks noChangeAspect="1"/>
          </p:cNvGraphicFramePr>
          <p:nvPr/>
        </p:nvGraphicFramePr>
        <p:xfrm>
          <a:off x="719138" y="2844800"/>
          <a:ext cx="83899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4" name="Equation" r:id="rId11" imgW="4432300" imgH="406400" progId="Equation.DSMT4">
                  <p:embed/>
                </p:oleObj>
              </mc:Choice>
              <mc:Fallback>
                <p:oleObj name="Equation" r:id="rId11" imgW="4432300" imgH="4064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2844800"/>
                        <a:ext cx="83899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464" name="直接连接符 18"/>
          <p:cNvCxnSpPr>
            <a:cxnSpLocks noChangeShapeType="1"/>
          </p:cNvCxnSpPr>
          <p:nvPr/>
        </p:nvCxnSpPr>
        <p:spPr bwMode="auto">
          <a:xfrm>
            <a:off x="0" y="2097088"/>
            <a:ext cx="9144000" cy="0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5" name="右箭头 20"/>
          <p:cNvSpPr>
            <a:spLocks noChangeArrowheads="1"/>
          </p:cNvSpPr>
          <p:nvPr/>
        </p:nvSpPr>
        <p:spPr bwMode="auto">
          <a:xfrm>
            <a:off x="109538" y="2673350"/>
            <a:ext cx="322262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66" name="文本框 21"/>
          <p:cNvSpPr txBox="1">
            <a:spLocks noChangeArrowheads="1"/>
          </p:cNvSpPr>
          <p:nvPr/>
        </p:nvSpPr>
        <p:spPr bwMode="auto">
          <a:xfrm>
            <a:off x="212725" y="1268413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推导</a:t>
            </a:r>
          </a:p>
        </p:txBody>
      </p:sp>
      <p:sp>
        <p:nvSpPr>
          <p:cNvPr id="19467" name="文本框 22"/>
          <p:cNvSpPr txBox="1">
            <a:spLocks noChangeArrowheads="1"/>
          </p:cNvSpPr>
          <p:nvPr/>
        </p:nvSpPr>
        <p:spPr bwMode="auto">
          <a:xfrm>
            <a:off x="501650" y="31273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由</a:t>
            </a:r>
          </a:p>
        </p:txBody>
      </p:sp>
      <p:graphicFrame>
        <p:nvGraphicFramePr>
          <p:cNvPr id="19468" name="对象 24"/>
          <p:cNvGraphicFramePr>
            <a:graphicFrameLocks noChangeAspect="1"/>
          </p:cNvGraphicFramePr>
          <p:nvPr/>
        </p:nvGraphicFramePr>
        <p:xfrm>
          <a:off x="715963" y="3536950"/>
          <a:ext cx="58721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5" name="Equation" r:id="rId13" imgW="2959100" imgH="406400" progId="Equation.DSMT4">
                  <p:embed/>
                </p:oleObj>
              </mc:Choice>
              <mc:Fallback>
                <p:oleObj name="Equation" r:id="rId13" imgW="2959100" imgH="4064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536950"/>
                        <a:ext cx="58721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对象 26"/>
          <p:cNvGraphicFramePr>
            <a:graphicFrameLocks noChangeAspect="1"/>
          </p:cNvGraphicFramePr>
          <p:nvPr/>
        </p:nvGraphicFramePr>
        <p:xfrm>
          <a:off x="728663" y="4221163"/>
          <a:ext cx="585946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6" name="Equation" r:id="rId15" imgW="2933700" imgH="406400" progId="Equation.DSMT4">
                  <p:embed/>
                </p:oleObj>
              </mc:Choice>
              <mc:Fallback>
                <p:oleObj name="Equation" r:id="rId15" imgW="2933700" imgH="4064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4221163"/>
                        <a:ext cx="585946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对象 28"/>
          <p:cNvGraphicFramePr>
            <a:graphicFrameLocks noChangeAspect="1"/>
          </p:cNvGraphicFramePr>
          <p:nvPr/>
        </p:nvGraphicFramePr>
        <p:xfrm>
          <a:off x="750888" y="4905375"/>
          <a:ext cx="66294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" name="Equation" r:id="rId17" imgW="3594100" imgH="406400" progId="Equation.DSMT4">
                  <p:embed/>
                </p:oleObj>
              </mc:Choice>
              <mc:Fallback>
                <p:oleObj name="Equation" r:id="rId17" imgW="3594100" imgH="4064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4905375"/>
                        <a:ext cx="66294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对象 30"/>
          <p:cNvGraphicFramePr>
            <a:graphicFrameLocks noChangeAspect="1"/>
          </p:cNvGraphicFramePr>
          <p:nvPr/>
        </p:nvGraphicFramePr>
        <p:xfrm>
          <a:off x="755650" y="5516563"/>
          <a:ext cx="810418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" name="Equation" r:id="rId19" imgW="4813300" imgH="406400" progId="Equation.DSMT4">
                  <p:embed/>
                </p:oleObj>
              </mc:Choice>
              <mc:Fallback>
                <p:oleObj name="Equation" r:id="rId19" imgW="4813300" imgH="4064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516563"/>
                        <a:ext cx="8104188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AutoShape 45"/>
          <p:cNvSpPr>
            <a:spLocks/>
          </p:cNvSpPr>
          <p:nvPr/>
        </p:nvSpPr>
        <p:spPr bwMode="auto">
          <a:xfrm>
            <a:off x="511175" y="2447925"/>
            <a:ext cx="193675" cy="801688"/>
          </a:xfrm>
          <a:prstGeom prst="leftBrace">
            <a:avLst>
              <a:gd name="adj1" fmla="val 26407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3" name="AutoShape 45"/>
          <p:cNvSpPr>
            <a:spLocks/>
          </p:cNvSpPr>
          <p:nvPr/>
        </p:nvSpPr>
        <p:spPr bwMode="auto">
          <a:xfrm>
            <a:off x="514350" y="3948113"/>
            <a:ext cx="201613" cy="688975"/>
          </a:xfrm>
          <a:prstGeom prst="leftBrace">
            <a:avLst>
              <a:gd name="adj1" fmla="val 26231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4" name="右箭头 34"/>
          <p:cNvSpPr>
            <a:spLocks noChangeArrowheads="1"/>
          </p:cNvSpPr>
          <p:nvPr/>
        </p:nvSpPr>
        <p:spPr bwMode="auto">
          <a:xfrm>
            <a:off x="107950" y="411321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5" name="右箭头 35"/>
          <p:cNvSpPr>
            <a:spLocks noChangeArrowheads="1"/>
          </p:cNvSpPr>
          <p:nvPr/>
        </p:nvSpPr>
        <p:spPr bwMode="auto">
          <a:xfrm>
            <a:off x="127000" y="508476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6" name="右箭头 36"/>
          <p:cNvSpPr>
            <a:spLocks noChangeArrowheads="1"/>
          </p:cNvSpPr>
          <p:nvPr/>
        </p:nvSpPr>
        <p:spPr bwMode="auto">
          <a:xfrm>
            <a:off x="146050" y="56610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graphicFrame>
        <p:nvGraphicFramePr>
          <p:cNvPr id="19477" name="对象 38"/>
          <p:cNvGraphicFramePr>
            <a:graphicFrameLocks noChangeAspect="1"/>
          </p:cNvGraphicFramePr>
          <p:nvPr/>
        </p:nvGraphicFramePr>
        <p:xfrm>
          <a:off x="817563" y="6092825"/>
          <a:ext cx="57483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9" name="Equation" r:id="rId21" imgW="2908300" imgH="406400" progId="Equation.DSMT4">
                  <p:embed/>
                </p:oleObj>
              </mc:Choice>
              <mc:Fallback>
                <p:oleObj name="Equation" r:id="rId21" imgW="2908300" imgH="4064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6092825"/>
                        <a:ext cx="57483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右箭头 39"/>
          <p:cNvSpPr>
            <a:spLocks noChangeArrowheads="1"/>
          </p:cNvSpPr>
          <p:nvPr/>
        </p:nvSpPr>
        <p:spPr bwMode="auto">
          <a:xfrm>
            <a:off x="146050" y="63087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2" name="文本框 1"/>
          <p:cNvSpPr txBox="1"/>
          <p:nvPr/>
        </p:nvSpPr>
        <p:spPr>
          <a:xfrm>
            <a:off x="0" y="312738"/>
            <a:ext cx="90328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accent6"/>
                </a:solidFill>
              </a:rPr>
              <a:t>附：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395288" y="368300"/>
            <a:ext cx="52133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例</a:t>
            </a:r>
            <a:r>
              <a:rPr kumimoji="0" lang="en-US" altLang="zh-CN" sz="2800" b="1"/>
              <a:t>3.  </a:t>
            </a:r>
            <a:r>
              <a:rPr kumimoji="0" lang="zh-CN" altLang="en-US" sz="2800" b="1"/>
              <a:t>已知两分振动为</a:t>
            </a:r>
          </a:p>
        </p:txBody>
      </p:sp>
      <p:sp>
        <p:nvSpPr>
          <p:cNvPr id="408579" name="Text Box 5"/>
          <p:cNvSpPr txBox="1">
            <a:spLocks noChangeArrowheads="1"/>
          </p:cNvSpPr>
          <p:nvPr/>
        </p:nvSpPr>
        <p:spPr bwMode="auto">
          <a:xfrm>
            <a:off x="1276350" y="2625725"/>
            <a:ext cx="57594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求（</a:t>
            </a:r>
            <a:r>
              <a:rPr kumimoji="0" lang="en-US" altLang="zh-CN" sz="2800" b="1" dirty="0"/>
              <a:t>1</a:t>
            </a:r>
            <a:r>
              <a:rPr kumimoji="0" lang="zh-CN" altLang="en-US" sz="2800" b="1" dirty="0"/>
              <a:t>）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合振动的轨迹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/>
        </p:nvGraphicFramePr>
        <p:xfrm>
          <a:off x="4932363" y="1606550"/>
          <a:ext cx="13938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" name="Equation" r:id="rId3" imgW="1562100" imgH="673100" progId="Equation.DSMT4">
                  <p:embed/>
                </p:oleObj>
              </mc:Choice>
              <mc:Fallback>
                <p:oleObj name="Equation" r:id="rId3" imgW="1562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606550"/>
                        <a:ext cx="13938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73"/>
          <p:cNvSpPr txBox="1">
            <a:spLocks noChangeArrowheads="1"/>
          </p:cNvSpPr>
          <p:nvPr/>
        </p:nvSpPr>
        <p:spPr bwMode="auto">
          <a:xfrm>
            <a:off x="1635125" y="3165475"/>
            <a:ext cx="7562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（</a:t>
            </a:r>
            <a:r>
              <a:rPr kumimoji="0" lang="en-US" altLang="zh-CN" sz="2800" b="1" dirty="0"/>
              <a:t>2</a:t>
            </a:r>
            <a:r>
              <a:rPr kumimoji="0" lang="zh-CN" altLang="en-US" sz="2800" b="1" dirty="0"/>
              <a:t>）若已知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 </a:t>
            </a:r>
            <a:r>
              <a:rPr kumimoji="0" lang="zh-CN" altLang="en-US" sz="2800" b="1" i="1" dirty="0">
                <a:solidFill>
                  <a:schemeClr val="accent6"/>
                </a:solidFill>
              </a:rPr>
              <a:t>、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、 、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m</a:t>
            </a:r>
            <a:r>
              <a:rPr kumimoji="0" lang="zh-CN" altLang="en-US" sz="2800" b="1" dirty="0">
                <a:sym typeface="Symbol" panose="05050102010706020507" pitchFamily="18" charset="2"/>
              </a:rPr>
              <a:t>，</a:t>
            </a:r>
            <a:r>
              <a:rPr kumimoji="0" lang="zh-CN" altLang="en-US" sz="2800" b="1" dirty="0"/>
              <a:t>求质点在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          任一位置所受的力</a:t>
            </a:r>
            <a:r>
              <a:rPr kumimoji="0" lang="zh-CN" altLang="en-US" sz="2400" dirty="0"/>
              <a:t> </a:t>
            </a:r>
            <a:r>
              <a:rPr kumimoji="0" lang="zh-CN" altLang="en-US" sz="2800" b="1" dirty="0"/>
              <a:t>。</a:t>
            </a:r>
            <a:r>
              <a:rPr kumimoji="0" lang="zh-CN" altLang="en-US" sz="2800" dirty="0"/>
              <a:t>    </a:t>
            </a:r>
            <a:r>
              <a:rPr kumimoji="0" lang="zh-CN" altLang="en-US" sz="2400" dirty="0"/>
              <a:t>                      </a:t>
            </a:r>
          </a:p>
        </p:txBody>
      </p:sp>
      <p:sp>
        <p:nvSpPr>
          <p:cNvPr id="20486" name="Rectangle 83"/>
          <p:cNvSpPr>
            <a:spLocks noChangeArrowheads="1"/>
          </p:cNvSpPr>
          <p:nvPr/>
        </p:nvSpPr>
        <p:spPr bwMode="auto">
          <a:xfrm>
            <a:off x="3222625" y="3454400"/>
            <a:ext cx="3060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baseline="30000"/>
              <a:t>     </a:t>
            </a:r>
            <a:endParaRPr kumimoji="0" lang="en-US" altLang="zh-CN" b="1" i="1">
              <a:sym typeface="Symbol" panose="05050102010706020507" pitchFamily="18" charset="2"/>
            </a:endParaRPr>
          </a:p>
        </p:txBody>
      </p:sp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1763713" y="1089025"/>
          <a:ext cx="21272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0" name="Equation" r:id="rId5" imgW="1816100" imgH="431800" progId="Equation.DSMT4">
                  <p:embed/>
                </p:oleObj>
              </mc:Choice>
              <mc:Fallback>
                <p:oleObj name="Equation" r:id="rId5" imgW="18161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89025"/>
                        <a:ext cx="21272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1768475" y="1555750"/>
          <a:ext cx="2803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1" name="Equation" r:id="rId7" imgW="2616200" imgH="673100" progId="Equation.DSMT4">
                  <p:embed/>
                </p:oleObj>
              </mc:Choice>
              <mc:Fallback>
                <p:oleObj name="Equation" r:id="rId7" imgW="26162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555750"/>
                        <a:ext cx="2803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24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69880"/>
              </p:ext>
            </p:extLst>
          </p:nvPr>
        </p:nvGraphicFramePr>
        <p:xfrm>
          <a:off x="1511660" y="4509120"/>
          <a:ext cx="628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" name="Equation" r:id="rId9" imgW="6286500" imgH="927100" progId="Equation.DSMT4">
                  <p:embed/>
                </p:oleObj>
              </mc:Choice>
              <mc:Fallback>
                <p:oleObj name="Equation" r:id="rId9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0" y="4509120"/>
                        <a:ext cx="6286500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79" grpId="0" autoUpdateAnimBg="0"/>
      <p:bldP spid="40858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4"/>
          <p:cNvSpPr txBox="1">
            <a:spLocks noChangeArrowheads="1"/>
          </p:cNvSpPr>
          <p:nvPr/>
        </p:nvSpPr>
        <p:spPr bwMode="auto">
          <a:xfrm>
            <a:off x="719138" y="441325"/>
            <a:ext cx="576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）几何作图法</a:t>
            </a:r>
          </a:p>
        </p:txBody>
      </p:sp>
      <p:sp>
        <p:nvSpPr>
          <p:cNvPr id="409603" name="Oval 5"/>
          <p:cNvSpPr>
            <a:spLocks noChangeArrowheads="1"/>
          </p:cNvSpPr>
          <p:nvPr/>
        </p:nvSpPr>
        <p:spPr bwMode="auto">
          <a:xfrm>
            <a:off x="603250" y="2133600"/>
            <a:ext cx="2209800" cy="213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4" name="Oval 6"/>
          <p:cNvSpPr>
            <a:spLocks noChangeArrowheads="1"/>
          </p:cNvSpPr>
          <p:nvPr/>
        </p:nvSpPr>
        <p:spPr bwMode="auto">
          <a:xfrm>
            <a:off x="5861050" y="4267200"/>
            <a:ext cx="2438400" cy="2362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5" name="Line 7"/>
          <p:cNvSpPr>
            <a:spLocks noChangeShapeType="1"/>
          </p:cNvSpPr>
          <p:nvPr/>
        </p:nvSpPr>
        <p:spPr bwMode="auto">
          <a:xfrm>
            <a:off x="7080250" y="5486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6" name="Line 8"/>
          <p:cNvSpPr>
            <a:spLocks noChangeShapeType="1"/>
          </p:cNvSpPr>
          <p:nvPr/>
        </p:nvSpPr>
        <p:spPr bwMode="auto">
          <a:xfrm flipH="1" flipV="1">
            <a:off x="984250" y="2438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7" name="Line 9"/>
          <p:cNvSpPr>
            <a:spLocks noChangeShapeType="1"/>
          </p:cNvSpPr>
          <p:nvPr/>
        </p:nvSpPr>
        <p:spPr bwMode="auto">
          <a:xfrm flipH="1" flipV="1">
            <a:off x="1746250" y="1676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8" name="Line 10"/>
          <p:cNvSpPr>
            <a:spLocks noChangeShapeType="1"/>
          </p:cNvSpPr>
          <p:nvPr/>
        </p:nvSpPr>
        <p:spPr bwMode="auto">
          <a:xfrm flipH="1">
            <a:off x="603250" y="32004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9" name="Line 11"/>
          <p:cNvSpPr>
            <a:spLocks noChangeShapeType="1"/>
          </p:cNvSpPr>
          <p:nvPr/>
        </p:nvSpPr>
        <p:spPr bwMode="auto">
          <a:xfrm flipV="1">
            <a:off x="7080250" y="4572000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0" name="Object 12"/>
          <p:cNvGraphicFramePr>
            <a:graphicFrameLocks noChangeAspect="1"/>
          </p:cNvGraphicFramePr>
          <p:nvPr/>
        </p:nvGraphicFramePr>
        <p:xfrm>
          <a:off x="8299450" y="54864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8" r:id="rId3" imgW="164885" imgH="266353" progId="">
                  <p:embed/>
                </p:oleObj>
              </mc:Choice>
              <mc:Fallback>
                <p:oleObj r:id="rId3" imgW="164885" imgH="266353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450" y="54864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1" name="Object 13"/>
          <p:cNvGraphicFramePr>
            <a:graphicFrameLocks noChangeAspect="1"/>
          </p:cNvGraphicFramePr>
          <p:nvPr/>
        </p:nvGraphicFramePr>
        <p:xfrm>
          <a:off x="755650" y="21336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9" r:id="rId5" imgW="164885" imgH="266353" progId="">
                  <p:embed/>
                </p:oleObj>
              </mc:Choice>
              <mc:Fallback>
                <p:oleObj r:id="rId5" imgW="164885" imgH="266353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1336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2" name="Object 14"/>
          <p:cNvGraphicFramePr>
            <a:graphicFrameLocks noChangeAspect="1"/>
          </p:cNvGraphicFramePr>
          <p:nvPr/>
        </p:nvGraphicFramePr>
        <p:xfrm>
          <a:off x="7994650" y="4306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0" r:id="rId6" imgW="190335" imgH="266469" progId="">
                  <p:embed/>
                </p:oleObj>
              </mc:Choice>
              <mc:Fallback>
                <p:oleObj r:id="rId6" imgW="190335" imgH="26646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650" y="4306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3" name="Object 15"/>
          <p:cNvGraphicFramePr>
            <a:graphicFrameLocks noChangeAspect="1"/>
          </p:cNvGraphicFramePr>
          <p:nvPr/>
        </p:nvGraphicFramePr>
        <p:xfrm>
          <a:off x="374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1" r:id="rId8" imgW="190335" imgH="266469" progId="">
                  <p:embed/>
                </p:oleObj>
              </mc:Choice>
              <mc:Fallback>
                <p:oleObj r:id="rId8" imgW="190335" imgH="266469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4" name="Line 16"/>
          <p:cNvSpPr>
            <a:spLocks noChangeShapeType="1"/>
          </p:cNvSpPr>
          <p:nvPr/>
        </p:nvSpPr>
        <p:spPr bwMode="auto">
          <a:xfrm flipH="1" flipV="1">
            <a:off x="7080250" y="41910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5" name="Line 17"/>
          <p:cNvSpPr>
            <a:spLocks noChangeShapeType="1"/>
          </p:cNvSpPr>
          <p:nvPr/>
        </p:nvSpPr>
        <p:spPr bwMode="auto">
          <a:xfrm>
            <a:off x="1746250" y="32004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6" name="Line 18"/>
          <p:cNvSpPr>
            <a:spLocks noChangeShapeType="1"/>
          </p:cNvSpPr>
          <p:nvPr/>
        </p:nvSpPr>
        <p:spPr bwMode="auto">
          <a:xfrm flipH="1" flipV="1">
            <a:off x="6242050" y="4611688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7" name="Object 19"/>
          <p:cNvGraphicFramePr>
            <a:graphicFrameLocks noChangeAspect="1"/>
          </p:cNvGraphicFramePr>
          <p:nvPr/>
        </p:nvGraphicFramePr>
        <p:xfrm>
          <a:off x="7265988" y="4002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2" r:id="rId9" imgW="190500" imgH="279400" progId="">
                  <p:embed/>
                </p:oleObj>
              </mc:Choice>
              <mc:Fallback>
                <p:oleObj r:id="rId9" imgW="190500" imgH="279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4002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8" name="Object 20"/>
          <p:cNvGraphicFramePr>
            <a:graphicFrameLocks noChangeAspect="1"/>
          </p:cNvGraphicFramePr>
          <p:nvPr/>
        </p:nvGraphicFramePr>
        <p:xfrm>
          <a:off x="6794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3" r:id="rId11" imgW="190500" imgH="279400" progId="">
                  <p:embed/>
                </p:oleObj>
              </mc:Choice>
              <mc:Fallback>
                <p:oleObj r:id="rId11" imgW="190500" imgH="2794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9" name="Object 21"/>
          <p:cNvGraphicFramePr>
            <a:graphicFrameLocks noChangeAspect="1"/>
          </p:cNvGraphicFramePr>
          <p:nvPr/>
        </p:nvGraphicFramePr>
        <p:xfrm>
          <a:off x="5861050" y="43830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4" r:id="rId12" imgW="190335" imgH="266469" progId="">
                  <p:embed/>
                </p:oleObj>
              </mc:Choice>
              <mc:Fallback>
                <p:oleObj r:id="rId12" imgW="190335" imgH="266469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3830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0" name="Object 22"/>
          <p:cNvGraphicFramePr>
            <a:graphicFrameLocks noChangeAspect="1"/>
          </p:cNvGraphicFramePr>
          <p:nvPr/>
        </p:nvGraphicFramePr>
        <p:xfrm>
          <a:off x="1593850" y="4343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5" r:id="rId14" imgW="190335" imgH="266469" progId="">
                  <p:embed/>
                </p:oleObj>
              </mc:Choice>
              <mc:Fallback>
                <p:oleObj r:id="rId14" imgW="190335" imgH="266469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4343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1" name="Line 23"/>
          <p:cNvSpPr>
            <a:spLocks noChangeShapeType="1"/>
          </p:cNvSpPr>
          <p:nvPr/>
        </p:nvSpPr>
        <p:spPr bwMode="auto">
          <a:xfrm flipH="1">
            <a:off x="5861050" y="5486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2" name="Line 24"/>
          <p:cNvSpPr>
            <a:spLocks noChangeShapeType="1"/>
          </p:cNvSpPr>
          <p:nvPr/>
        </p:nvSpPr>
        <p:spPr bwMode="auto">
          <a:xfrm>
            <a:off x="1746250" y="3200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3" name="Object 25"/>
          <p:cNvGraphicFramePr>
            <a:graphicFrameLocks noChangeAspect="1"/>
          </p:cNvGraphicFramePr>
          <p:nvPr/>
        </p:nvGraphicFramePr>
        <p:xfrm>
          <a:off x="5556250" y="52974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6" r:id="rId15" imgW="190500" imgH="279400" progId="">
                  <p:embed/>
                </p:oleObj>
              </mc:Choice>
              <mc:Fallback>
                <p:oleObj r:id="rId15" imgW="190500" imgH="2794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2974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4" name="Object 26"/>
          <p:cNvGraphicFramePr>
            <a:graphicFrameLocks noChangeAspect="1"/>
          </p:cNvGraphicFramePr>
          <p:nvPr/>
        </p:nvGraphicFramePr>
        <p:xfrm>
          <a:off x="25082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7" r:id="rId17" imgW="190500" imgH="279400" progId="">
                  <p:embed/>
                </p:oleObj>
              </mc:Choice>
              <mc:Fallback>
                <p:oleObj r:id="rId17" imgW="190500" imgH="27940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5" name="Line 27"/>
          <p:cNvSpPr>
            <a:spLocks noChangeShapeType="1"/>
          </p:cNvSpPr>
          <p:nvPr/>
        </p:nvSpPr>
        <p:spPr bwMode="auto">
          <a:xfrm flipH="1">
            <a:off x="6242050" y="5486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6" name="Line 28"/>
          <p:cNvSpPr>
            <a:spLocks noChangeShapeType="1"/>
          </p:cNvSpPr>
          <p:nvPr/>
        </p:nvSpPr>
        <p:spPr bwMode="auto">
          <a:xfrm>
            <a:off x="1365250" y="32004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7" name="Object 29"/>
          <p:cNvGraphicFramePr>
            <a:graphicFrameLocks noChangeAspect="1"/>
          </p:cNvGraphicFramePr>
          <p:nvPr/>
        </p:nvGraphicFramePr>
        <p:xfrm>
          <a:off x="5937250" y="6288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8" r:id="rId18" imgW="190500" imgH="279400" progId="">
                  <p:embed/>
                </p:oleObj>
              </mc:Choice>
              <mc:Fallback>
                <p:oleObj r:id="rId18" imgW="190500" imgH="27940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6288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8" name="Object 30"/>
          <p:cNvGraphicFramePr>
            <a:graphicFrameLocks noChangeAspect="1"/>
          </p:cNvGraphicFramePr>
          <p:nvPr/>
        </p:nvGraphicFramePr>
        <p:xfrm>
          <a:off x="2813050" y="3200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9" r:id="rId20" imgW="190500" imgH="279400" progId="">
                  <p:embed/>
                </p:oleObj>
              </mc:Choice>
              <mc:Fallback>
                <p:oleObj r:id="rId20" imgW="190500" imgH="2794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200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9" name="Line 31"/>
          <p:cNvSpPr>
            <a:spLocks noChangeShapeType="1"/>
          </p:cNvSpPr>
          <p:nvPr/>
        </p:nvSpPr>
        <p:spPr bwMode="auto">
          <a:xfrm>
            <a:off x="7080250" y="54102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0" name="Line 32"/>
          <p:cNvSpPr>
            <a:spLocks noChangeShapeType="1"/>
          </p:cNvSpPr>
          <p:nvPr/>
        </p:nvSpPr>
        <p:spPr bwMode="auto">
          <a:xfrm flipV="1">
            <a:off x="1670050" y="2438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31" name="Object 33"/>
          <p:cNvGraphicFramePr>
            <a:graphicFrameLocks noChangeAspect="1"/>
          </p:cNvGraphicFramePr>
          <p:nvPr/>
        </p:nvGraphicFramePr>
        <p:xfrm>
          <a:off x="7232650" y="6592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0" r:id="rId21" imgW="190335" imgH="266469" progId="">
                  <p:embed/>
                </p:oleObj>
              </mc:Choice>
              <mc:Fallback>
                <p:oleObj r:id="rId21" imgW="190335" imgH="266469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6592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2" name="Object 34"/>
          <p:cNvGraphicFramePr>
            <a:graphicFrameLocks noChangeAspect="1"/>
          </p:cNvGraphicFramePr>
          <p:nvPr/>
        </p:nvGraphicFramePr>
        <p:xfrm>
          <a:off x="2432050" y="21336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1" r:id="rId23" imgW="190335" imgH="266469" progId="">
                  <p:embed/>
                </p:oleObj>
              </mc:Choice>
              <mc:Fallback>
                <p:oleObj r:id="rId23" imgW="190335" imgH="266469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1336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3" name="Line 35"/>
          <p:cNvSpPr>
            <a:spLocks noChangeShapeType="1"/>
          </p:cNvSpPr>
          <p:nvPr/>
        </p:nvSpPr>
        <p:spPr bwMode="auto">
          <a:xfrm>
            <a:off x="7004050" y="5373688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4" name="Line 36"/>
          <p:cNvSpPr>
            <a:spLocks noChangeShapeType="1"/>
          </p:cNvSpPr>
          <p:nvPr/>
        </p:nvSpPr>
        <p:spPr bwMode="auto">
          <a:xfrm flipH="1" flipV="1">
            <a:off x="1746250" y="21336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5" name="Line 37"/>
          <p:cNvSpPr>
            <a:spLocks noChangeShapeType="1"/>
          </p:cNvSpPr>
          <p:nvPr/>
        </p:nvSpPr>
        <p:spPr bwMode="auto">
          <a:xfrm>
            <a:off x="984250" y="2438400"/>
            <a:ext cx="7315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6" name="Line 38"/>
          <p:cNvSpPr>
            <a:spLocks noChangeShapeType="1"/>
          </p:cNvSpPr>
          <p:nvPr/>
        </p:nvSpPr>
        <p:spPr bwMode="auto">
          <a:xfrm>
            <a:off x="8299450" y="2438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7" name="Line 39"/>
          <p:cNvSpPr>
            <a:spLocks noChangeShapeType="1"/>
          </p:cNvSpPr>
          <p:nvPr/>
        </p:nvSpPr>
        <p:spPr bwMode="auto">
          <a:xfrm flipH="1" flipV="1">
            <a:off x="2508250" y="3200400"/>
            <a:ext cx="5410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8" name="Line 40"/>
          <p:cNvSpPr>
            <a:spLocks noChangeShapeType="1"/>
          </p:cNvSpPr>
          <p:nvPr/>
        </p:nvSpPr>
        <p:spPr bwMode="auto">
          <a:xfrm>
            <a:off x="7918450" y="2057400"/>
            <a:ext cx="0" cy="419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9" name="Line 41"/>
          <p:cNvSpPr>
            <a:spLocks noChangeShapeType="1"/>
          </p:cNvSpPr>
          <p:nvPr/>
        </p:nvSpPr>
        <p:spPr bwMode="auto">
          <a:xfrm>
            <a:off x="984250" y="39624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0" name="Line 42"/>
          <p:cNvSpPr>
            <a:spLocks noChangeShapeType="1"/>
          </p:cNvSpPr>
          <p:nvPr/>
        </p:nvSpPr>
        <p:spPr bwMode="auto">
          <a:xfrm>
            <a:off x="7080250" y="2438400"/>
            <a:ext cx="0" cy="1828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1" name="Line 43"/>
          <p:cNvSpPr>
            <a:spLocks noChangeShapeType="1"/>
          </p:cNvSpPr>
          <p:nvPr/>
        </p:nvSpPr>
        <p:spPr bwMode="auto">
          <a:xfrm>
            <a:off x="1365250" y="4267200"/>
            <a:ext cx="4876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2" name="Line 44"/>
          <p:cNvSpPr>
            <a:spLocks noChangeShapeType="1"/>
          </p:cNvSpPr>
          <p:nvPr/>
        </p:nvSpPr>
        <p:spPr bwMode="auto">
          <a:xfrm>
            <a:off x="5861050" y="4038600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3" name="Line 45"/>
          <p:cNvSpPr>
            <a:spLocks noChangeShapeType="1"/>
          </p:cNvSpPr>
          <p:nvPr/>
        </p:nvSpPr>
        <p:spPr bwMode="auto">
          <a:xfrm>
            <a:off x="6242050" y="3200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44" name="Object 46"/>
          <p:cNvGraphicFramePr>
            <a:graphicFrameLocks noChangeAspect="1"/>
          </p:cNvGraphicFramePr>
          <p:nvPr/>
        </p:nvGraphicFramePr>
        <p:xfrm>
          <a:off x="7918450" y="6324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2" r:id="rId24" imgW="190500" imgH="279400" progId="">
                  <p:embed/>
                </p:oleObj>
              </mc:Choice>
              <mc:Fallback>
                <p:oleObj r:id="rId24" imgW="190500" imgH="279400" progId="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0" y="6324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5" name="Object 45"/>
          <p:cNvGraphicFramePr>
            <a:graphicFrameLocks noChangeAspect="1"/>
          </p:cNvGraphicFramePr>
          <p:nvPr/>
        </p:nvGraphicFramePr>
        <p:xfrm>
          <a:off x="1441450" y="18288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3" r:id="rId26" imgW="190500" imgH="279400" progId="Equation.3">
                  <p:embed/>
                </p:oleObj>
              </mc:Choice>
              <mc:Fallback>
                <p:oleObj r:id="rId26" imgW="190500" imgH="2794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18288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6" name="Line 48"/>
          <p:cNvSpPr>
            <a:spLocks noChangeShapeType="1"/>
          </p:cNvSpPr>
          <p:nvPr/>
        </p:nvSpPr>
        <p:spPr bwMode="auto">
          <a:xfrm flipV="1">
            <a:off x="1670050" y="21336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7" name="Oval 49"/>
          <p:cNvSpPr>
            <a:spLocks noChangeArrowheads="1"/>
          </p:cNvSpPr>
          <p:nvPr/>
        </p:nvSpPr>
        <p:spPr bwMode="auto">
          <a:xfrm>
            <a:off x="8223250" y="2438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8" name="Oval 50"/>
          <p:cNvSpPr>
            <a:spLocks noChangeArrowheads="1"/>
          </p:cNvSpPr>
          <p:nvPr/>
        </p:nvSpPr>
        <p:spPr bwMode="auto">
          <a:xfrm>
            <a:off x="7842250" y="3200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9" name="Oval 51"/>
          <p:cNvSpPr>
            <a:spLocks noChangeArrowheads="1"/>
          </p:cNvSpPr>
          <p:nvPr/>
        </p:nvSpPr>
        <p:spPr bwMode="auto">
          <a:xfrm>
            <a:off x="7080250" y="3886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0" name="Oval 52"/>
          <p:cNvSpPr>
            <a:spLocks noChangeArrowheads="1"/>
          </p:cNvSpPr>
          <p:nvPr/>
        </p:nvSpPr>
        <p:spPr bwMode="auto">
          <a:xfrm>
            <a:off x="6165850" y="41910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1" name="Oval 53"/>
          <p:cNvSpPr>
            <a:spLocks noChangeArrowheads="1"/>
          </p:cNvSpPr>
          <p:nvPr/>
        </p:nvSpPr>
        <p:spPr bwMode="auto">
          <a:xfrm>
            <a:off x="5784850" y="3962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2" name="Oval 54"/>
          <p:cNvSpPr>
            <a:spLocks noChangeArrowheads="1"/>
          </p:cNvSpPr>
          <p:nvPr/>
        </p:nvSpPr>
        <p:spPr bwMode="auto">
          <a:xfrm>
            <a:off x="6165850" y="3124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3" name="Oval 55"/>
          <p:cNvSpPr>
            <a:spLocks noChangeArrowheads="1"/>
          </p:cNvSpPr>
          <p:nvPr/>
        </p:nvSpPr>
        <p:spPr bwMode="auto">
          <a:xfrm>
            <a:off x="7004050" y="2362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4" name="Oval 56"/>
          <p:cNvSpPr>
            <a:spLocks noChangeArrowheads="1"/>
          </p:cNvSpPr>
          <p:nvPr/>
        </p:nvSpPr>
        <p:spPr bwMode="auto">
          <a:xfrm>
            <a:off x="7842250" y="2057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5" name="Line 57"/>
          <p:cNvSpPr>
            <a:spLocks noChangeShapeType="1"/>
          </p:cNvSpPr>
          <p:nvPr/>
        </p:nvSpPr>
        <p:spPr bwMode="auto">
          <a:xfrm>
            <a:off x="7080250" y="5486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56" name="Object 56"/>
          <p:cNvGraphicFramePr>
            <a:graphicFrameLocks noChangeAspect="1"/>
          </p:cNvGraphicFramePr>
          <p:nvPr/>
        </p:nvGraphicFramePr>
        <p:xfrm>
          <a:off x="7924800" y="5562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4" r:id="rId27" imgW="330200" imgH="368300" progId="Equation.3">
                  <p:embed/>
                </p:oleObj>
              </mc:Choice>
              <mc:Fallback>
                <p:oleObj r:id="rId27" imgW="330200" imgH="3683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562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7" name="Object 59"/>
          <p:cNvGraphicFramePr>
            <a:graphicFrameLocks noChangeAspect="1"/>
          </p:cNvGraphicFramePr>
          <p:nvPr/>
        </p:nvGraphicFramePr>
        <p:xfrm>
          <a:off x="762000" y="2438400"/>
          <a:ext cx="3540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5" r:id="rId29" imgW="355446" imgH="368140" progId="">
                  <p:embed/>
                </p:oleObj>
              </mc:Choice>
              <mc:Fallback>
                <p:oleObj r:id="rId29" imgW="355446" imgH="368140" progId="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3540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8604250" y="5562600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6" r:id="rId31" imgW="228501" imgH="215806" progId="Equation.3">
                  <p:embed/>
                </p:oleObj>
              </mc:Choice>
              <mc:Fallback>
                <p:oleObj r:id="rId31" imgW="228501" imgH="215806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5562600"/>
                        <a:ext cx="2667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9" name="Object 61"/>
          <p:cNvGraphicFramePr>
            <a:graphicFrameLocks noChangeAspect="1"/>
          </p:cNvGraphicFramePr>
          <p:nvPr/>
        </p:nvGraphicFramePr>
        <p:xfrm>
          <a:off x="1822450" y="167640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7" r:id="rId33" imgW="228600" imgH="279400" progId="">
                  <p:embed/>
                </p:oleObj>
              </mc:Choice>
              <mc:Fallback>
                <p:oleObj r:id="rId33" imgW="228600" imgH="279400" progId="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1676400"/>
                        <a:ext cx="228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0" name="Object 62"/>
          <p:cNvGraphicFramePr>
            <a:graphicFrameLocks noChangeAspect="1"/>
          </p:cNvGraphicFramePr>
          <p:nvPr/>
        </p:nvGraphicFramePr>
        <p:xfrm>
          <a:off x="8375650" y="23622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8" r:id="rId35" imgW="164885" imgH="266353" progId="">
                  <p:embed/>
                </p:oleObj>
              </mc:Choice>
              <mc:Fallback>
                <p:oleObj r:id="rId35" imgW="164885" imgH="266353" progId="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5650" y="23622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1" name="Object 63"/>
          <p:cNvGraphicFramePr>
            <a:graphicFrameLocks noChangeAspect="1"/>
          </p:cNvGraphicFramePr>
          <p:nvPr/>
        </p:nvGraphicFramePr>
        <p:xfrm>
          <a:off x="7613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9" r:id="rId36" imgW="190335" imgH="266469" progId="">
                  <p:embed/>
                </p:oleObj>
              </mc:Choice>
              <mc:Fallback>
                <p:oleObj r:id="rId36" imgW="190335" imgH="266469" progId="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2" name="Object 64"/>
          <p:cNvGraphicFramePr>
            <a:graphicFrameLocks noChangeAspect="1"/>
          </p:cNvGraphicFramePr>
          <p:nvPr/>
        </p:nvGraphicFramePr>
        <p:xfrm>
          <a:off x="6775450" y="3581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0" r:id="rId37" imgW="190500" imgH="279400" progId="">
                  <p:embed/>
                </p:oleObj>
              </mc:Choice>
              <mc:Fallback>
                <p:oleObj r:id="rId37" imgW="190500" imgH="279400" progId="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3581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3" name="Object 65"/>
          <p:cNvGraphicFramePr>
            <a:graphicFrameLocks noChangeAspect="1"/>
          </p:cNvGraphicFramePr>
          <p:nvPr/>
        </p:nvGraphicFramePr>
        <p:xfrm>
          <a:off x="6242050" y="3886200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1" r:id="rId38" imgW="190335" imgH="266469" progId="">
                  <p:embed/>
                </p:oleObj>
              </mc:Choice>
              <mc:Fallback>
                <p:oleObj r:id="rId38" imgW="190335" imgH="266469" progId="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3886200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4" name="Object 66"/>
          <p:cNvGraphicFramePr>
            <a:graphicFrameLocks noChangeAspect="1"/>
          </p:cNvGraphicFramePr>
          <p:nvPr/>
        </p:nvGraphicFramePr>
        <p:xfrm>
          <a:off x="5480050" y="3657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2" r:id="rId39" imgW="190500" imgH="279400" progId="">
                  <p:embed/>
                </p:oleObj>
              </mc:Choice>
              <mc:Fallback>
                <p:oleObj r:id="rId39" imgW="190500" imgH="279400" progId="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3657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5" name="Object 67"/>
          <p:cNvGraphicFramePr>
            <a:graphicFrameLocks noChangeAspect="1"/>
          </p:cNvGraphicFramePr>
          <p:nvPr/>
        </p:nvGraphicFramePr>
        <p:xfrm>
          <a:off x="5861050" y="2895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3" r:id="rId40" imgW="190500" imgH="279400" progId="">
                  <p:embed/>
                </p:oleObj>
              </mc:Choice>
              <mc:Fallback>
                <p:oleObj r:id="rId40" imgW="190500" imgH="279400" progId="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2895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6" name="Object 68"/>
          <p:cNvGraphicFramePr>
            <a:graphicFrameLocks noChangeAspect="1"/>
          </p:cNvGraphicFramePr>
          <p:nvPr/>
        </p:nvGraphicFramePr>
        <p:xfrm>
          <a:off x="6851650" y="2057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4" r:id="rId41" imgW="190335" imgH="266469" progId="">
                  <p:embed/>
                </p:oleObj>
              </mc:Choice>
              <mc:Fallback>
                <p:oleObj r:id="rId41" imgW="190335" imgH="266469" progId="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057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7" name="Object 69"/>
          <p:cNvGraphicFramePr>
            <a:graphicFrameLocks noChangeAspect="1"/>
          </p:cNvGraphicFramePr>
          <p:nvPr/>
        </p:nvGraphicFramePr>
        <p:xfrm>
          <a:off x="7766050" y="1752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5" r:id="rId42" imgW="190500" imgH="279400" progId="">
                  <p:embed/>
                </p:oleObj>
              </mc:Choice>
              <mc:Fallback>
                <p:oleObj r:id="rId42" imgW="190500" imgH="279400" progId="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1752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8" name="Line 70"/>
          <p:cNvSpPr>
            <a:spLocks noChangeShapeType="1"/>
          </p:cNvSpPr>
          <p:nvPr/>
        </p:nvSpPr>
        <p:spPr bwMode="auto">
          <a:xfrm flipH="1">
            <a:off x="908050" y="3200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69" name="Arc 71"/>
          <p:cNvSpPr>
            <a:spLocks/>
          </p:cNvSpPr>
          <p:nvPr/>
        </p:nvSpPr>
        <p:spPr bwMode="auto">
          <a:xfrm rot="8495099" flipH="1">
            <a:off x="5649913" y="2813050"/>
            <a:ext cx="3017837" cy="990600"/>
          </a:xfrm>
          <a:custGeom>
            <a:avLst/>
            <a:gdLst>
              <a:gd name="T0" fmla="*/ 0 w 42864"/>
              <a:gd name="T1" fmla="*/ 2147483646 h 30605"/>
              <a:gd name="T2" fmla="*/ 2147483646 w 42864"/>
              <a:gd name="T3" fmla="*/ 2147483646 h 30605"/>
              <a:gd name="T4" fmla="*/ 2147483646 w 42864"/>
              <a:gd name="T5" fmla="*/ 2147483646 h 30605"/>
              <a:gd name="T6" fmla="*/ 0 60000 65536"/>
              <a:gd name="T7" fmla="*/ 0 60000 65536"/>
              <a:gd name="T8" fmla="*/ 0 60000 65536"/>
              <a:gd name="T9" fmla="*/ 0 w 42864"/>
              <a:gd name="T10" fmla="*/ 0 h 30605"/>
              <a:gd name="T11" fmla="*/ 42864 w 42864"/>
              <a:gd name="T12" fmla="*/ 30605 h 306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64" h="30605" fill="none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</a:path>
              <a:path w="42864" h="30605" stroke="0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  <a:lnTo>
                  <a:pt x="21264" y="21600"/>
                </a:lnTo>
                <a:lnTo>
                  <a:pt x="-1" y="17806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70" name="Arc 72"/>
          <p:cNvSpPr>
            <a:spLocks/>
          </p:cNvSpPr>
          <p:nvPr/>
        </p:nvSpPr>
        <p:spPr bwMode="auto">
          <a:xfrm rot="8495099" flipH="1">
            <a:off x="5426075" y="2654300"/>
            <a:ext cx="2822575" cy="727075"/>
          </a:xfrm>
          <a:custGeom>
            <a:avLst/>
            <a:gdLst>
              <a:gd name="T0" fmla="*/ 2147483646 w 40153"/>
              <a:gd name="T1" fmla="*/ 2147483646 h 25585"/>
              <a:gd name="T2" fmla="*/ 2147483646 w 40153"/>
              <a:gd name="T3" fmla="*/ 0 h 25585"/>
              <a:gd name="T4" fmla="*/ 2147483646 w 40153"/>
              <a:gd name="T5" fmla="*/ 2147483646 h 25585"/>
              <a:gd name="T6" fmla="*/ 0 60000 65536"/>
              <a:gd name="T7" fmla="*/ 0 60000 65536"/>
              <a:gd name="T8" fmla="*/ 0 60000 65536"/>
              <a:gd name="T9" fmla="*/ 0 w 40153"/>
              <a:gd name="T10" fmla="*/ 0 h 25585"/>
              <a:gd name="T11" fmla="*/ 40153 w 40153"/>
              <a:gd name="T12" fmla="*/ 25585 h 255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53" h="25585" fill="none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</a:path>
              <a:path w="40153" h="25585" stroke="0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  <a:lnTo>
                  <a:pt x="21600" y="3985"/>
                </a:lnTo>
                <a:lnTo>
                  <a:pt x="40153" y="15045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71" name="Object 71"/>
          <p:cNvGraphicFramePr>
            <a:graphicFrameLocks noChangeAspect="1"/>
          </p:cNvGraphicFramePr>
          <p:nvPr/>
        </p:nvGraphicFramePr>
        <p:xfrm>
          <a:off x="6784975" y="944563"/>
          <a:ext cx="139223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6" name="Equation" r:id="rId43" imgW="1562100" imgH="673100" progId="Equation.DSMT4">
                  <p:embed/>
                </p:oleObj>
              </mc:Choice>
              <mc:Fallback>
                <p:oleObj name="Equation" r:id="rId43" imgW="1562100" imgH="67310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944563"/>
                        <a:ext cx="139223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2" name="Object 72"/>
          <p:cNvGraphicFramePr>
            <a:graphicFrameLocks noChangeAspect="1"/>
          </p:cNvGraphicFramePr>
          <p:nvPr/>
        </p:nvGraphicFramePr>
        <p:xfrm>
          <a:off x="1758950" y="1052513"/>
          <a:ext cx="1917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7" name="Equation" r:id="rId45" imgW="1637589" imgH="431613" progId="Equation.DSMT4">
                  <p:embed/>
                </p:oleObj>
              </mc:Choice>
              <mc:Fallback>
                <p:oleObj name="Equation" r:id="rId45" imgW="1637589" imgH="431613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1052513"/>
                        <a:ext cx="1917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3" name="Object 73"/>
          <p:cNvGraphicFramePr>
            <a:graphicFrameLocks noChangeAspect="1"/>
          </p:cNvGraphicFramePr>
          <p:nvPr/>
        </p:nvGraphicFramePr>
        <p:xfrm>
          <a:off x="3908425" y="873125"/>
          <a:ext cx="26384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8" name="Equation" r:id="rId47" imgW="2463800" imgH="673100" progId="Equation.DSMT4">
                  <p:embed/>
                </p:oleObj>
              </mc:Choice>
              <mc:Fallback>
                <p:oleObj name="Equation" r:id="rId47" imgW="2463800" imgH="6731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873125"/>
                        <a:ext cx="26384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0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0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0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0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0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0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40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0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0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40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0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40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4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0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40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40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00"/>
                                        <p:tgtEl>
                                          <p:spTgt spid="40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utoUpdateAnimBg="0"/>
      <p:bldP spid="409603" grpId="0" animBg="1" autoUpdateAnimBg="0"/>
      <p:bldP spid="409604" grpId="0" animBg="1" autoUpdateAnimBg="0"/>
      <p:bldP spid="409605" grpId="0" animBg="1"/>
      <p:bldP spid="409606" grpId="0" animBg="1"/>
      <p:bldP spid="409607" grpId="0" animBg="1"/>
      <p:bldP spid="409608" grpId="0" animBg="1"/>
      <p:bldP spid="409609" grpId="0" animBg="1"/>
      <p:bldP spid="409614" grpId="0" animBg="1"/>
      <p:bldP spid="409615" grpId="0" animBg="1"/>
      <p:bldP spid="409616" grpId="0" animBg="1"/>
      <p:bldP spid="409621" grpId="0" animBg="1"/>
      <p:bldP spid="409622" grpId="0" animBg="1"/>
      <p:bldP spid="409625" grpId="0" animBg="1"/>
      <p:bldP spid="409626" grpId="0" animBg="1"/>
      <p:bldP spid="409629" grpId="0" animBg="1"/>
      <p:bldP spid="409630" grpId="0" animBg="1"/>
      <p:bldP spid="409633" grpId="0" animBg="1"/>
      <p:bldP spid="409634" grpId="0" animBg="1"/>
      <p:bldP spid="409635" grpId="0" animBg="1"/>
      <p:bldP spid="409636" grpId="0" animBg="1"/>
      <p:bldP spid="409637" grpId="0" animBg="1"/>
      <p:bldP spid="409638" grpId="0" animBg="1"/>
      <p:bldP spid="409639" grpId="0" animBg="1"/>
      <p:bldP spid="409640" grpId="0" animBg="1"/>
      <p:bldP spid="409641" grpId="0" animBg="1"/>
      <p:bldP spid="409642" grpId="0" animBg="1"/>
      <p:bldP spid="409643" grpId="0" animBg="1"/>
      <p:bldP spid="409646" grpId="0" animBg="1"/>
      <p:bldP spid="409647" grpId="0" animBg="1" autoUpdateAnimBg="0"/>
      <p:bldP spid="409648" grpId="0" animBg="1" autoUpdateAnimBg="0"/>
      <p:bldP spid="409649" grpId="0" animBg="1" autoUpdateAnimBg="0"/>
      <p:bldP spid="409650" grpId="0" animBg="1" autoUpdateAnimBg="0"/>
      <p:bldP spid="409651" grpId="0" animBg="1" autoUpdateAnimBg="0"/>
      <p:bldP spid="409652" grpId="0" animBg="1" autoUpdateAnimBg="0"/>
      <p:bldP spid="409653" grpId="0" animBg="1" autoUpdateAnimBg="0"/>
      <p:bldP spid="409654" grpId="0" animBg="1" autoUpdateAnimBg="0"/>
      <p:bldP spid="409655" grpId="0" animBg="1"/>
      <p:bldP spid="409668" grpId="0" animBg="1"/>
      <p:bldP spid="409669" grpId="0" animBg="1"/>
      <p:bldP spid="4096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628" name="Object 4"/>
          <p:cNvGraphicFramePr>
            <a:graphicFrameLocks noChangeAspect="1"/>
          </p:cNvGraphicFramePr>
          <p:nvPr/>
        </p:nvGraphicFramePr>
        <p:xfrm>
          <a:off x="2987675" y="4583113"/>
          <a:ext cx="43561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2" name="Equation" r:id="rId3" imgW="4076700" imgH="673100" progId="Equation.DSMT4">
                  <p:embed/>
                </p:oleObj>
              </mc:Choice>
              <mc:Fallback>
                <p:oleObj name="Equation" r:id="rId3" imgW="4076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83113"/>
                        <a:ext cx="43561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6" name="Rectangle 38"/>
          <p:cNvSpPr>
            <a:spLocks noChangeArrowheads="1"/>
          </p:cNvSpPr>
          <p:nvPr/>
        </p:nvSpPr>
        <p:spPr bwMode="auto">
          <a:xfrm>
            <a:off x="4930775" y="4654550"/>
            <a:ext cx="2052638" cy="6492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7" name="Rectangle 37"/>
          <p:cNvSpPr>
            <a:spLocks noChangeArrowheads="1"/>
          </p:cNvSpPr>
          <p:nvPr/>
        </p:nvSpPr>
        <p:spPr bwMode="auto">
          <a:xfrm>
            <a:off x="3132138" y="4654550"/>
            <a:ext cx="1331912" cy="576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9" name="Text Box 2"/>
          <p:cNvSpPr txBox="1">
            <a:spLocks noChangeArrowheads="1"/>
          </p:cNvSpPr>
          <p:nvPr/>
        </p:nvSpPr>
        <p:spPr bwMode="auto">
          <a:xfrm>
            <a:off x="485775" y="1844675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）求质点在任一位置所受的力</a:t>
            </a:r>
            <a:r>
              <a:rPr kumimoji="0" lang="zh-CN" altLang="en-US" sz="2400"/>
              <a:t> </a:t>
            </a:r>
          </a:p>
        </p:txBody>
      </p:sp>
      <p:graphicFrame>
        <p:nvGraphicFramePr>
          <p:cNvPr id="410630" name="Object 6"/>
          <p:cNvGraphicFramePr>
            <a:graphicFrameLocks noChangeAspect="1"/>
          </p:cNvGraphicFramePr>
          <p:nvPr/>
        </p:nvGraphicFramePr>
        <p:xfrm>
          <a:off x="1727200" y="2349500"/>
          <a:ext cx="1476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3" name="Equation" r:id="rId5" imgW="1180588" imgH="406224" progId="Equation.DSMT4">
                  <p:embed/>
                </p:oleObj>
              </mc:Choice>
              <mc:Fallback>
                <p:oleObj name="Equation" r:id="rId5" imgW="1180588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349500"/>
                        <a:ext cx="1476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1" name="Object 7"/>
          <p:cNvGraphicFramePr>
            <a:graphicFrameLocks noChangeAspect="1"/>
          </p:cNvGraphicFramePr>
          <p:nvPr/>
        </p:nvGraphicFramePr>
        <p:xfrm>
          <a:off x="2195513" y="2744788"/>
          <a:ext cx="3132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4" name="Equation" r:id="rId7" imgW="2679700" imgH="901700" progId="Equation.DSMT4">
                  <p:embed/>
                </p:oleObj>
              </mc:Choice>
              <mc:Fallback>
                <p:oleObj name="Equation" r:id="rId7" imgW="2679700" imgH="901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44788"/>
                        <a:ext cx="31321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2" name="Object 8"/>
          <p:cNvGraphicFramePr>
            <a:graphicFrameLocks noChangeAspect="1"/>
          </p:cNvGraphicFramePr>
          <p:nvPr/>
        </p:nvGraphicFramePr>
        <p:xfrm>
          <a:off x="1260475" y="3854450"/>
          <a:ext cx="6127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5" name="Equation" r:id="rId9" imgW="279279" imgH="203112" progId="Equation.DSMT4">
                  <p:embed/>
                </p:oleObj>
              </mc:Choice>
              <mc:Fallback>
                <p:oleObj name="Equation" r:id="rId9" imgW="279279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854450"/>
                        <a:ext cx="61277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3" name="Object 9"/>
          <p:cNvGraphicFramePr>
            <a:graphicFrameLocks noChangeAspect="1"/>
          </p:cNvGraphicFramePr>
          <p:nvPr/>
        </p:nvGraphicFramePr>
        <p:xfrm>
          <a:off x="1595438" y="5357813"/>
          <a:ext cx="30495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6" name="Equation" r:id="rId11" imgW="2641600" imgH="469900" progId="Equation.DSMT4">
                  <p:embed/>
                </p:oleObj>
              </mc:Choice>
              <mc:Fallback>
                <p:oleObj name="Equation" r:id="rId11" imgW="26416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5357813"/>
                        <a:ext cx="3049587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rc 9"/>
          <p:cNvSpPr>
            <a:spLocks/>
          </p:cNvSpPr>
          <p:nvPr/>
        </p:nvSpPr>
        <p:spPr bwMode="auto">
          <a:xfrm rot="8520000" flipH="1">
            <a:off x="5821363" y="1890713"/>
            <a:ext cx="2735262" cy="1093787"/>
          </a:xfrm>
          <a:custGeom>
            <a:avLst/>
            <a:gdLst>
              <a:gd name="T0" fmla="*/ 2147483646 w 43200"/>
              <a:gd name="T1" fmla="*/ 0 h 43200"/>
              <a:gd name="T2" fmla="*/ 2147483646 w 43200"/>
              <a:gd name="T3" fmla="*/ 0 h 43200"/>
              <a:gd name="T4" fmla="*/ 2147483646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43200" stroke="0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3124" y="23410"/>
                </a:lnTo>
                <a:close/>
              </a:path>
            </a:pathLst>
          </a:custGeom>
          <a:noFill/>
          <a:ln w="571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 flipH="1">
            <a:off x="7743825" y="2571750"/>
            <a:ext cx="342900" cy="339725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2" name="Line 11"/>
          <p:cNvSpPr>
            <a:spLocks noChangeShapeType="1"/>
          </p:cNvSpPr>
          <p:nvPr/>
        </p:nvSpPr>
        <p:spPr bwMode="auto">
          <a:xfrm>
            <a:off x="8223250" y="1550988"/>
            <a:ext cx="68263" cy="68262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5616575" y="2298700"/>
            <a:ext cx="31559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3"/>
          <p:cNvSpPr>
            <a:spLocks noChangeShapeType="1"/>
          </p:cNvSpPr>
          <p:nvPr/>
        </p:nvSpPr>
        <p:spPr bwMode="auto">
          <a:xfrm flipV="1">
            <a:off x="7194550" y="936625"/>
            <a:ext cx="0" cy="23844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8389938" y="2333625"/>
          <a:ext cx="34766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7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33625"/>
                        <a:ext cx="34766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7332663" y="869950"/>
          <a:ext cx="3365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8" name="Equation" r:id="rId15" imgW="139579" imgH="164957" progId="Equation.DSMT4">
                  <p:embed/>
                </p:oleObj>
              </mc:Choice>
              <mc:Fallback>
                <p:oleObj name="Equation" r:id="rId15" imgW="139579" imgH="16495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869950"/>
                        <a:ext cx="3365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821488" y="2301875"/>
          <a:ext cx="3444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9" name="Equation" r:id="rId17" imgW="126725" imgH="177415" progId="Equation.DSMT4">
                  <p:embed/>
                </p:oleObj>
              </mc:Choice>
              <mc:Fallback>
                <p:oleObj name="Equation" r:id="rId17" imgW="126725" imgH="17741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2301875"/>
                        <a:ext cx="3444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162800" y="1447800"/>
            <a:ext cx="762000" cy="914400"/>
            <a:chOff x="0" y="0"/>
            <a:chExt cx="480" cy="576"/>
          </a:xfrm>
        </p:grpSpPr>
        <p:sp>
          <p:nvSpPr>
            <p:cNvPr id="22558" name="Oval 18"/>
            <p:cNvSpPr>
              <a:spLocks noChangeArrowheads="1"/>
            </p:cNvSpPr>
            <p:nvPr/>
          </p:nvSpPr>
          <p:spPr bwMode="auto">
            <a:xfrm>
              <a:off x="240" y="0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2559" name="Line 19"/>
            <p:cNvSpPr>
              <a:spLocks noChangeShapeType="1"/>
            </p:cNvSpPr>
            <p:nvPr/>
          </p:nvSpPr>
          <p:spPr bwMode="auto">
            <a:xfrm flipV="1">
              <a:off x="0" y="48"/>
              <a:ext cx="288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560" name="Object 21"/>
            <p:cNvGraphicFramePr>
              <a:graphicFrameLocks noChangeAspect="1"/>
            </p:cNvGraphicFramePr>
            <p:nvPr/>
          </p:nvGraphicFramePr>
          <p:xfrm>
            <a:off x="336" y="96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0" name="Equation" r:id="rId19" imgW="126780" imgH="164814" progId="Equation.DSMT4">
                    <p:embed/>
                  </p:oleObj>
                </mc:Choice>
                <mc:Fallback>
                  <p:oleObj name="Equation" r:id="rId19" imgW="126780" imgH="164814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96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6" name="Object 22"/>
          <p:cNvGraphicFramePr>
            <a:graphicFrameLocks noChangeAspect="1"/>
          </p:cNvGraphicFramePr>
          <p:nvPr/>
        </p:nvGraphicFramePr>
        <p:xfrm>
          <a:off x="4968875" y="3752850"/>
          <a:ext cx="33480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1" name="Equation" r:id="rId21" imgW="2997200" imgH="673100" progId="Equation.DSMT4">
                  <p:embed/>
                </p:oleObj>
              </mc:Choice>
              <mc:Fallback>
                <p:oleObj name="Equation" r:id="rId21" imgW="2997200" imgH="673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3752850"/>
                        <a:ext cx="33480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7" name="Object 23"/>
          <p:cNvGraphicFramePr>
            <a:graphicFrameLocks noChangeAspect="1"/>
          </p:cNvGraphicFramePr>
          <p:nvPr/>
        </p:nvGraphicFramePr>
        <p:xfrm>
          <a:off x="1584325" y="5951538"/>
          <a:ext cx="18351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2" name="Equation" r:id="rId23" imgW="1358310" imgH="393529" progId="Equation.DSMT4">
                  <p:embed/>
                </p:oleObj>
              </mc:Choice>
              <mc:Fallback>
                <p:oleObj name="Equation" r:id="rId23" imgW="1358310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951538"/>
                        <a:ext cx="18351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8" name="Object 24"/>
          <p:cNvGraphicFramePr>
            <a:graphicFrameLocks noChangeAspect="1"/>
          </p:cNvGraphicFramePr>
          <p:nvPr/>
        </p:nvGraphicFramePr>
        <p:xfrm>
          <a:off x="3136900" y="5338763"/>
          <a:ext cx="12541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3" name="Equation" r:id="rId25" imgW="965200" imgH="482600" progId="Equation.DSMT4">
                  <p:embed/>
                </p:oleObj>
              </mc:Choice>
              <mc:Fallback>
                <p:oleObj name="Equation" r:id="rId25" imgW="9652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338763"/>
                        <a:ext cx="125412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9" name="Object 25"/>
          <p:cNvGraphicFramePr>
            <a:graphicFrameLocks noChangeAspect="1"/>
          </p:cNvGraphicFramePr>
          <p:nvPr/>
        </p:nvGraphicFramePr>
        <p:xfrm>
          <a:off x="1873250" y="3813175"/>
          <a:ext cx="30241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4" name="Equation" r:id="rId27" imgW="2743200" imgH="495300" progId="Equation.DSMT4">
                  <p:embed/>
                </p:oleObj>
              </mc:Choice>
              <mc:Fallback>
                <p:oleObj name="Equation" r:id="rId27" imgW="2743200" imgH="495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3813175"/>
                        <a:ext cx="302418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/>
        </p:nvGraphicFramePr>
        <p:xfrm>
          <a:off x="1598613" y="4627563"/>
          <a:ext cx="13890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5" name="Equation" r:id="rId29" imgW="1180588" imgH="393529" progId="Equation.DSMT4">
                  <p:embed/>
                </p:oleObj>
              </mc:Choice>
              <mc:Fallback>
                <p:oleObj name="Equation" r:id="rId29" imgW="1180588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627563"/>
                        <a:ext cx="13890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917575" y="368300"/>
            <a:ext cx="4338638" cy="1331913"/>
            <a:chOff x="0" y="0"/>
            <a:chExt cx="2733" cy="839"/>
          </a:xfrm>
        </p:grpSpPr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2109" y="30"/>
            <a:ext cx="624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" r:id="rId31" imgW="895238" imgH="847843" progId="PBrush">
                    <p:embed/>
                  </p:oleObj>
                </mc:Choice>
                <mc:Fallback>
                  <p:oleObj r:id="rId31" imgW="895238" imgH="847843" progId="PBrush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CECEFE"/>
                            </a:clrFrom>
                            <a:clrTo>
                              <a:srgbClr val="CECEFE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0"/>
                          <a:ext cx="624" cy="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5" name="Object 30"/>
            <p:cNvGraphicFramePr>
              <a:graphicFrameLocks noChangeAspect="1"/>
            </p:cNvGraphicFramePr>
            <p:nvPr/>
          </p:nvGraphicFramePr>
          <p:xfrm>
            <a:off x="227" y="91"/>
            <a:ext cx="133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7" name="Equation" r:id="rId33" imgW="1816100" imgH="431800" progId="Equation.DSMT4">
                    <p:embed/>
                  </p:oleObj>
                </mc:Choice>
                <mc:Fallback>
                  <p:oleObj name="Equation" r:id="rId33" imgW="1816100" imgH="4318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91"/>
                          <a:ext cx="133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6" name="Object 31"/>
            <p:cNvGraphicFramePr>
              <a:graphicFrameLocks noChangeAspect="1"/>
            </p:cNvGraphicFramePr>
            <p:nvPr/>
          </p:nvGraphicFramePr>
          <p:xfrm>
            <a:off x="240" y="295"/>
            <a:ext cx="1766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8" name="Equation" r:id="rId35" imgW="2616200" imgH="673100" progId="Equation.DSMT4">
                    <p:embed/>
                  </p:oleObj>
                </mc:Choice>
                <mc:Fallback>
                  <p:oleObj name="Equation" r:id="rId35" imgW="2616200" imgH="6731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5"/>
                          <a:ext cx="1766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7" name="Rectangle 42"/>
            <p:cNvSpPr>
              <a:spLocks noChangeArrowheads="1"/>
            </p:cNvSpPr>
            <p:nvPr/>
          </p:nvSpPr>
          <p:spPr bwMode="auto">
            <a:xfrm>
              <a:off x="0" y="0"/>
              <a:ext cx="2109" cy="839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255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bldLvl="0" animBg="1" autoUpdateAnimBg="0"/>
      <p:bldP spid="410627" grpId="0" bldLvl="0" animBg="1" autoUpdateAnimBg="0"/>
      <p:bldP spid="41062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122238" y="1889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4.4  </a:t>
            </a:r>
            <a:r>
              <a:rPr kumimoji="0" lang="zh-CN" altLang="en-US" sz="2800" b="1">
                <a:solidFill>
                  <a:srgbClr val="FF0000"/>
                </a:solidFill>
              </a:rPr>
              <a:t>振动方向垂直、不同频率</a:t>
            </a:r>
            <a:r>
              <a:rPr kumimoji="0" lang="zh-CN" altLang="en-US" sz="2800" b="1"/>
              <a:t>的简谐振动的合成</a:t>
            </a:r>
          </a:p>
        </p:txBody>
      </p:sp>
      <p:sp>
        <p:nvSpPr>
          <p:cNvPr id="411651" name="Text Box 3"/>
          <p:cNvSpPr txBox="1">
            <a:spLocks noChangeArrowheads="1"/>
          </p:cNvSpPr>
          <p:nvPr/>
        </p:nvSpPr>
        <p:spPr bwMode="auto">
          <a:xfrm>
            <a:off x="936625" y="21336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轨迹曲线称为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zh-CN" altLang="en-US" sz="2800" b="1"/>
              <a:t>。</a:t>
            </a:r>
          </a:p>
        </p:txBody>
      </p:sp>
      <p:sp>
        <p:nvSpPr>
          <p:cNvPr id="411652" name="Text Box 4"/>
          <p:cNvSpPr txBox="1">
            <a:spLocks noChangeArrowheads="1"/>
          </p:cNvSpPr>
          <p:nvPr/>
        </p:nvSpPr>
        <p:spPr bwMode="auto">
          <a:xfrm>
            <a:off x="555625" y="7651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一般轨迹曲线复杂，</a:t>
            </a:r>
            <a:r>
              <a:rPr kumimoji="0" lang="zh-CN" altLang="en-US" sz="2800" b="1">
                <a:solidFill>
                  <a:schemeClr val="accent2"/>
                </a:solidFill>
              </a:rPr>
              <a:t>且不稳定</a:t>
            </a:r>
          </a:p>
        </p:txBody>
      </p:sp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613150"/>
            <a:ext cx="1908175" cy="1981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3613150"/>
            <a:ext cx="1981200" cy="196532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088" y="3536950"/>
            <a:ext cx="1905000" cy="2057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656" name="Line 8"/>
          <p:cNvSpPr>
            <a:spLocks noChangeShapeType="1"/>
          </p:cNvSpPr>
          <p:nvPr/>
        </p:nvSpPr>
        <p:spPr bwMode="auto">
          <a:xfrm>
            <a:off x="1258888" y="5594350"/>
            <a:ext cx="2057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57" name="Object 9"/>
          <p:cNvGraphicFramePr>
            <a:graphicFrameLocks noChangeAspect="1"/>
          </p:cNvGraphicFramePr>
          <p:nvPr/>
        </p:nvGraphicFramePr>
        <p:xfrm>
          <a:off x="3203575" y="5495925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0" name="Equation" r:id="rId6" imgW="126835" imgH="139518" progId="Equation.DSMT4">
                  <p:embed/>
                </p:oleObj>
              </mc:Choice>
              <mc:Fallback>
                <p:oleObj name="Equation" r:id="rId6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495925"/>
                        <a:ext cx="3460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8" name="Object 10"/>
          <p:cNvGraphicFramePr>
            <a:graphicFrameLocks noChangeAspect="1"/>
          </p:cNvGraphicFramePr>
          <p:nvPr/>
        </p:nvGraphicFramePr>
        <p:xfrm>
          <a:off x="877888" y="3371850"/>
          <a:ext cx="3254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1" name="Equation" r:id="rId8" imgW="139579" imgH="164957" progId="Equation.DSMT4">
                  <p:embed/>
                </p:oleObj>
              </mc:Choice>
              <mc:Fallback>
                <p:oleObj name="Equation" r:id="rId8" imgW="139579" imgH="16495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3371850"/>
                        <a:ext cx="3254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9" name="Line 11"/>
          <p:cNvSpPr>
            <a:spLocks noChangeShapeType="1"/>
          </p:cNvSpPr>
          <p:nvPr/>
        </p:nvSpPr>
        <p:spPr bwMode="auto">
          <a:xfrm flipV="1">
            <a:off x="1258888" y="3384550"/>
            <a:ext cx="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60" name="Object 12"/>
          <p:cNvGraphicFramePr>
            <a:graphicFrameLocks noChangeAspect="1"/>
          </p:cNvGraphicFramePr>
          <p:nvPr/>
        </p:nvGraphicFramePr>
        <p:xfrm>
          <a:off x="2087563" y="5805488"/>
          <a:ext cx="6461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2" r:id="rId10" imgW="647700" imgH="330200" progId="Equation.3">
                  <p:embed/>
                </p:oleObj>
              </mc:Choice>
              <mc:Fallback>
                <p:oleObj r:id="rId10" imgW="6477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805488"/>
                        <a:ext cx="6461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1" name="Object 13"/>
          <p:cNvGraphicFramePr>
            <a:graphicFrameLocks noChangeAspect="1"/>
          </p:cNvGraphicFramePr>
          <p:nvPr/>
        </p:nvGraphicFramePr>
        <p:xfrm>
          <a:off x="4389438" y="5811838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3" r:id="rId12" imgW="647700" imgH="330200" progId="Equation.3">
                  <p:embed/>
                </p:oleObj>
              </mc:Choice>
              <mc:Fallback>
                <p:oleObj r:id="rId12" imgW="647700" imgH="330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5811838"/>
                        <a:ext cx="647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2" name="Object 14"/>
          <p:cNvGraphicFramePr>
            <a:graphicFrameLocks noChangeAspect="1"/>
          </p:cNvGraphicFramePr>
          <p:nvPr/>
        </p:nvGraphicFramePr>
        <p:xfrm>
          <a:off x="6427788" y="5735638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4" r:id="rId14" imgW="825500" imgH="330200" progId="Equation.3">
                  <p:embed/>
                </p:oleObj>
              </mc:Choice>
              <mc:Fallback>
                <p:oleObj r:id="rId14" imgW="825500" imgH="330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5735638"/>
                        <a:ext cx="736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3" name="Object 15"/>
          <p:cNvGraphicFramePr>
            <a:graphicFrameLocks noChangeAspect="1"/>
          </p:cNvGraphicFramePr>
          <p:nvPr/>
        </p:nvGraphicFramePr>
        <p:xfrm>
          <a:off x="519113" y="5802313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5" name="Equation" r:id="rId16" imgW="1422400" imgH="482600" progId="Equation.DSMT4">
                  <p:embed/>
                </p:oleObj>
              </mc:Choice>
              <mc:Fallback>
                <p:oleObj name="Equation" r:id="rId16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5802313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4" name="Rectangle 17"/>
          <p:cNvSpPr>
            <a:spLocks noChangeArrowheads="1"/>
          </p:cNvSpPr>
          <p:nvPr/>
        </p:nvSpPr>
        <p:spPr bwMode="auto">
          <a:xfrm>
            <a:off x="1030288" y="624046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由切点数之比及已知频率可</a:t>
            </a:r>
            <a:r>
              <a:rPr kumimoji="0" lang="zh-CN" altLang="en-US" sz="2800" b="1">
                <a:solidFill>
                  <a:srgbClr val="FF0000"/>
                </a:solidFill>
              </a:rPr>
              <a:t>测未知频率</a:t>
            </a:r>
            <a:r>
              <a:rPr kumimoji="0" lang="zh-CN" altLang="en-US" sz="2800" b="1"/>
              <a:t>。</a:t>
            </a:r>
          </a:p>
        </p:txBody>
      </p:sp>
      <p:graphicFrame>
        <p:nvGraphicFramePr>
          <p:cNvPr id="411665" name="Object 17"/>
          <p:cNvGraphicFramePr>
            <a:graphicFrameLocks noChangeAspect="1"/>
          </p:cNvGraphicFramePr>
          <p:nvPr/>
        </p:nvGraphicFramePr>
        <p:xfrm>
          <a:off x="3440113" y="2552700"/>
          <a:ext cx="13668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6" name="Equation" r:id="rId18" imgW="596900" imgH="469900" progId="Equation.DSMT4">
                  <p:embed/>
                </p:oleObj>
              </mc:Choice>
              <mc:Fallback>
                <p:oleObj name="Equation" r:id="rId18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2552700"/>
                        <a:ext cx="136683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6" name="Object 18"/>
          <p:cNvGraphicFramePr>
            <a:graphicFrameLocks noChangeAspect="1"/>
          </p:cNvGraphicFramePr>
          <p:nvPr/>
        </p:nvGraphicFramePr>
        <p:xfrm>
          <a:off x="2068513" y="5797550"/>
          <a:ext cx="6540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7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5797550"/>
                        <a:ext cx="654050" cy="347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7" name="Object 19"/>
          <p:cNvGraphicFramePr>
            <a:graphicFrameLocks noChangeAspect="1"/>
          </p:cNvGraphicFramePr>
          <p:nvPr/>
        </p:nvGraphicFramePr>
        <p:xfrm>
          <a:off x="4383088" y="5768975"/>
          <a:ext cx="657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8" r:id="rId22" imgW="660113" imgH="330057" progId="Equation.3">
                  <p:embed/>
                </p:oleObj>
              </mc:Choice>
              <mc:Fallback>
                <p:oleObj r:id="rId22" imgW="660113" imgH="33005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5768975"/>
                        <a:ext cx="657225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8" name="Object 20"/>
          <p:cNvGraphicFramePr>
            <a:graphicFrameLocks noChangeAspect="1"/>
          </p:cNvGraphicFramePr>
          <p:nvPr/>
        </p:nvGraphicFramePr>
        <p:xfrm>
          <a:off x="6443663" y="5732463"/>
          <a:ext cx="723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9" r:id="rId24" imgW="647700" imgH="330200" progId="Equation.3">
                  <p:embed/>
                </p:oleObj>
              </mc:Choice>
              <mc:Fallback>
                <p:oleObj r:id="rId24" imgW="647700" imgH="330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732463"/>
                        <a:ext cx="72390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0" name="Text Box 26"/>
          <p:cNvSpPr txBox="1">
            <a:spLocks noChangeArrowheads="1"/>
          </p:cNvSpPr>
          <p:nvPr/>
        </p:nvSpPr>
        <p:spPr bwMode="auto">
          <a:xfrm>
            <a:off x="973138" y="1493838"/>
            <a:ext cx="8351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两振动的频率之比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合成轨迹稳定。</a:t>
            </a:r>
          </a:p>
        </p:txBody>
      </p:sp>
      <p:graphicFrame>
        <p:nvGraphicFramePr>
          <p:cNvPr id="411671" name="Object 23"/>
          <p:cNvGraphicFramePr>
            <a:graphicFrameLocks noChangeAspect="1"/>
          </p:cNvGraphicFramePr>
          <p:nvPr/>
        </p:nvGraphicFramePr>
        <p:xfrm>
          <a:off x="3924300" y="1314450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0" name="Equation" r:id="rId26" imgW="482600" imgH="927100" progId="Equation.DSMT4">
                  <p:embed/>
                </p:oleObj>
              </mc:Choice>
              <mc:Fallback>
                <p:oleObj name="Equation" r:id="rId26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314450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2" name="AutoShape 31"/>
          <p:cNvSpPr>
            <a:spLocks noChangeArrowheads="1"/>
          </p:cNvSpPr>
          <p:nvPr/>
        </p:nvSpPr>
        <p:spPr bwMode="auto">
          <a:xfrm>
            <a:off x="5688013" y="2312988"/>
            <a:ext cx="2665412" cy="936625"/>
          </a:xfrm>
          <a:prstGeom prst="wedgeRectCallout">
            <a:avLst>
              <a:gd name="adj1" fmla="val -54704"/>
              <a:gd name="adj2" fmla="val 108477"/>
            </a:avLst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11673" name="Text Box 19"/>
          <p:cNvSpPr txBox="1">
            <a:spLocks noChangeArrowheads="1"/>
          </p:cNvSpPr>
          <p:nvPr/>
        </p:nvSpPr>
        <p:spPr bwMode="auto">
          <a:xfrm>
            <a:off x="5688013" y="2276475"/>
            <a:ext cx="3636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图形形状还与位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相差及振幅有关</a:t>
            </a:r>
          </a:p>
        </p:txBody>
      </p:sp>
      <p:sp>
        <p:nvSpPr>
          <p:cNvPr id="2562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27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16050" y="273208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1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4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1" grpId="0" autoUpdateAnimBg="0"/>
      <p:bldP spid="411652" grpId="0" autoUpdateAnimBg="0"/>
      <p:bldP spid="411656" grpId="0" animBg="1"/>
      <p:bldP spid="411659" grpId="0" animBg="1"/>
      <p:bldP spid="411664" grpId="0" autoUpdateAnimBg="0"/>
      <p:bldP spid="411670" grpId="0" autoUpdateAnimBg="0"/>
      <p:bldP spid="411672" grpId="0" animBg="1" autoUpdateAnimBg="0"/>
      <p:bldP spid="411673" grpId="0" autoUpdateAnimBg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18"/>
          <p:cNvSpPr>
            <a:spLocks noChangeArrowheads="1"/>
          </p:cNvSpPr>
          <p:nvPr/>
        </p:nvSpPr>
        <p:spPr bwMode="auto">
          <a:xfrm>
            <a:off x="446088" y="2078038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6627" name="Group 49"/>
          <p:cNvGrpSpPr>
            <a:grpSpLocks/>
          </p:cNvGrpSpPr>
          <p:nvPr/>
        </p:nvGrpSpPr>
        <p:grpSpPr bwMode="auto">
          <a:xfrm>
            <a:off x="539750" y="4365625"/>
            <a:ext cx="4535488" cy="2016125"/>
            <a:chOff x="340" y="2205"/>
            <a:chExt cx="2857" cy="1270"/>
          </a:xfrm>
        </p:grpSpPr>
        <p:sp>
          <p:nvSpPr>
            <p:cNvPr id="26692" name="Rectangle 50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93" name="WordArt 51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694" name="Line 52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53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54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697" name="Line 55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Line 56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Line 57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Line 58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Line 59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Line 60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Line 61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Line 62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Line 63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64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6707" name="Line 65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Line 66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67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68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1" name="Freeform 69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70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3" name="Line 71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Line 72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AutoShape 73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6" name="Line 74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Line 75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AutoShape 76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9" name="Line 77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Rectangle 78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1" name="Rectangle 79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2" name="Line 80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81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Line 82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2372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6727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6728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729" name="Line 87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Line 88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Line 89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732" name="Group 90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6738" name="Rectangle 91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6739" name="WordArt 9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6733" name="Line 93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Line 94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Line 95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Line 96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Line 97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188"/>
          <p:cNvGrpSpPr>
            <a:grpSpLocks/>
          </p:cNvGrpSpPr>
          <p:nvPr/>
        </p:nvGrpSpPr>
        <p:grpSpPr bwMode="auto">
          <a:xfrm>
            <a:off x="5800725" y="2130425"/>
            <a:ext cx="1943100" cy="1857375"/>
            <a:chOff x="3651" y="947"/>
            <a:chExt cx="1180" cy="1168"/>
          </a:xfrm>
        </p:grpSpPr>
        <p:sp>
          <p:nvSpPr>
            <p:cNvPr id="26673" name="Rectangle 29"/>
            <p:cNvSpPr>
              <a:spLocks noChangeArrowheads="1"/>
            </p:cNvSpPr>
            <p:nvPr/>
          </p:nvSpPr>
          <p:spPr bwMode="auto">
            <a:xfrm>
              <a:off x="3652" y="947"/>
              <a:ext cx="1179" cy="1168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74" name="Line 31"/>
            <p:cNvSpPr>
              <a:spLocks noChangeShapeType="1"/>
            </p:cNvSpPr>
            <p:nvPr/>
          </p:nvSpPr>
          <p:spPr bwMode="auto">
            <a:xfrm>
              <a:off x="4238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Line 32"/>
            <p:cNvSpPr>
              <a:spLocks noChangeShapeType="1"/>
            </p:cNvSpPr>
            <p:nvPr/>
          </p:nvSpPr>
          <p:spPr bwMode="auto">
            <a:xfrm>
              <a:off x="4117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Line 33"/>
            <p:cNvSpPr>
              <a:spLocks noChangeShapeType="1"/>
            </p:cNvSpPr>
            <p:nvPr/>
          </p:nvSpPr>
          <p:spPr bwMode="auto">
            <a:xfrm>
              <a:off x="399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Line 34"/>
            <p:cNvSpPr>
              <a:spLocks noChangeShapeType="1"/>
            </p:cNvSpPr>
            <p:nvPr/>
          </p:nvSpPr>
          <p:spPr bwMode="auto">
            <a:xfrm>
              <a:off x="387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Line 35"/>
            <p:cNvSpPr>
              <a:spLocks noChangeShapeType="1"/>
            </p:cNvSpPr>
            <p:nvPr/>
          </p:nvSpPr>
          <p:spPr bwMode="auto">
            <a:xfrm>
              <a:off x="3752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Line 36"/>
            <p:cNvSpPr>
              <a:spLocks noChangeShapeType="1"/>
            </p:cNvSpPr>
            <p:nvPr/>
          </p:nvSpPr>
          <p:spPr bwMode="auto">
            <a:xfrm>
              <a:off x="4360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Line 37"/>
            <p:cNvSpPr>
              <a:spLocks noChangeShapeType="1"/>
            </p:cNvSpPr>
            <p:nvPr/>
          </p:nvSpPr>
          <p:spPr bwMode="auto">
            <a:xfrm>
              <a:off x="4481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Line 38"/>
            <p:cNvSpPr>
              <a:spLocks noChangeShapeType="1"/>
            </p:cNvSpPr>
            <p:nvPr/>
          </p:nvSpPr>
          <p:spPr bwMode="auto">
            <a:xfrm>
              <a:off x="4603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Line 39"/>
            <p:cNvSpPr>
              <a:spLocks noChangeShapeType="1"/>
            </p:cNvSpPr>
            <p:nvPr/>
          </p:nvSpPr>
          <p:spPr bwMode="auto">
            <a:xfrm>
              <a:off x="472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Line 47"/>
            <p:cNvSpPr>
              <a:spLocks noChangeShapeType="1"/>
            </p:cNvSpPr>
            <p:nvPr/>
          </p:nvSpPr>
          <p:spPr bwMode="auto">
            <a:xfrm>
              <a:off x="3651" y="189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Line 131"/>
            <p:cNvSpPr>
              <a:spLocks noChangeShapeType="1"/>
            </p:cNvSpPr>
            <p:nvPr/>
          </p:nvSpPr>
          <p:spPr bwMode="auto">
            <a:xfrm>
              <a:off x="3651" y="2002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Line 132"/>
            <p:cNvSpPr>
              <a:spLocks noChangeShapeType="1"/>
            </p:cNvSpPr>
            <p:nvPr/>
          </p:nvSpPr>
          <p:spPr bwMode="auto">
            <a:xfrm>
              <a:off x="3651" y="1775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Line 133"/>
            <p:cNvSpPr>
              <a:spLocks noChangeShapeType="1"/>
            </p:cNvSpPr>
            <p:nvPr/>
          </p:nvSpPr>
          <p:spPr bwMode="auto">
            <a:xfrm>
              <a:off x="3651" y="164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Line 134"/>
            <p:cNvSpPr>
              <a:spLocks noChangeShapeType="1"/>
            </p:cNvSpPr>
            <p:nvPr/>
          </p:nvSpPr>
          <p:spPr bwMode="auto">
            <a:xfrm>
              <a:off x="3651" y="152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Line 135"/>
            <p:cNvSpPr>
              <a:spLocks noChangeShapeType="1"/>
            </p:cNvSpPr>
            <p:nvPr/>
          </p:nvSpPr>
          <p:spPr bwMode="auto">
            <a:xfrm>
              <a:off x="3651" y="14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Line 136"/>
            <p:cNvSpPr>
              <a:spLocks noChangeShapeType="1"/>
            </p:cNvSpPr>
            <p:nvPr/>
          </p:nvSpPr>
          <p:spPr bwMode="auto">
            <a:xfrm>
              <a:off x="3651" y="1286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Line 137"/>
            <p:cNvSpPr>
              <a:spLocks noChangeShapeType="1"/>
            </p:cNvSpPr>
            <p:nvPr/>
          </p:nvSpPr>
          <p:spPr bwMode="auto">
            <a:xfrm>
              <a:off x="3651" y="116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Line 138"/>
            <p:cNvSpPr>
              <a:spLocks noChangeShapeType="1"/>
            </p:cNvSpPr>
            <p:nvPr/>
          </p:nvSpPr>
          <p:spPr bwMode="auto">
            <a:xfrm>
              <a:off x="3651" y="1049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29" name="Oval 146"/>
          <p:cNvSpPr>
            <a:spLocks noChangeArrowheads="1"/>
          </p:cNvSpPr>
          <p:nvPr/>
        </p:nvSpPr>
        <p:spPr bwMode="auto">
          <a:xfrm>
            <a:off x="5972175" y="4506913"/>
            <a:ext cx="1611313" cy="16573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0" name="Line 18"/>
          <p:cNvSpPr>
            <a:spLocks noChangeShapeType="1"/>
          </p:cNvSpPr>
          <p:nvPr/>
        </p:nvSpPr>
        <p:spPr bwMode="auto">
          <a:xfrm>
            <a:off x="5473700" y="5356225"/>
            <a:ext cx="273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1" name="Group 21"/>
          <p:cNvGrpSpPr>
            <a:grpSpLocks/>
          </p:cNvGrpSpPr>
          <p:nvPr/>
        </p:nvGrpSpPr>
        <p:grpSpPr bwMode="auto">
          <a:xfrm>
            <a:off x="8002588" y="5473700"/>
            <a:ext cx="280987" cy="206375"/>
            <a:chOff x="3152" y="2296"/>
            <a:chExt cx="282" cy="224"/>
          </a:xfrm>
        </p:grpSpPr>
        <p:sp>
          <p:nvSpPr>
            <p:cNvPr id="26671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72" name="WordArt 23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6" name="Group 168"/>
          <p:cNvGrpSpPr>
            <a:grpSpLocks/>
          </p:cNvGrpSpPr>
          <p:nvPr/>
        </p:nvGrpSpPr>
        <p:grpSpPr bwMode="auto">
          <a:xfrm rot="2597550">
            <a:off x="6773863" y="4506913"/>
            <a:ext cx="0" cy="1657350"/>
            <a:chOff x="4243" y="2341"/>
            <a:chExt cx="0" cy="1044"/>
          </a:xfrm>
        </p:grpSpPr>
        <p:sp>
          <p:nvSpPr>
            <p:cNvPr id="26669" name="Line 129"/>
            <p:cNvSpPr>
              <a:spLocks noChangeShapeType="1"/>
            </p:cNvSpPr>
            <p:nvPr/>
          </p:nvSpPr>
          <p:spPr bwMode="auto">
            <a:xfrm flipV="1">
              <a:off x="4243" y="2341"/>
              <a:ext cx="0" cy="52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Line 130"/>
            <p:cNvSpPr>
              <a:spLocks noChangeShapeType="1"/>
            </p:cNvSpPr>
            <p:nvPr/>
          </p:nvSpPr>
          <p:spPr bwMode="auto">
            <a:xfrm flipV="1">
              <a:off x="4243" y="2863"/>
              <a:ext cx="0" cy="5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3" name="Oval 149"/>
          <p:cNvSpPr>
            <a:spLocks noChangeArrowheads="1"/>
          </p:cNvSpPr>
          <p:nvPr/>
        </p:nvSpPr>
        <p:spPr bwMode="auto">
          <a:xfrm>
            <a:off x="3668713" y="2255838"/>
            <a:ext cx="1550987" cy="16144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4" name="Line 16"/>
          <p:cNvSpPr>
            <a:spLocks noChangeShapeType="1"/>
          </p:cNvSpPr>
          <p:nvPr/>
        </p:nvSpPr>
        <p:spPr bwMode="auto">
          <a:xfrm>
            <a:off x="3132138" y="3067050"/>
            <a:ext cx="5111750" cy="0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5" name="Group 24"/>
          <p:cNvGrpSpPr>
            <a:grpSpLocks/>
          </p:cNvGrpSpPr>
          <p:nvPr/>
        </p:nvGrpSpPr>
        <p:grpSpPr bwMode="auto">
          <a:xfrm>
            <a:off x="3956050" y="1844675"/>
            <a:ext cx="269875" cy="268288"/>
            <a:chOff x="1111" y="1117"/>
            <a:chExt cx="181" cy="181"/>
          </a:xfrm>
        </p:grpSpPr>
        <p:sp>
          <p:nvSpPr>
            <p:cNvPr id="26667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68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8" name="Group 127"/>
          <p:cNvGrpSpPr>
            <a:grpSpLocks/>
          </p:cNvGrpSpPr>
          <p:nvPr/>
        </p:nvGrpSpPr>
        <p:grpSpPr bwMode="auto">
          <a:xfrm>
            <a:off x="4427538" y="2255838"/>
            <a:ext cx="0" cy="1614487"/>
            <a:chOff x="1927" y="1026"/>
            <a:chExt cx="0" cy="1089"/>
          </a:xfrm>
        </p:grpSpPr>
        <p:sp>
          <p:nvSpPr>
            <p:cNvPr id="26665" name="Line 17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Line 126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7" name="Line 150"/>
          <p:cNvSpPr>
            <a:spLocks noChangeShapeType="1"/>
          </p:cNvSpPr>
          <p:nvPr/>
        </p:nvSpPr>
        <p:spPr bwMode="auto">
          <a:xfrm flipV="1">
            <a:off x="4445000" y="1844675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Line 175"/>
          <p:cNvSpPr>
            <a:spLocks noChangeShapeType="1"/>
          </p:cNvSpPr>
          <p:nvPr/>
        </p:nvSpPr>
        <p:spPr bwMode="auto">
          <a:xfrm flipV="1">
            <a:off x="6777038" y="1584325"/>
            <a:ext cx="0" cy="4608513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42" name="Oval 154"/>
          <p:cNvSpPr>
            <a:spLocks noChangeArrowheads="1"/>
          </p:cNvSpPr>
          <p:nvPr/>
        </p:nvSpPr>
        <p:spPr bwMode="auto">
          <a:xfrm>
            <a:off x="7251700" y="2203450"/>
            <a:ext cx="144463" cy="1444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192"/>
          <p:cNvGrpSpPr>
            <a:grpSpLocks/>
          </p:cNvGrpSpPr>
          <p:nvPr/>
        </p:nvGrpSpPr>
        <p:grpSpPr bwMode="auto">
          <a:xfrm>
            <a:off x="6319838" y="2001838"/>
            <a:ext cx="944562" cy="2093912"/>
            <a:chOff x="521" y="914"/>
            <a:chExt cx="595" cy="1319"/>
          </a:xfrm>
        </p:grpSpPr>
        <p:sp>
          <p:nvSpPr>
            <p:cNvPr id="26663" name="AutoShape 190"/>
            <p:cNvSpPr>
              <a:spLocks noChangeArrowheads="1"/>
            </p:cNvSpPr>
            <p:nvPr/>
          </p:nvSpPr>
          <p:spPr bwMode="auto">
            <a:xfrm rot="-2818711">
              <a:off x="180" y="1298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6664" name="AutoShape 191"/>
            <p:cNvSpPr>
              <a:spLocks noChangeArrowheads="1"/>
            </p:cNvSpPr>
            <p:nvPr/>
          </p:nvSpPr>
          <p:spPr bwMode="auto">
            <a:xfrm rot="-2818711" flipH="1" flipV="1">
              <a:off x="155" y="1280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sp>
        <p:nvSpPr>
          <p:cNvPr id="12481" name="Oval 193"/>
          <p:cNvSpPr>
            <a:spLocks noChangeArrowheads="1"/>
          </p:cNvSpPr>
          <p:nvPr/>
        </p:nvSpPr>
        <p:spPr bwMode="auto">
          <a:xfrm>
            <a:off x="7202488" y="22748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10" name="Group 230"/>
          <p:cNvGrpSpPr>
            <a:grpSpLocks/>
          </p:cNvGrpSpPr>
          <p:nvPr/>
        </p:nvGrpSpPr>
        <p:grpSpPr bwMode="auto">
          <a:xfrm>
            <a:off x="628650" y="2370138"/>
            <a:ext cx="2447925" cy="1008062"/>
            <a:chOff x="476" y="1253"/>
            <a:chExt cx="1542" cy="635"/>
          </a:xfrm>
        </p:grpSpPr>
        <p:grpSp>
          <p:nvGrpSpPr>
            <p:cNvPr id="26646" name="Group 214"/>
            <p:cNvGrpSpPr>
              <a:grpSpLocks/>
            </p:cNvGrpSpPr>
            <p:nvPr/>
          </p:nvGrpSpPr>
          <p:grpSpPr bwMode="auto">
            <a:xfrm>
              <a:off x="476" y="1253"/>
              <a:ext cx="1179" cy="272"/>
              <a:chOff x="295" y="1005"/>
              <a:chExt cx="1315" cy="257"/>
            </a:xfrm>
          </p:grpSpPr>
          <p:sp>
            <p:nvSpPr>
              <p:cNvPr id="26655" name="WordArt 1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95" y="1005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6" name="WordArt 1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2" y="1119"/>
                <a:ext cx="89" cy="103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6657" name="WordArt 2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724" y="1014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8" name="WordArt 2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873" y="1113"/>
                <a:ext cx="90" cy="149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6659" name="WordArt 2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20" y="1071"/>
                <a:ext cx="182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=</a:t>
                </a:r>
              </a:p>
            </p:txBody>
          </p:sp>
          <p:sp>
            <p:nvSpPr>
              <p:cNvPr id="26660" name="WordArt 2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92" y="1026"/>
                <a:ext cx="318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1   1</a:t>
                </a:r>
              </a:p>
            </p:txBody>
          </p:sp>
          <p:sp>
            <p:nvSpPr>
              <p:cNvPr id="26661" name="WordArt 2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12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26662" name="WordArt 2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28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</p:grpSp>
        <p:sp>
          <p:nvSpPr>
            <p:cNvPr id="26647" name="WordArt 216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48" name="WordArt 217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6649" name="WordArt 219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50" name="WordArt 220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6651" name="WordArt 221"/>
            <p:cNvSpPr>
              <a:spLocks noChangeArrowheads="1" noChangeShapeType="1" noTextEdit="1"/>
            </p:cNvSpPr>
            <p:nvPr/>
          </p:nvSpPr>
          <p:spPr bwMode="auto">
            <a:xfrm>
              <a:off x="1791" y="1680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/4</a:t>
              </a:r>
            </a:p>
          </p:txBody>
        </p:sp>
        <p:sp>
          <p:nvSpPr>
            <p:cNvPr id="26652" name="WordArt 224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53" name="WordArt 225"/>
            <p:cNvSpPr>
              <a:spLocks noChangeArrowheads="1" noChangeShapeType="1" noTextEdit="1"/>
            </p:cNvSpPr>
            <p:nvPr/>
          </p:nvSpPr>
          <p:spPr bwMode="auto">
            <a:xfrm>
              <a:off x="1609" y="1683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  <p:sp>
          <p:nvSpPr>
            <p:cNvPr id="26654" name="Line 226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43" name="Text Box 119"/>
          <p:cNvSpPr txBox="1">
            <a:spLocks noChangeArrowheads="1"/>
          </p:cNvSpPr>
          <p:nvPr/>
        </p:nvSpPr>
        <p:spPr bwMode="auto">
          <a:xfrm>
            <a:off x="431800" y="252413"/>
            <a:ext cx="417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920750" y="1019175"/>
            <a:ext cx="684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X-Y</a:t>
            </a:r>
            <a:r>
              <a:rPr lang="zh-CN" altLang="en-US" sz="2800" b="1"/>
              <a:t>模式：当</a:t>
            </a:r>
            <a:r>
              <a:rPr lang="en-US" altLang="zh-CN" sz="2800" b="1"/>
              <a:t>X</a:t>
            </a:r>
            <a:r>
              <a:rPr lang="zh-CN" altLang="en-US" sz="2800" b="1"/>
              <a:t>轴和</a:t>
            </a:r>
            <a:r>
              <a:rPr lang="en-US" altLang="zh-CN" sz="2800" b="1"/>
              <a:t>Y</a:t>
            </a:r>
            <a:r>
              <a:rPr lang="zh-CN" altLang="en-US" sz="2800" b="1"/>
              <a:t>轴同时加入正弦信号</a:t>
            </a:r>
          </a:p>
        </p:txBody>
      </p:sp>
      <p:sp>
        <p:nvSpPr>
          <p:cNvPr id="266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 C -0.00191 -0.00093 -0.00937 0.00278 -0.01614 0.00556 C -0.02292 0.00833 -0.02986 0.01181 -0.03663 0.01644 C -0.0434 0.02106 -0.05017 0.02662 -0.05694 0.03287 C -0.06371 0.03912 -0.07066 0.04606 -0.07743 0.05463 C -0.0842 0.06319 -0.09184 0.07546 -0.09792 0.08449 C -0.10399 0.09329 -0.11024 0.10162 -0.11423 0.1088 C -0.11823 0.11597 -0.11996 0.12245 -0.12239 0.12778 C -0.12482 0.1331 -0.12569 0.13426 -0.12847 0.14144 C -0.13125 0.14861 -0.13628 0.16227 -0.13871 0.1713 C -0.14114 0.18032 -0.14305 0.18819 -0.14271 0.19583 C -0.14236 0.20347 -0.14028 0.21227 -0.13663 0.21759 C -0.13298 0.22292 -0.12639 0.22755 -0.12031 0.22847 C -0.11423 0.2294 -0.10555 0.22569 -0.09982 0.22292 C -0.0941 0.22014 -0.09028 0.21574 -0.08559 0.21204 C -0.0809 0.20833 -0.07604 0.20486 -0.07135 0.20116 C -0.06667 0.19745 -0.06198 0.19514 -0.05694 0.19028 C -0.05191 0.18542 -0.04601 0.17801 -0.04062 0.1713 C -0.03524 0.16458 -0.02864 0.15532 -0.0243 0.14954 C -0.01996 0.14375 -0.0184 0.14259 -0.01423 0.13588 C -0.01007 0.12917 -0.00399 0.1169 0.00018 0.1088 C 0.00434 0.10069 0.00729 0.09468 0.01042 0.08727 C 0.01354 0.07963 0.01684 0.07083 0.01858 0.06273 C 0.02031 0.05463 0.02014 0.04676 0.02049 0.03819 C 0.02083 0.02963 0.02222 0.01713 0.02049 0.01088 C 0.01875 0.00463 0.01024 0.00093 0.00417 0 Z " pathEditMode="relative" rAng="0" ptsTypes="aaaaaaaaaaaaaaaaaaaaaaaaaa">
                                      <p:cBhvr>
                                        <p:cTn id="19" dur="2000" fill="hold"/>
                                        <p:tgtEl>
                                          <p:spTgt spid="12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28 -0.00949 C 0.00521 -0.01042 -0.00226 -0.00672 -0.00903 -0.00394 C -0.0158 -0.00116 -0.02274 0.00231 -0.02951 0.00694 C -0.03629 0.01157 -0.04306 0.01713 -0.04983 0.02338 C -0.0566 0.02963 -0.06354 0.03657 -0.07031 0.04514 C -0.07708 0.0537 -0.08472 0.06597 -0.0908 0.075 C -0.09688 0.08379 -0.10313 0.09213 -0.10712 0.0993 C -0.11111 0.10648 -0.11285 0.11296 -0.11528 0.11828 C -0.11771 0.12361 -0.11858 0.12477 -0.12135 0.13194 C -0.12413 0.13912 -0.12917 0.15277 -0.1316 0.1618 C -0.13403 0.17083 -0.13594 0.1787 -0.13559 0.18634 C -0.13524 0.19398 -0.13316 0.20277 -0.12951 0.2081 C -0.12587 0.21342 -0.11927 0.21805 -0.11319 0.21898 C -0.10712 0.2199 -0.09844 0.2162 -0.09271 0.21342 C -0.08698 0.21064 -0.08316 0.20625 -0.07847 0.20254 C -0.07379 0.19884 -0.06892 0.19537 -0.06424 0.19166 C -0.05955 0.18796 -0.05486 0.18564 -0.04983 0.18078 C -0.04479 0.17592 -0.03889 0.16852 -0.03351 0.1618 C -0.02813 0.15509 -0.02153 0.14583 -0.01719 0.14004 C -0.01285 0.13426 -0.01129 0.1331 -0.00712 0.12639 C -0.00295 0.11967 0.00312 0.1074 0.00729 0.0993 C 0.01146 0.0912 0.01441 0.08518 0.01753 0.07777 C 0.02066 0.07014 0.02396 0.06134 0.02569 0.05324 C 0.02743 0.04514 0.02726 0.03727 0.0276 0.0287 C 0.02795 0.02014 0.02934 0.00764 0.0276 0.00139 C 0.02587 -0.00486 0.01736 -0.00857 0.01128 -0.00949 Z " pathEditMode="relative" rAng="0" ptsTypes="aaaaaaaaaaaaaaaaaaaaaaaaaa">
                                      <p:cBhvr>
                                        <p:cTn id="31" dur="2000" fill="hold"/>
                                        <p:tgtEl>
                                          <p:spTgt spid="12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2" grpId="0" animBg="1"/>
      <p:bldP spid="12442" grpId="1" animBg="1"/>
      <p:bldP spid="12481" grpId="0" animBg="1"/>
      <p:bldP spid="12481" grpId="1" animBg="1"/>
      <p:bldP spid="12481" grpId="2" animBg="1"/>
      <p:bldP spid="5848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21"/>
          <p:cNvSpPr>
            <a:spLocks noChangeArrowheads="1"/>
          </p:cNvSpPr>
          <p:nvPr/>
        </p:nvSpPr>
        <p:spPr bwMode="auto">
          <a:xfrm>
            <a:off x="468313" y="1700213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7651" name="Oval 2"/>
          <p:cNvSpPr>
            <a:spLocks noChangeArrowheads="1"/>
          </p:cNvSpPr>
          <p:nvPr/>
        </p:nvSpPr>
        <p:spPr bwMode="auto">
          <a:xfrm>
            <a:off x="3635375" y="1762125"/>
            <a:ext cx="1514475" cy="1450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2" name="Oval 3"/>
          <p:cNvSpPr>
            <a:spLocks noChangeArrowheads="1"/>
          </p:cNvSpPr>
          <p:nvPr/>
        </p:nvSpPr>
        <p:spPr bwMode="auto">
          <a:xfrm>
            <a:off x="5959475" y="4148138"/>
            <a:ext cx="1565275" cy="1584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3" name="Line 13"/>
          <p:cNvSpPr>
            <a:spLocks noChangeShapeType="1"/>
          </p:cNvSpPr>
          <p:nvPr/>
        </p:nvSpPr>
        <p:spPr bwMode="auto">
          <a:xfrm>
            <a:off x="5651500" y="4956175"/>
            <a:ext cx="22336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4" name="Group 14"/>
          <p:cNvGrpSpPr>
            <a:grpSpLocks/>
          </p:cNvGrpSpPr>
          <p:nvPr/>
        </p:nvGrpSpPr>
        <p:grpSpPr bwMode="auto">
          <a:xfrm>
            <a:off x="7885113" y="5156200"/>
            <a:ext cx="263525" cy="196850"/>
            <a:chOff x="3152" y="2296"/>
            <a:chExt cx="282" cy="224"/>
          </a:xfrm>
        </p:grpSpPr>
        <p:sp>
          <p:nvSpPr>
            <p:cNvPr id="27765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6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27655" name="Group 17"/>
          <p:cNvGrpSpPr>
            <a:grpSpLocks/>
          </p:cNvGrpSpPr>
          <p:nvPr/>
        </p:nvGrpSpPr>
        <p:grpSpPr bwMode="auto">
          <a:xfrm>
            <a:off x="3805238" y="1474788"/>
            <a:ext cx="261937" cy="250825"/>
            <a:chOff x="1111" y="1117"/>
            <a:chExt cx="181" cy="181"/>
          </a:xfrm>
        </p:grpSpPr>
        <p:sp>
          <p:nvSpPr>
            <p:cNvPr id="27763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4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27656" name="Group 20"/>
          <p:cNvGrpSpPr>
            <a:grpSpLocks/>
          </p:cNvGrpSpPr>
          <p:nvPr/>
        </p:nvGrpSpPr>
        <p:grpSpPr bwMode="auto">
          <a:xfrm>
            <a:off x="539750" y="4076700"/>
            <a:ext cx="4535488" cy="2016125"/>
            <a:chOff x="340" y="2205"/>
            <a:chExt cx="2857" cy="1270"/>
          </a:xfrm>
        </p:grpSpPr>
        <p:sp>
          <p:nvSpPr>
            <p:cNvPr id="27715" name="Rectangle 21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16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17" name="Line 23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4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5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20" name="Line 26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Line 27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Line 28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29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30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31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32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33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34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35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7730" name="Line 36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Line 37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38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39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4" name="Freeform 40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41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6" name="Line 42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Line 43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AutoShape 44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39" name="Line 45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Line 46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AutoShape 47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2" name="Line 48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Rectangle 49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4" name="Rectangle 50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5" name="Line 51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Line 52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Line 53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3367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7750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7751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52" name="Line 58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Line 59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Line 60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55" name="Group 61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7761" name="Rectangle 62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762" name="WordArt 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7756" name="Line 64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Line 65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Line 66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Line 67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Line 68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4395788" y="1747838"/>
            <a:ext cx="69850" cy="1512887"/>
            <a:chOff x="1927" y="1026"/>
            <a:chExt cx="0" cy="1089"/>
          </a:xfrm>
        </p:grpSpPr>
        <p:sp>
          <p:nvSpPr>
            <p:cNvPr id="27713" name="Line 70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Line 71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6740525" y="4148138"/>
            <a:ext cx="69850" cy="1584325"/>
            <a:chOff x="1927" y="1026"/>
            <a:chExt cx="0" cy="1089"/>
          </a:xfrm>
        </p:grpSpPr>
        <p:sp>
          <p:nvSpPr>
            <p:cNvPr id="27711" name="Line 73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Line 74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75"/>
          <p:cNvGrpSpPr>
            <a:grpSpLocks/>
          </p:cNvGrpSpPr>
          <p:nvPr/>
        </p:nvGrpSpPr>
        <p:grpSpPr bwMode="auto">
          <a:xfrm>
            <a:off x="5795963" y="1584325"/>
            <a:ext cx="1873250" cy="1800225"/>
            <a:chOff x="3560" y="981"/>
            <a:chExt cx="1180" cy="1134"/>
          </a:xfrm>
        </p:grpSpPr>
        <p:sp>
          <p:nvSpPr>
            <p:cNvPr id="27692" name="Rectangle 76"/>
            <p:cNvSpPr>
              <a:spLocks noChangeArrowheads="1"/>
            </p:cNvSpPr>
            <p:nvPr/>
          </p:nvSpPr>
          <p:spPr bwMode="auto">
            <a:xfrm>
              <a:off x="3561" y="981"/>
              <a:ext cx="1179" cy="1122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3" name="Line 77"/>
            <p:cNvSpPr>
              <a:spLocks noChangeShapeType="1"/>
            </p:cNvSpPr>
            <p:nvPr/>
          </p:nvSpPr>
          <p:spPr bwMode="auto">
            <a:xfrm>
              <a:off x="4147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Line 78"/>
            <p:cNvSpPr>
              <a:spLocks noChangeShapeType="1"/>
            </p:cNvSpPr>
            <p:nvPr/>
          </p:nvSpPr>
          <p:spPr bwMode="auto">
            <a:xfrm>
              <a:off x="4026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Line 79"/>
            <p:cNvSpPr>
              <a:spLocks noChangeShapeType="1"/>
            </p:cNvSpPr>
            <p:nvPr/>
          </p:nvSpPr>
          <p:spPr bwMode="auto">
            <a:xfrm>
              <a:off x="390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Line 80"/>
            <p:cNvSpPr>
              <a:spLocks noChangeShapeType="1"/>
            </p:cNvSpPr>
            <p:nvPr/>
          </p:nvSpPr>
          <p:spPr bwMode="auto">
            <a:xfrm>
              <a:off x="378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Line 81"/>
            <p:cNvSpPr>
              <a:spLocks noChangeShapeType="1"/>
            </p:cNvSpPr>
            <p:nvPr/>
          </p:nvSpPr>
          <p:spPr bwMode="auto">
            <a:xfrm>
              <a:off x="3661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Line 82"/>
            <p:cNvSpPr>
              <a:spLocks noChangeShapeType="1"/>
            </p:cNvSpPr>
            <p:nvPr/>
          </p:nvSpPr>
          <p:spPr bwMode="auto">
            <a:xfrm>
              <a:off x="4269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Line 83"/>
            <p:cNvSpPr>
              <a:spLocks noChangeShapeType="1"/>
            </p:cNvSpPr>
            <p:nvPr/>
          </p:nvSpPr>
          <p:spPr bwMode="auto">
            <a:xfrm>
              <a:off x="4390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Line 84"/>
            <p:cNvSpPr>
              <a:spLocks noChangeShapeType="1"/>
            </p:cNvSpPr>
            <p:nvPr/>
          </p:nvSpPr>
          <p:spPr bwMode="auto">
            <a:xfrm>
              <a:off x="4512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85"/>
            <p:cNvSpPr>
              <a:spLocks noChangeShapeType="1"/>
            </p:cNvSpPr>
            <p:nvPr/>
          </p:nvSpPr>
          <p:spPr bwMode="auto">
            <a:xfrm>
              <a:off x="463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Line 86"/>
            <p:cNvSpPr>
              <a:spLocks noChangeShapeType="1"/>
            </p:cNvSpPr>
            <p:nvPr/>
          </p:nvSpPr>
          <p:spPr bwMode="auto">
            <a:xfrm>
              <a:off x="3560" y="19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Line 87"/>
            <p:cNvSpPr>
              <a:spLocks noChangeShapeType="1"/>
            </p:cNvSpPr>
            <p:nvPr/>
          </p:nvSpPr>
          <p:spPr bwMode="auto">
            <a:xfrm>
              <a:off x="3560" y="20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Line 88"/>
            <p:cNvSpPr>
              <a:spLocks noChangeShapeType="1"/>
            </p:cNvSpPr>
            <p:nvPr/>
          </p:nvSpPr>
          <p:spPr bwMode="auto">
            <a:xfrm>
              <a:off x="3560" y="1797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Line 89"/>
            <p:cNvSpPr>
              <a:spLocks noChangeShapeType="1"/>
            </p:cNvSpPr>
            <p:nvPr/>
          </p:nvSpPr>
          <p:spPr bwMode="auto">
            <a:xfrm>
              <a:off x="3560" y="167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Line 90"/>
            <p:cNvSpPr>
              <a:spLocks noChangeShapeType="1"/>
            </p:cNvSpPr>
            <p:nvPr/>
          </p:nvSpPr>
          <p:spPr bwMode="auto">
            <a:xfrm>
              <a:off x="3560" y="155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Line 91"/>
            <p:cNvSpPr>
              <a:spLocks noChangeShapeType="1"/>
            </p:cNvSpPr>
            <p:nvPr/>
          </p:nvSpPr>
          <p:spPr bwMode="auto">
            <a:xfrm>
              <a:off x="3560" y="143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Line 92"/>
            <p:cNvSpPr>
              <a:spLocks noChangeShapeType="1"/>
            </p:cNvSpPr>
            <p:nvPr/>
          </p:nvSpPr>
          <p:spPr bwMode="auto">
            <a:xfrm>
              <a:off x="3560" y="132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Line 93"/>
            <p:cNvSpPr>
              <a:spLocks noChangeShapeType="1"/>
            </p:cNvSpPr>
            <p:nvPr/>
          </p:nvSpPr>
          <p:spPr bwMode="auto">
            <a:xfrm>
              <a:off x="3560" y="119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Line 94"/>
            <p:cNvSpPr>
              <a:spLocks noChangeShapeType="1"/>
            </p:cNvSpPr>
            <p:nvPr/>
          </p:nvSpPr>
          <p:spPr bwMode="auto">
            <a:xfrm>
              <a:off x="3560" y="1083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0" name="Oval 95"/>
          <p:cNvSpPr>
            <a:spLocks noChangeArrowheads="1"/>
          </p:cNvSpPr>
          <p:nvPr/>
        </p:nvSpPr>
        <p:spPr bwMode="auto">
          <a:xfrm>
            <a:off x="6718300" y="4978400"/>
            <a:ext cx="69850" cy="69850"/>
          </a:xfrm>
          <a:prstGeom prst="ellipse">
            <a:avLst/>
          </a:prstGeom>
          <a:solidFill>
            <a:srgbClr val="D00207"/>
          </a:solidFill>
          <a:ln w="9525">
            <a:solidFill>
              <a:srgbClr val="D00207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13408" name="Oval 96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62" name="Line 97"/>
          <p:cNvSpPr>
            <a:spLocks noChangeShapeType="1"/>
          </p:cNvSpPr>
          <p:nvPr/>
        </p:nvSpPr>
        <p:spPr bwMode="auto">
          <a:xfrm flipV="1">
            <a:off x="4386263" y="1474788"/>
            <a:ext cx="1587" cy="1889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0" name="Oval 98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99"/>
          <p:cNvGrpSpPr>
            <a:grpSpLocks/>
          </p:cNvGrpSpPr>
          <p:nvPr/>
        </p:nvGrpSpPr>
        <p:grpSpPr bwMode="auto">
          <a:xfrm>
            <a:off x="5973763" y="1835150"/>
            <a:ext cx="1477962" cy="1368425"/>
            <a:chOff x="3152" y="1071"/>
            <a:chExt cx="931" cy="910"/>
          </a:xfrm>
        </p:grpSpPr>
        <p:grpSp>
          <p:nvGrpSpPr>
            <p:cNvPr id="27686" name="Group 100"/>
            <p:cNvGrpSpPr>
              <a:grpSpLocks/>
            </p:cNvGrpSpPr>
            <p:nvPr/>
          </p:nvGrpSpPr>
          <p:grpSpPr bwMode="auto">
            <a:xfrm>
              <a:off x="3152" y="1071"/>
              <a:ext cx="931" cy="451"/>
              <a:chOff x="2653" y="890"/>
              <a:chExt cx="907" cy="544"/>
            </a:xfrm>
          </p:grpSpPr>
          <p:sp>
            <p:nvSpPr>
              <p:cNvPr id="27690" name="AutoShape 101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AutoShape 102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87" name="Group 103"/>
            <p:cNvGrpSpPr>
              <a:grpSpLocks/>
            </p:cNvGrpSpPr>
            <p:nvPr/>
          </p:nvGrpSpPr>
          <p:grpSpPr bwMode="auto">
            <a:xfrm>
              <a:off x="3152" y="1530"/>
              <a:ext cx="931" cy="451"/>
              <a:chOff x="2653" y="890"/>
              <a:chExt cx="907" cy="544"/>
            </a:xfrm>
          </p:grpSpPr>
          <p:sp>
            <p:nvSpPr>
              <p:cNvPr id="27688" name="AutoShape 104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AutoShape 105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665" name="Line 109"/>
          <p:cNvSpPr>
            <a:spLocks noChangeShapeType="1"/>
          </p:cNvSpPr>
          <p:nvPr/>
        </p:nvSpPr>
        <p:spPr bwMode="auto">
          <a:xfrm flipV="1">
            <a:off x="6732588" y="1268413"/>
            <a:ext cx="0" cy="4535487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2"/>
          <p:cNvSpPr>
            <a:spLocks noChangeShapeType="1"/>
          </p:cNvSpPr>
          <p:nvPr/>
        </p:nvSpPr>
        <p:spPr bwMode="auto">
          <a:xfrm>
            <a:off x="3059113" y="2492375"/>
            <a:ext cx="5184775" cy="0"/>
          </a:xfrm>
          <a:prstGeom prst="line">
            <a:avLst/>
          </a:prstGeom>
          <a:noFill/>
          <a:ln w="19050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" name="Group 134"/>
          <p:cNvGrpSpPr>
            <a:grpSpLocks/>
          </p:cNvGrpSpPr>
          <p:nvPr/>
        </p:nvGrpSpPr>
        <p:grpSpPr bwMode="auto">
          <a:xfrm>
            <a:off x="755650" y="1989138"/>
            <a:ext cx="2447925" cy="1008062"/>
            <a:chOff x="476" y="1253"/>
            <a:chExt cx="1542" cy="635"/>
          </a:xfrm>
        </p:grpSpPr>
        <p:sp>
          <p:nvSpPr>
            <p:cNvPr id="27670" name="WordArt 112"/>
            <p:cNvSpPr>
              <a:spLocks noChangeArrowheads="1" noChangeShapeType="1" noTextEdit="1"/>
            </p:cNvSpPr>
            <p:nvPr/>
          </p:nvSpPr>
          <p:spPr bwMode="auto">
            <a:xfrm>
              <a:off x="476" y="1253"/>
              <a:ext cx="165" cy="19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1" name="WordArt 113"/>
            <p:cNvSpPr>
              <a:spLocks noChangeArrowheads="1" noChangeShapeType="1" noTextEdit="1"/>
            </p:cNvSpPr>
            <p:nvPr/>
          </p:nvSpPr>
          <p:spPr bwMode="auto">
            <a:xfrm>
              <a:off x="599" y="1374"/>
              <a:ext cx="80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72" name="WordArt 114"/>
            <p:cNvSpPr>
              <a:spLocks noChangeArrowheads="1" noChangeShapeType="1" noTextEdit="1"/>
            </p:cNvSpPr>
            <p:nvPr/>
          </p:nvSpPr>
          <p:spPr bwMode="auto">
            <a:xfrm>
              <a:off x="861" y="1263"/>
              <a:ext cx="165" cy="1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3" name="WordArt 115"/>
            <p:cNvSpPr>
              <a:spLocks noChangeArrowheads="1" noChangeShapeType="1" noTextEdit="1"/>
            </p:cNvSpPr>
            <p:nvPr/>
          </p:nvSpPr>
          <p:spPr bwMode="auto">
            <a:xfrm>
              <a:off x="994" y="1367"/>
              <a:ext cx="81" cy="158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74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126" y="1323"/>
              <a:ext cx="163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75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1370" y="1275"/>
              <a:ext cx="376" cy="205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2   1</a:t>
              </a:r>
            </a:p>
          </p:txBody>
        </p:sp>
        <p:sp>
          <p:nvSpPr>
            <p:cNvPr id="27676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760" y="1323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7" name="WordArt 119"/>
            <p:cNvSpPr>
              <a:spLocks noChangeArrowheads="1" noChangeShapeType="1" noTextEdit="1"/>
            </p:cNvSpPr>
            <p:nvPr/>
          </p:nvSpPr>
          <p:spPr bwMode="auto">
            <a:xfrm>
              <a:off x="1569" y="1344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8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79" name="WordArt 121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80" name="WordArt 122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81" name="WordArt 123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82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83" name="Line 127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WordArt 132"/>
            <p:cNvSpPr>
              <a:spLocks noChangeArrowheads="1" noChangeShapeType="1" noTextEdit="1"/>
            </p:cNvSpPr>
            <p:nvPr/>
          </p:nvSpPr>
          <p:spPr bwMode="auto">
            <a:xfrm>
              <a:off x="1791" y="1679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27685" name="WordArt 133"/>
            <p:cNvSpPr>
              <a:spLocks noChangeArrowheads="1" noChangeShapeType="1" noTextEdit="1"/>
            </p:cNvSpPr>
            <p:nvPr/>
          </p:nvSpPr>
          <p:spPr bwMode="auto">
            <a:xfrm>
              <a:off x="1609" y="1682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</p:grpSp>
      <p:sp>
        <p:nvSpPr>
          <p:cNvPr id="27668" name="Text Box 120"/>
          <p:cNvSpPr txBox="1">
            <a:spLocks noChangeArrowheads="1"/>
          </p:cNvSpPr>
          <p:nvPr/>
        </p:nvSpPr>
        <p:spPr bwMode="auto">
          <a:xfrm>
            <a:off x="1258888" y="333375"/>
            <a:ext cx="41767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2766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15" dur="2000" fill="hold"/>
                                        <p:tgtEl>
                                          <p:spTgt spid="134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27" dur="2000" fill="hold"/>
                                        <p:tgtEl>
                                          <p:spTgt spid="134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8" grpId="0" animBg="1"/>
      <p:bldP spid="13408" grpId="1" animBg="1"/>
      <p:bldP spid="13410" grpId="0" animBg="1"/>
      <p:bldP spid="1341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58420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88925" y="1179513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5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179513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2797175" y="1171575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6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171575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024063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441325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/>
        </p:nvGraphicFramePr>
        <p:xfrm>
          <a:off x="436563" y="2528888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7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528888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/>
        </p:nvGraphicFramePr>
        <p:xfrm>
          <a:off x="476250" y="3033713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8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033713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2779713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17963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557338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39131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2. </a:t>
            </a:r>
            <a:r>
              <a:rPr lang="zh-CN" altLang="en-US" sz="2800" b="1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508000" y="445452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9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45452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/>
        </p:nvGraphicFramePr>
        <p:xfrm>
          <a:off x="3433763" y="443071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0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43071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4935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83393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41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42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43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319088" y="5526088"/>
            <a:ext cx="7470775" cy="1204912"/>
            <a:chOff x="517835" y="2492896"/>
            <a:chExt cx="8101012" cy="1384300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517835" y="2492896"/>
              <a:ext cx="8101012" cy="1235075"/>
              <a:chOff x="611188" y="3213100"/>
              <a:chExt cx="8101012" cy="1235075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611188" y="3213100"/>
                <a:ext cx="8101012" cy="1235075"/>
                <a:chOff x="611188" y="3213100"/>
                <a:chExt cx="8101012" cy="1235075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11188" y="3213100"/>
                  <a:ext cx="3063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77213" y="3746500"/>
                  <a:ext cx="5349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35463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/>
        </p:nvGraphicFramePr>
        <p:xfrm>
          <a:off x="7086600" y="527050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4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27050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211513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97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98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99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3.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latin typeface="+mn-lt"/>
              </a:rPr>
              <a:t>特殊情况：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Δφ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=0,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/2, 3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</a:t>
            </a:r>
            <a:endParaRPr kumimoji="0" lang="zh-CN" alt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4.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0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</a:t>
            </a:r>
            <a:r>
              <a:rPr kumimoji="0" lang="en-US" altLang="zh-CN" sz="2800" b="1"/>
              <a:t>(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/>
              <a:t>)</a:t>
            </a:r>
            <a:endParaRPr kumimoji="0" lang="zh-CN" altLang="en-US" sz="2800" b="1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1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02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03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4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5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109538" y="373063"/>
            <a:ext cx="8843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5</a:t>
            </a:r>
            <a:r>
              <a:rPr kumimoji="0" lang="zh-CN" altLang="en-US" b="1"/>
              <a:t>节   振动的相空间描述</a:t>
            </a:r>
            <a:r>
              <a:rPr kumimoji="0" lang="en-US" altLang="zh-CN" b="1"/>
              <a:t>(</a:t>
            </a:r>
            <a:r>
              <a:rPr kumimoji="0" lang="zh-CN" altLang="en-US" b="1"/>
              <a:t>自学</a:t>
            </a:r>
            <a:r>
              <a:rPr kumimoji="0" lang="en-US" altLang="zh-CN" b="1"/>
              <a:t>)</a:t>
            </a:r>
            <a:br>
              <a:rPr kumimoji="0" lang="zh-CN" altLang="en-US" b="1"/>
            </a:br>
            <a:r>
              <a:rPr kumimoji="0" lang="zh-CN" altLang="en-US" b="1"/>
              <a:t> </a:t>
            </a:r>
            <a:r>
              <a:rPr kumimoji="0" lang="en-US" altLang="zh-CN" sz="2400" b="1">
                <a:ea typeface="楷体_GB2312" pitchFamily="49" charset="-122"/>
              </a:rPr>
              <a:t>Description of Oscillations</a:t>
            </a:r>
            <a:r>
              <a:rPr kumimoji="0" lang="en-US" altLang="zh-CN" sz="2400" b="1"/>
              <a:t> in </a:t>
            </a:r>
            <a:r>
              <a:rPr kumimoji="0" lang="en-US" altLang="zh-CN" sz="2400" b="1">
                <a:ea typeface="楷体_GB2312" pitchFamily="49" charset="-122"/>
              </a:rPr>
              <a:t>Phase Space</a:t>
            </a: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90500" y="1470025"/>
            <a:ext cx="464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5.1  </a:t>
            </a:r>
            <a:r>
              <a:rPr kumimoji="0" lang="zh-CN" altLang="en-US" sz="2800" b="1"/>
              <a:t>相空间的基本概念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336550" y="2151063"/>
            <a:ext cx="84709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   要描述一个物体</a:t>
            </a:r>
            <a:r>
              <a:rPr kumimoji="0" lang="en-US" altLang="zh-CN" b="1" dirty="0">
                <a:latin typeface="+mn-ea"/>
                <a:ea typeface="+mn-ea"/>
              </a:rPr>
              <a:t>(</a:t>
            </a:r>
            <a:r>
              <a:rPr kumimoji="0" lang="zh-CN" altLang="en-US" b="1" dirty="0">
                <a:latin typeface="+mn-ea"/>
                <a:ea typeface="+mn-ea"/>
              </a:rPr>
              <a:t>如质点</a:t>
            </a:r>
            <a:r>
              <a:rPr kumimoji="0" lang="en-US" altLang="zh-CN" b="1" dirty="0">
                <a:latin typeface="+mn-ea"/>
                <a:ea typeface="+mn-ea"/>
              </a:rPr>
              <a:t>)</a:t>
            </a:r>
            <a:r>
              <a:rPr kumimoji="0" lang="zh-CN" altLang="en-US" b="1" dirty="0">
                <a:latin typeface="+mn-ea"/>
                <a:ea typeface="+mn-ea"/>
              </a:rPr>
              <a:t>的运动状态，我们需要能够确定任意时刻物体的位置和动量矢量。反之，</a:t>
            </a:r>
            <a:endParaRPr kumimoji="0" lang="en-US" altLang="zh-CN" b="1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如果我们能把物体在任意时刻的位置和动量矢量确定下来，那么该时刻物体的运动状态就完全确定了。</a:t>
            </a:r>
            <a:endParaRPr kumimoji="0" lang="en-US" altLang="zh-CN" b="1" dirty="0">
              <a:latin typeface="+mn-ea"/>
              <a:ea typeface="+mn-ea"/>
            </a:endParaRPr>
          </a:p>
        </p:txBody>
      </p:sp>
      <p:sp>
        <p:nvSpPr>
          <p:cNvPr id="412677" name="Rectangle 7"/>
          <p:cNvSpPr>
            <a:spLocks noChangeArrowheads="1"/>
          </p:cNvSpPr>
          <p:nvPr/>
        </p:nvSpPr>
        <p:spPr bwMode="auto">
          <a:xfrm>
            <a:off x="336550" y="4159250"/>
            <a:ext cx="8215313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lt"/>
                <a:ea typeface="+mn-ea"/>
              </a:rPr>
              <a:t>      如果取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空间位置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和动量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latin typeface="+mn-lt"/>
                <a:ea typeface="+mn-ea"/>
              </a:rPr>
              <a:t>为坐标轴的坐标系，这种抽象的空间中的一点就完全描述了物体的一个运动状态，一条线描述了运动状态可能的变化。</a:t>
            </a:r>
            <a:endParaRPr kumimoji="0" lang="en-US" altLang="zh-CN" b="1" dirty="0">
              <a:latin typeface="+mn-lt"/>
              <a:ea typeface="+mn-ea"/>
            </a:endParaRPr>
          </a:p>
        </p:txBody>
      </p:sp>
      <p:sp>
        <p:nvSpPr>
          <p:cNvPr id="3072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30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11213" y="5729288"/>
            <a:ext cx="7412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</a:t>
            </a:r>
            <a:r>
              <a:rPr kumimoji="0" lang="zh-CN" altLang="en-US" sz="2800" b="1"/>
              <a:t>这种描述状态的空间被称为相空间</a:t>
            </a:r>
            <a:r>
              <a:rPr kumimoji="0"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5" grpId="0" autoUpdateAnimBg="0"/>
      <p:bldP spid="412676" grpId="0" autoUpdateAnimBg="0"/>
      <p:bldP spid="412677" grpId="0" build="allAtOnce" autoUpdateAnimBg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981075"/>
            <a:ext cx="5080000" cy="3465513"/>
            <a:chOff x="0" y="0"/>
            <a:chExt cx="3200" cy="2183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286" y="1046"/>
              <a:ext cx="2338" cy="2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751" name="Arc 6"/>
            <p:cNvSpPr>
              <a:spLocks/>
            </p:cNvSpPr>
            <p:nvPr/>
          </p:nvSpPr>
          <p:spPr bwMode="auto">
            <a:xfrm rot="16200000" flipV="1">
              <a:off x="1162" y="768"/>
              <a:ext cx="493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2" name="Line 9"/>
            <p:cNvSpPr>
              <a:spLocks noChangeShapeType="1"/>
            </p:cNvSpPr>
            <p:nvPr/>
          </p:nvSpPr>
          <p:spPr bwMode="auto">
            <a:xfrm>
              <a:off x="0" y="1182"/>
              <a:ext cx="29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3" name="Line 10"/>
            <p:cNvSpPr>
              <a:spLocks noChangeShapeType="1"/>
            </p:cNvSpPr>
            <p:nvPr/>
          </p:nvSpPr>
          <p:spPr bwMode="auto">
            <a:xfrm flipV="1">
              <a:off x="1409" y="181"/>
              <a:ext cx="0" cy="20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4" name="Text Box 11"/>
            <p:cNvSpPr txBox="1">
              <a:spLocks noChangeArrowheads="1"/>
            </p:cNvSpPr>
            <p:nvPr/>
          </p:nvSpPr>
          <p:spPr bwMode="auto">
            <a:xfrm>
              <a:off x="2817" y="1111"/>
              <a:ext cx="38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q</a:t>
              </a:r>
            </a:p>
          </p:txBody>
        </p:sp>
        <p:sp>
          <p:nvSpPr>
            <p:cNvPr id="31755" name="Text Box 12"/>
            <p:cNvSpPr txBox="1">
              <a:spLocks noChangeArrowheads="1"/>
            </p:cNvSpPr>
            <p:nvPr/>
          </p:nvSpPr>
          <p:spPr bwMode="auto">
            <a:xfrm>
              <a:off x="1493" y="0"/>
              <a:ext cx="71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p</a:t>
              </a:r>
            </a:p>
          </p:txBody>
        </p:sp>
        <p:sp>
          <p:nvSpPr>
            <p:cNvPr id="31756" name="Arc 13"/>
            <p:cNvSpPr>
              <a:spLocks/>
            </p:cNvSpPr>
            <p:nvPr/>
          </p:nvSpPr>
          <p:spPr bwMode="auto">
            <a:xfrm rot="5400000">
              <a:off x="1140" y="1199"/>
              <a:ext cx="546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1757" name="Object 10"/>
            <p:cNvGraphicFramePr>
              <a:graphicFrameLocks noChangeAspect="1"/>
            </p:cNvGraphicFramePr>
            <p:nvPr/>
          </p:nvGraphicFramePr>
          <p:xfrm>
            <a:off x="1219" y="1181"/>
            <a:ext cx="16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2" r:id="rId3" imgW="203112" imgH="241195" progId="Equation.DSMT4">
                    <p:embed/>
                  </p:oleObj>
                </mc:Choice>
                <mc:Fallback>
                  <p:oleObj r:id="rId3" imgW="203112" imgH="24119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1181"/>
                          <a:ext cx="16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Line 15"/>
            <p:cNvSpPr>
              <a:spLocks noChangeShapeType="1"/>
            </p:cNvSpPr>
            <p:nvPr/>
          </p:nvSpPr>
          <p:spPr bwMode="auto">
            <a:xfrm flipH="1" flipV="1">
              <a:off x="1992" y="749"/>
              <a:ext cx="303" cy="18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en-US"/>
            </a:p>
          </p:txBody>
        </p:sp>
      </p:grpSp>
      <p:sp>
        <p:nvSpPr>
          <p:cNvPr id="413708" name="Rectangle 16"/>
          <p:cNvSpPr>
            <a:spLocks noChangeArrowheads="1"/>
          </p:cNvSpPr>
          <p:nvPr/>
        </p:nvSpPr>
        <p:spPr bwMode="auto">
          <a:xfrm>
            <a:off x="1187450" y="620713"/>
            <a:ext cx="2989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相空间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13709" name="Rectangle 17"/>
          <p:cNvSpPr>
            <a:spLocks noChangeArrowheads="1"/>
          </p:cNvSpPr>
          <p:nvPr/>
        </p:nvSpPr>
        <p:spPr bwMode="auto">
          <a:xfrm>
            <a:off x="590550" y="4811713"/>
            <a:ext cx="7924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这条椭圆线就描述了一个运动的变化过程，而椭圆上的任意一点就代表过程中的任意一个状态。</a:t>
            </a:r>
          </a:p>
        </p:txBody>
      </p:sp>
      <p:sp>
        <p:nvSpPr>
          <p:cNvPr id="3174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8" grpId="0" autoUpdateAnimBg="0"/>
      <p:bldP spid="41370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ChangeArrowheads="1"/>
          </p:cNvSpPr>
          <p:nvPr/>
        </p:nvSpPr>
        <p:spPr bwMode="auto">
          <a:xfrm>
            <a:off x="88900" y="252413"/>
            <a:ext cx="7951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5.2 </a:t>
            </a:r>
            <a:r>
              <a:rPr kumimoji="0" lang="zh-CN" altLang="en-US" sz="2800" b="1"/>
              <a:t>以单摆为例说明相空间的基本应用</a:t>
            </a:r>
          </a:p>
        </p:txBody>
      </p:sp>
      <p:sp>
        <p:nvSpPr>
          <p:cNvPr id="414723" name="Rectangle 3"/>
          <p:cNvSpPr>
            <a:spLocks noChangeArrowheads="1"/>
          </p:cNvSpPr>
          <p:nvPr/>
        </p:nvSpPr>
        <p:spPr bwMode="auto">
          <a:xfrm>
            <a:off x="957263" y="873125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单摆的动力学方程为：</a:t>
            </a:r>
          </a:p>
        </p:txBody>
      </p:sp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2700338" y="1484313"/>
          <a:ext cx="23764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0" name="Equation" r:id="rId3" imgW="2044700" imgH="825500" progId="Equation.DSMT4">
                  <p:embed/>
                </p:oleObj>
              </mc:Choice>
              <mc:Fallback>
                <p:oleObj name="Equation" r:id="rId3" imgW="2044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484313"/>
                        <a:ext cx="23764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25" name="Rectangle 5"/>
          <p:cNvSpPr>
            <a:spLocks noChangeArrowheads="1"/>
          </p:cNvSpPr>
          <p:nvPr/>
        </p:nvSpPr>
        <p:spPr bwMode="auto">
          <a:xfrm>
            <a:off x="373063" y="2312988"/>
            <a:ext cx="884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latin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kumimoji="0" lang="zh-CN" altLang="en-US" sz="2800" b="1">
                <a:latin typeface="宋体" panose="02010600030101010101" pitchFamily="2" charset="-122"/>
              </a:rPr>
              <a:t>很小时，对方程积分可以化为</a:t>
            </a:r>
          </a:p>
        </p:txBody>
      </p:sp>
      <p:sp>
        <p:nvSpPr>
          <p:cNvPr id="414726" name="Rectangle 9"/>
          <p:cNvSpPr>
            <a:spLocks noChangeArrowheads="1"/>
          </p:cNvSpPr>
          <p:nvPr/>
        </p:nvSpPr>
        <p:spPr bwMode="auto">
          <a:xfrm>
            <a:off x="336550" y="4195763"/>
            <a:ext cx="38163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这个方程在相空间是一系列的椭圆曲线。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（不同的</a:t>
            </a:r>
            <a:r>
              <a:rPr kumimoji="0" lang="zh-CN" altLang="en-US" sz="2800" b="1" i="1"/>
              <a:t>Ｃ</a:t>
            </a:r>
            <a:r>
              <a:rPr kumimoji="0" lang="zh-CN" altLang="en-US" sz="2800" b="1">
                <a:latin typeface="Arial" panose="020B0604020202020204" pitchFamily="34" charset="0"/>
              </a:rPr>
              <a:t>值）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97338" y="3063875"/>
            <a:ext cx="4784725" cy="3497263"/>
            <a:chOff x="0" y="0"/>
            <a:chExt cx="3014" cy="2203"/>
          </a:xfrm>
        </p:grpSpPr>
        <p:grpSp>
          <p:nvGrpSpPr>
            <p:cNvPr id="32780" name="Group 9"/>
            <p:cNvGrpSpPr>
              <a:grpSpLocks/>
            </p:cNvGrpSpPr>
            <p:nvPr/>
          </p:nvGrpSpPr>
          <p:grpSpPr bwMode="auto">
            <a:xfrm>
              <a:off x="0" y="64"/>
              <a:ext cx="3014" cy="2139"/>
              <a:chOff x="0" y="8"/>
              <a:chExt cx="3014" cy="2139"/>
            </a:xfrm>
          </p:grpSpPr>
          <p:sp>
            <p:nvSpPr>
              <p:cNvPr id="32782" name="Rectangle 11"/>
              <p:cNvSpPr>
                <a:spLocks noChangeArrowheads="1"/>
              </p:cNvSpPr>
              <p:nvPr/>
            </p:nvSpPr>
            <p:spPr bwMode="auto">
              <a:xfrm>
                <a:off x="227" y="1010"/>
                <a:ext cx="2338" cy="27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2783" name="Arc 13"/>
              <p:cNvSpPr>
                <a:spLocks/>
              </p:cNvSpPr>
              <p:nvPr/>
            </p:nvSpPr>
            <p:spPr bwMode="auto">
              <a:xfrm rot="16200000" flipV="1">
                <a:off x="1162" y="732"/>
                <a:ext cx="493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2784" name="Group 12"/>
              <p:cNvGrpSpPr>
                <a:grpSpLocks/>
              </p:cNvGrpSpPr>
              <p:nvPr/>
            </p:nvGrpSpPr>
            <p:grpSpPr bwMode="auto">
              <a:xfrm>
                <a:off x="0" y="16"/>
                <a:ext cx="2946" cy="2131"/>
                <a:chOff x="0" y="-2"/>
                <a:chExt cx="2406" cy="1798"/>
              </a:xfrm>
            </p:grpSpPr>
            <p:grpSp>
              <p:nvGrpSpPr>
                <p:cNvPr id="32793" name="Group 13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406" cy="1798"/>
                  <a:chOff x="0" y="-1"/>
                  <a:chExt cx="1204" cy="1124"/>
                </a:xfrm>
              </p:grpSpPr>
              <p:sp>
                <p:nvSpPr>
                  <p:cNvPr id="2972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0" y="595"/>
                    <a:ext cx="120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9724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67"/>
                    <a:ext cx="0" cy="1056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279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4" y="625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32798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9" y="-1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</p:grpSp>
            <p:sp>
              <p:nvSpPr>
                <p:cNvPr id="32794" name="Arc 20"/>
                <p:cNvSpPr>
                  <a:spLocks/>
                </p:cNvSpPr>
                <p:nvPr/>
              </p:nvSpPr>
              <p:spPr bwMode="auto">
                <a:xfrm rot="5400000">
                  <a:off x="924" y="970"/>
                  <a:ext cx="460" cy="269"/>
                </a:xfrm>
                <a:custGeom>
                  <a:avLst/>
                  <a:gdLst>
                    <a:gd name="T0" fmla="*/ 0 w 24026"/>
                    <a:gd name="T1" fmla="*/ 0 h 43200"/>
                    <a:gd name="T2" fmla="*/ 0 w 24026"/>
                    <a:gd name="T3" fmla="*/ 0 h 43200"/>
                    <a:gd name="T4" fmla="*/ 0 w 24026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4026"/>
                    <a:gd name="T10" fmla="*/ 0 h 43200"/>
                    <a:gd name="T11" fmla="*/ 24026 w 24026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26" h="43200" fill="none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</a:path>
                    <a:path w="24026" h="43200" stroke="0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  <a:lnTo>
                        <a:pt x="2426" y="21600"/>
                      </a:lnTo>
                      <a:lnTo>
                        <a:pt x="2425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aphicFrame>
            <p:nvGraphicFramePr>
              <p:cNvPr id="32785" name="Object 19"/>
              <p:cNvGraphicFramePr>
                <a:graphicFrameLocks noChangeAspect="1"/>
              </p:cNvGraphicFramePr>
              <p:nvPr/>
            </p:nvGraphicFramePr>
            <p:xfrm>
              <a:off x="1215" y="1143"/>
              <a:ext cx="149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71" r:id="rId5" imgW="126835" imgH="139518" progId="Equation.3">
                      <p:embed/>
                    </p:oleObj>
                  </mc:Choice>
                  <mc:Fallback>
                    <p:oleObj r:id="rId5" imgW="126835" imgH="139518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5" y="1143"/>
                            <a:ext cx="149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6" name="Line 22"/>
              <p:cNvSpPr>
                <a:spLocks noChangeShapeType="1"/>
              </p:cNvSpPr>
              <p:nvPr/>
            </p:nvSpPr>
            <p:spPr bwMode="auto">
              <a:xfrm flipH="1" flipV="1">
                <a:off x="1933" y="690"/>
                <a:ext cx="332" cy="16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rIns="0" anchor="ctr"/>
              <a:lstStyle/>
              <a:p>
                <a:endParaRPr lang="en-US"/>
              </a:p>
            </p:txBody>
          </p:sp>
          <p:sp>
            <p:nvSpPr>
              <p:cNvPr id="32787" name="Arc 24"/>
              <p:cNvSpPr>
                <a:spLocks/>
              </p:cNvSpPr>
              <p:nvPr/>
            </p:nvSpPr>
            <p:spPr bwMode="auto">
              <a:xfrm rot="16200000" flipV="1">
                <a:off x="1260" y="804"/>
                <a:ext cx="290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Arc 25"/>
              <p:cNvSpPr>
                <a:spLocks/>
              </p:cNvSpPr>
              <p:nvPr/>
            </p:nvSpPr>
            <p:spPr bwMode="auto">
              <a:xfrm rot="5400000">
                <a:off x="1247" y="1076"/>
                <a:ext cx="322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9" name="Arc 27"/>
              <p:cNvSpPr>
                <a:spLocks/>
              </p:cNvSpPr>
              <p:nvPr/>
            </p:nvSpPr>
            <p:spPr bwMode="auto">
              <a:xfrm rot="16200000" flipV="1">
                <a:off x="1317" y="848"/>
                <a:ext cx="194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90" name="Arc 28"/>
              <p:cNvSpPr>
                <a:spLocks/>
              </p:cNvSpPr>
              <p:nvPr/>
            </p:nvSpPr>
            <p:spPr bwMode="auto">
              <a:xfrm rot="5400000">
                <a:off x="1308" y="1028"/>
                <a:ext cx="214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791" name="Object 25"/>
              <p:cNvGraphicFramePr>
                <a:graphicFrameLocks noChangeAspect="1"/>
              </p:cNvGraphicFramePr>
              <p:nvPr/>
            </p:nvGraphicFramePr>
            <p:xfrm>
              <a:off x="2767" y="1138"/>
              <a:ext cx="247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72" name="Equation" r:id="rId7" imgW="114201" imgH="139579" progId="Equation.DSMT4">
                      <p:embed/>
                    </p:oleObj>
                  </mc:Choice>
                  <mc:Fallback>
                    <p:oleObj name="Equation" r:id="rId7" imgW="114201" imgH="139579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7" y="1138"/>
                            <a:ext cx="247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2" name="Object 26"/>
              <p:cNvGraphicFramePr>
                <a:graphicFrameLocks noChangeAspect="1"/>
              </p:cNvGraphicFramePr>
              <p:nvPr/>
            </p:nvGraphicFramePr>
            <p:xfrm>
              <a:off x="1456" y="8"/>
              <a:ext cx="23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73" name="Equation" r:id="rId9" imgW="114201" imgH="139579" progId="Equation.DSMT4">
                      <p:embed/>
                    </p:oleObj>
                  </mc:Choice>
                  <mc:Fallback>
                    <p:oleObj name="Equation" r:id="rId9" imgW="114201" imgH="139579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6" y="8"/>
                            <a:ext cx="23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81" name="Object 27"/>
            <p:cNvGraphicFramePr>
              <a:graphicFrameLocks noChangeAspect="1"/>
            </p:cNvGraphicFramePr>
            <p:nvPr/>
          </p:nvGraphicFramePr>
          <p:xfrm>
            <a:off x="1501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74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8"/>
          <p:cNvGrpSpPr>
            <a:grpSpLocks noChangeAspect="1"/>
          </p:cNvGrpSpPr>
          <p:nvPr/>
        </p:nvGrpSpPr>
        <p:grpSpPr bwMode="auto">
          <a:xfrm>
            <a:off x="2633663" y="2973388"/>
            <a:ext cx="2759075" cy="611187"/>
            <a:chOff x="44" y="12"/>
            <a:chExt cx="1738" cy="385"/>
          </a:xfrm>
        </p:grpSpPr>
        <p:graphicFrame>
          <p:nvGraphicFramePr>
            <p:cNvPr id="32778" name="Object 29"/>
            <p:cNvGraphicFramePr>
              <a:graphicFrameLocks noChangeAspect="1"/>
            </p:cNvGraphicFramePr>
            <p:nvPr/>
          </p:nvGraphicFramePr>
          <p:xfrm>
            <a:off x="44" y="65"/>
            <a:ext cx="173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75" name="Equation" r:id="rId13" imgW="2247900" imgH="482600" progId="Equation.DSMT4">
                    <p:embed/>
                  </p:oleObj>
                </mc:Choice>
                <mc:Fallback>
                  <p:oleObj name="Equation" r:id="rId13" imgW="2247900" imgH="482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" y="65"/>
                          <a:ext cx="173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30"/>
            <p:cNvGraphicFramePr>
              <a:graphicFrameLocks noChangeAspect="1"/>
            </p:cNvGraphicFramePr>
            <p:nvPr/>
          </p:nvGraphicFramePr>
          <p:xfrm>
            <a:off x="184" y="12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76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12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2" grpId="0" autoUpdateAnimBg="0"/>
      <p:bldP spid="414723" grpId="0" autoUpdateAnimBg="0"/>
      <p:bldP spid="414725" grpId="0" autoUpdateAnimBg="0"/>
      <p:bldP spid="41472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ChangeArrowheads="1"/>
          </p:cNvSpPr>
          <p:nvPr/>
        </p:nvSpPr>
        <p:spPr bwMode="auto">
          <a:xfrm>
            <a:off x="557213" y="836613"/>
            <a:ext cx="7831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latin typeface="宋体" panose="02010600030101010101" pitchFamily="2" charset="-122"/>
              </a:rPr>
              <a:t>较大时</a:t>
            </a:r>
            <a:r>
              <a:rPr kumimoji="0" lang="en-US" altLang="zh-CN" sz="2800" b="1">
                <a:latin typeface="宋体" panose="02010600030101010101" pitchFamily="2" charset="-122"/>
              </a:rPr>
              <a:t>,</a:t>
            </a:r>
            <a:r>
              <a:rPr kumimoji="0" lang="zh-CN" altLang="en-US" sz="2800" b="1">
                <a:latin typeface="宋体" panose="02010600030101010101" pitchFamily="2" charset="-122"/>
              </a:rPr>
              <a:t>方程可以化为</a:t>
            </a:r>
          </a:p>
        </p:txBody>
      </p:sp>
      <p:sp>
        <p:nvSpPr>
          <p:cNvPr id="415747" name="Rectangle 6"/>
          <p:cNvSpPr>
            <a:spLocks noChangeArrowheads="1"/>
          </p:cNvSpPr>
          <p:nvPr/>
        </p:nvSpPr>
        <p:spPr bwMode="auto">
          <a:xfrm>
            <a:off x="1468438" y="2662238"/>
            <a:ext cx="583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若取  　　 为势能零点的位置方程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2381250" y="2552700"/>
          <a:ext cx="819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0" name="Equation" r:id="rId3" imgW="698197" imgH="672808" progId="Equation.DSMT4">
                  <p:embed/>
                </p:oleObj>
              </mc:Choice>
              <mc:Fallback>
                <p:oleObj name="Equation" r:id="rId3" imgW="698197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2552700"/>
                        <a:ext cx="819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49" name="Rectangle 9"/>
          <p:cNvSpPr>
            <a:spLocks noChangeArrowheads="1"/>
          </p:cNvSpPr>
          <p:nvPr/>
        </p:nvSpPr>
        <p:spPr bwMode="auto">
          <a:xfrm>
            <a:off x="957263" y="3429000"/>
            <a:ext cx="75580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则上面方程的第一项代表单摆的动能，第二项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代表单摆的势能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常数</a:t>
            </a:r>
            <a:r>
              <a:rPr kumimoji="0" lang="zh-CN" altLang="en-US" sz="2800" b="1" i="1">
                <a:latin typeface="Arial" panose="020B0604020202020204" pitchFamily="34" charset="0"/>
              </a:rPr>
              <a:t>Ｃ</a:t>
            </a:r>
            <a:r>
              <a:rPr kumimoji="0" lang="zh-CN" altLang="en-US" sz="2800" b="1"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0" lang="zh-CN" altLang="en-US" sz="2800" b="1">
                <a:latin typeface="Arial" panose="020B0604020202020204" pitchFamily="34" charset="0"/>
              </a:rPr>
              <a:t>代表单摆的总能量</a:t>
            </a:r>
            <a:r>
              <a:rPr kumimoji="0" lang="en-US" altLang="zh-CN" sz="2800" b="1" i="1"/>
              <a:t>E</a:t>
            </a:r>
            <a:r>
              <a:rPr kumimoji="0" lang="en-US" altLang="zh-CN" sz="2800" b="1" baseline="-25000"/>
              <a:t>0</a:t>
            </a:r>
            <a:r>
              <a:rPr kumimoji="0" lang="zh-CN" altLang="en-US" sz="2800" b="1">
                <a:latin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方程化为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2490788" y="1603375"/>
            <a:ext cx="4117975" cy="750888"/>
            <a:chOff x="69" y="7"/>
            <a:chExt cx="2594" cy="473"/>
          </a:xfrm>
        </p:grpSpPr>
        <p:graphicFrame>
          <p:nvGraphicFramePr>
            <p:cNvPr id="33803" name="Object 8"/>
            <p:cNvGraphicFramePr>
              <a:graphicFrameLocks noChangeAspect="1"/>
            </p:cNvGraphicFramePr>
            <p:nvPr/>
          </p:nvGraphicFramePr>
          <p:xfrm>
            <a:off x="69" y="7"/>
            <a:ext cx="2594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1" name="Equation" r:id="rId5" imgW="3657600" imgH="673100" progId="Equation.DSMT4">
                    <p:embed/>
                  </p:oleObj>
                </mc:Choice>
                <mc:Fallback>
                  <p:oleObj name="Equation" r:id="rId5" imgW="3657600" imgH="673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" y="7"/>
                          <a:ext cx="2594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9"/>
            <p:cNvGraphicFramePr>
              <a:graphicFrameLocks noChangeAspect="1"/>
            </p:cNvGraphicFramePr>
            <p:nvPr/>
          </p:nvGraphicFramePr>
          <p:xfrm>
            <a:off x="303" y="3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2" r:id="rId7" imgW="152731" imgH="241825" progId="Equation.DSMT4">
                    <p:embed/>
                  </p:oleObj>
                </mc:Choice>
                <mc:Fallback>
                  <p:oleObj r:id="rId7" imgW="152731" imgH="24182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3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 noChangeAspect="1"/>
          </p:cNvGrpSpPr>
          <p:nvPr/>
        </p:nvGrpSpPr>
        <p:grpSpPr bwMode="auto">
          <a:xfrm>
            <a:off x="2417763" y="5145088"/>
            <a:ext cx="4249737" cy="893762"/>
            <a:chOff x="49" y="142"/>
            <a:chExt cx="2677" cy="563"/>
          </a:xfrm>
        </p:grpSpPr>
        <p:graphicFrame>
          <p:nvGraphicFramePr>
            <p:cNvPr id="33801" name="Object 11"/>
            <p:cNvGraphicFramePr>
              <a:graphicFrameLocks noChangeAspect="1"/>
            </p:cNvGraphicFramePr>
            <p:nvPr/>
          </p:nvGraphicFramePr>
          <p:xfrm>
            <a:off x="49" y="142"/>
            <a:ext cx="267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3" name="Equation" r:id="rId9" imgW="3175000" imgH="787400" progId="Equation.DSMT4">
                    <p:embed/>
                  </p:oleObj>
                </mc:Choice>
                <mc:Fallback>
                  <p:oleObj name="Equation" r:id="rId9" imgW="3175000" imgH="787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" y="142"/>
                          <a:ext cx="267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12"/>
            <p:cNvGraphicFramePr>
              <a:graphicFrameLocks noChangeAspect="1"/>
            </p:cNvGraphicFramePr>
            <p:nvPr/>
          </p:nvGraphicFramePr>
          <p:xfrm>
            <a:off x="127" y="16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4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" y="16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utoUpdateAnimBg="0"/>
      <p:bldP spid="415747" grpId="0" autoUpdateAnimBg="0"/>
      <p:bldP spid="41574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8"/>
          <p:cNvSpPr>
            <a:spLocks noChangeArrowheads="1"/>
          </p:cNvSpPr>
          <p:nvPr/>
        </p:nvSpPr>
        <p:spPr bwMode="auto">
          <a:xfrm>
            <a:off x="792163" y="2147888"/>
            <a:ext cx="172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b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1" name="Object 3"/>
          <p:cNvGraphicFramePr>
            <a:graphicFrameLocks noChangeAspect="1"/>
          </p:cNvGraphicFramePr>
          <p:nvPr/>
        </p:nvGraphicFramePr>
        <p:xfrm>
          <a:off x="1439863" y="2178050"/>
          <a:ext cx="29876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7" name="Equation" r:id="rId3" imgW="2527300" imgH="431800" progId="Equation.DSMT4">
                  <p:embed/>
                </p:oleObj>
              </mc:Choice>
              <mc:Fallback>
                <p:oleObj name="Equation" r:id="rId3" imgW="2527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178050"/>
                        <a:ext cx="298767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2" name="Rectangle 10"/>
          <p:cNvSpPr>
            <a:spLocks noChangeArrowheads="1"/>
          </p:cNvSpPr>
          <p:nvPr/>
        </p:nvSpPr>
        <p:spPr bwMode="auto">
          <a:xfrm>
            <a:off x="1223963" y="2662238"/>
            <a:ext cx="7583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这种情况下，在相空间里的轨迹是围绕原点</a:t>
            </a:r>
            <a:r>
              <a:rPr kumimoji="0" lang="en-US" altLang="zh-CN" sz="2800" b="1"/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的一些闭合曲线。</a:t>
            </a:r>
          </a:p>
        </p:txBody>
      </p:sp>
      <p:sp>
        <p:nvSpPr>
          <p:cNvPr id="416773" name="Rectangle 14"/>
          <p:cNvSpPr>
            <a:spLocks noChangeArrowheads="1"/>
          </p:cNvSpPr>
          <p:nvPr/>
        </p:nvSpPr>
        <p:spPr bwMode="auto">
          <a:xfrm>
            <a:off x="828675" y="3563938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c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1368425" y="3598863"/>
          <a:ext cx="15827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8" name="Equation" r:id="rId5" imgW="1371600" imgH="431800" progId="Equation.DSMT4">
                  <p:embed/>
                </p:oleObj>
              </mc:Choice>
              <mc:Fallback>
                <p:oleObj name="Equation" r:id="rId5" imgW="137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598863"/>
                        <a:ext cx="15827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5" name="Rectangle 17"/>
          <p:cNvSpPr>
            <a:spLocks noChangeArrowheads="1"/>
          </p:cNvSpPr>
          <p:nvPr/>
        </p:nvSpPr>
        <p:spPr bwMode="auto">
          <a:xfrm>
            <a:off x="1187450" y="4035425"/>
            <a:ext cx="7620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这种情况下摆球做自由转动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在相平面上有两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条和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/>
              <a:t> </a:t>
            </a:r>
            <a:r>
              <a:rPr kumimoji="0" lang="zh-CN" altLang="en-US" sz="2800" b="1">
                <a:latin typeface="Arial" panose="020B0604020202020204" pitchFamily="34" charset="0"/>
              </a:rPr>
              <a:t>轴相对应的相轨迹曲线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对称分布于上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下两部分。</a:t>
            </a:r>
          </a:p>
        </p:txBody>
      </p:sp>
      <p:sp>
        <p:nvSpPr>
          <p:cNvPr id="416776" name="Rectangle 19"/>
          <p:cNvSpPr>
            <a:spLocks noChangeArrowheads="1"/>
          </p:cNvSpPr>
          <p:nvPr/>
        </p:nvSpPr>
        <p:spPr bwMode="auto">
          <a:xfrm>
            <a:off x="825500" y="5310188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d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1366838" y="5345113"/>
          <a:ext cx="15827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9" name="Equation" r:id="rId7" imgW="1371600" imgH="431800" progId="Equation.DSMT4">
                  <p:embed/>
                </p:oleObj>
              </mc:Choice>
              <mc:Fallback>
                <p:oleObj name="Equation" r:id="rId7" imgW="13716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5345113"/>
                        <a:ext cx="158273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8" name="Rectangle 21"/>
          <p:cNvSpPr>
            <a:spLocks noChangeArrowheads="1"/>
          </p:cNvSpPr>
          <p:nvPr/>
        </p:nvSpPr>
        <p:spPr bwMode="auto">
          <a:xfrm>
            <a:off x="1260475" y="5795963"/>
            <a:ext cx="74374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摆球做界轨运动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包含有不稳定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平衡点</a:t>
            </a:r>
          </a:p>
        </p:txBody>
      </p:sp>
      <p:sp>
        <p:nvSpPr>
          <p:cNvPr id="416779" name="Rectangle 22"/>
          <p:cNvSpPr>
            <a:spLocks noChangeArrowheads="1"/>
          </p:cNvSpPr>
          <p:nvPr/>
        </p:nvSpPr>
        <p:spPr bwMode="auto">
          <a:xfrm>
            <a:off x="792163" y="1200150"/>
            <a:ext cx="1560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80" name="Object 12"/>
          <p:cNvGraphicFramePr>
            <a:graphicFrameLocks noChangeAspect="1"/>
          </p:cNvGraphicFramePr>
          <p:nvPr/>
        </p:nvGraphicFramePr>
        <p:xfrm>
          <a:off x="1368425" y="1216025"/>
          <a:ext cx="16208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0" name="Equation" r:id="rId9" imgW="1574800" imgH="431800" progId="Equation.DSMT4">
                  <p:embed/>
                </p:oleObj>
              </mc:Choice>
              <mc:Fallback>
                <p:oleObj name="Equation" r:id="rId9" imgW="1574800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1216025"/>
                        <a:ext cx="16208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81" name="Rectangle 24"/>
          <p:cNvSpPr>
            <a:spLocks noChangeArrowheads="1"/>
          </p:cNvSpPr>
          <p:nvPr/>
        </p:nvSpPr>
        <p:spPr bwMode="auto">
          <a:xfrm>
            <a:off x="2989263" y="1165225"/>
            <a:ext cx="563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  <a:ea typeface="宋体" charset="-122"/>
              </a:rPr>
              <a:t>只有</a:t>
            </a:r>
            <a:r>
              <a:rPr kumimoji="0" lang="zh-CN" altLang="en-US" b="1" i="1" dirty="0">
                <a:latin typeface="+mn-lt"/>
                <a:ea typeface="宋体" charset="-122"/>
                <a:sym typeface="Symbol" pitchFamily="18" charset="2"/>
              </a:rPr>
              <a:t></a:t>
            </a:r>
            <a:r>
              <a:rPr kumimoji="0" lang="zh-CN" altLang="en-US" b="1" dirty="0">
                <a:latin typeface="+mn-lt"/>
                <a:ea typeface="宋体" charset="-122"/>
                <a:sym typeface="Symbol" pitchFamily="18" charset="2"/>
              </a:rPr>
              <a:t> </a:t>
            </a:r>
            <a:r>
              <a:rPr kumimoji="0" lang="en-US" altLang="zh-CN" b="1" dirty="0">
                <a:latin typeface="+mn-lt"/>
                <a:ea typeface="宋体" charset="-122"/>
                <a:sym typeface="Symbol" pitchFamily="18" charset="2"/>
              </a:rPr>
              <a:t>=0</a:t>
            </a:r>
            <a:r>
              <a:rPr kumimoji="0" lang="zh-CN" altLang="en-US" b="1" dirty="0">
                <a:latin typeface="Arial" charset="0"/>
                <a:ea typeface="宋体" charset="-122"/>
              </a:rPr>
              <a:t>时才有意义，此时</a:t>
            </a:r>
          </a:p>
        </p:txBody>
      </p:sp>
      <p:sp>
        <p:nvSpPr>
          <p:cNvPr id="416782" name="Rectangle 26"/>
          <p:cNvSpPr>
            <a:spLocks noChangeArrowheads="1"/>
          </p:cNvSpPr>
          <p:nvPr/>
        </p:nvSpPr>
        <p:spPr bwMode="auto">
          <a:xfrm>
            <a:off x="1260475" y="1685925"/>
            <a:ext cx="7488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</a:rPr>
              <a:t>对应相空间的原点</a:t>
            </a:r>
            <a:r>
              <a:rPr kumimoji="0" lang="en-US" altLang="zh-CN" b="1" dirty="0">
                <a:latin typeface="+mn-lt"/>
              </a:rPr>
              <a:t>O</a:t>
            </a:r>
            <a:r>
              <a:rPr kumimoji="0" lang="zh-CN" altLang="en-US" b="1" dirty="0">
                <a:latin typeface="Arial" charset="0"/>
              </a:rPr>
              <a:t>（</a:t>
            </a:r>
            <a:r>
              <a:rPr kumimoji="0" lang="en-US" altLang="zh-CN" b="1" dirty="0"/>
              <a:t>0, 0</a:t>
            </a:r>
            <a:r>
              <a:rPr kumimoji="0" lang="zh-CN" altLang="en-US" b="1" dirty="0">
                <a:latin typeface="Arial" charset="0"/>
              </a:rPr>
              <a:t>）</a:t>
            </a:r>
            <a:r>
              <a:rPr kumimoji="0" lang="en-US" altLang="zh-CN" b="1" dirty="0">
                <a:latin typeface="Arial" charset="0"/>
              </a:rPr>
              <a:t>,</a:t>
            </a:r>
            <a:r>
              <a:rPr kumimoji="0" lang="zh-CN" altLang="en-US" b="1" dirty="0">
                <a:latin typeface="Arial" charset="0"/>
              </a:rPr>
              <a:t>即稳定平衡态。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904875" y="296863"/>
            <a:ext cx="4964113" cy="893762"/>
            <a:chOff x="0" y="0"/>
            <a:chExt cx="3127" cy="563"/>
          </a:xfrm>
        </p:grpSpPr>
        <p:grpSp>
          <p:nvGrpSpPr>
            <p:cNvPr id="34836" name="Group 17"/>
            <p:cNvGrpSpPr>
              <a:grpSpLocks noChangeAspect="1"/>
            </p:cNvGrpSpPr>
            <p:nvPr/>
          </p:nvGrpSpPr>
          <p:grpSpPr bwMode="auto">
            <a:xfrm>
              <a:off x="0" y="0"/>
              <a:ext cx="3127" cy="563"/>
              <a:chOff x="0" y="0"/>
              <a:chExt cx="3127" cy="563"/>
            </a:xfrm>
          </p:grpSpPr>
          <p:graphicFrame>
            <p:nvGraphicFramePr>
              <p:cNvPr id="34838" name="Object 18"/>
              <p:cNvGraphicFramePr>
                <a:graphicFrameLocks noChangeAspect="1"/>
              </p:cNvGraphicFramePr>
              <p:nvPr/>
            </p:nvGraphicFramePr>
            <p:xfrm>
              <a:off x="450" y="0"/>
              <a:ext cx="2677" cy="5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21" name="Equation" r:id="rId11" imgW="3175000" imgH="787400" progId="Equation.DSMT4">
                      <p:embed/>
                    </p:oleObj>
                  </mc:Choice>
                  <mc:Fallback>
                    <p:oleObj name="Equation" r:id="rId11" imgW="3175000" imgH="7874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" y="0"/>
                            <a:ext cx="2677" cy="563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6600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39" name="Object 30"/>
              <p:cNvGraphicFramePr>
                <a:graphicFrameLocks noChangeAspect="1"/>
              </p:cNvGraphicFramePr>
              <p:nvPr/>
            </p:nvGraphicFramePr>
            <p:xfrm>
              <a:off x="0" y="23"/>
              <a:ext cx="473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22" r:id="rId13" imgW="3286125" imgH="3038475" progId="">
                      <p:embed/>
                    </p:oleObj>
                  </mc:Choice>
                  <mc:Fallback>
                    <p:oleObj r:id="rId13" imgW="3286125" imgH="3038475" progId="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3"/>
                            <a:ext cx="473" cy="5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837" name="Object 20"/>
            <p:cNvGraphicFramePr>
              <a:graphicFrameLocks noChangeAspect="1"/>
            </p:cNvGraphicFramePr>
            <p:nvPr/>
          </p:nvGraphicFramePr>
          <p:xfrm>
            <a:off x="526" y="45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23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45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7397750" y="1055688"/>
            <a:ext cx="862013" cy="517525"/>
            <a:chOff x="32" y="-23"/>
            <a:chExt cx="543" cy="326"/>
          </a:xfrm>
        </p:grpSpPr>
        <p:graphicFrame>
          <p:nvGraphicFramePr>
            <p:cNvPr id="34834" name="Object 22"/>
            <p:cNvGraphicFramePr>
              <a:graphicFrameLocks noChangeAspect="1"/>
            </p:cNvGraphicFramePr>
            <p:nvPr/>
          </p:nvGraphicFramePr>
          <p:xfrm>
            <a:off x="32" y="92"/>
            <a:ext cx="54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24" name="Equation" r:id="rId17" imgW="774364" imgH="317362" progId="Equation.DSMT4">
                    <p:embed/>
                  </p:oleObj>
                </mc:Choice>
                <mc:Fallback>
                  <p:oleObj name="Equation" r:id="rId17" imgW="774364" imgH="31736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" y="92"/>
                          <a:ext cx="54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5" name="Object 23"/>
            <p:cNvGraphicFramePr>
              <a:graphicFrameLocks noChangeAspect="1"/>
            </p:cNvGraphicFramePr>
            <p:nvPr/>
          </p:nvGraphicFramePr>
          <p:xfrm>
            <a:off x="78" y="-2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25" name="Equation" r:id="rId19" imgW="114102" imgH="126780" progId="Equation.DSMT4">
                    <p:embed/>
                  </p:oleObj>
                </mc:Choice>
                <mc:Fallback>
                  <p:oleObj name="Equation" r:id="rId19" imgW="114102" imgH="1267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" y="-2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utoUpdateAnimBg="0"/>
      <p:bldP spid="416772" grpId="0" autoUpdateAnimBg="0"/>
      <p:bldP spid="416773" grpId="0" autoUpdateAnimBg="0"/>
      <p:bldP spid="416775" grpId="0" autoUpdateAnimBg="0"/>
      <p:bldP spid="416776" grpId="0" autoUpdateAnimBg="0"/>
      <p:bldP spid="416778" grpId="0" autoUpdateAnimBg="0"/>
      <p:bldP spid="416779" grpId="0" autoUpdateAnimBg="0"/>
      <p:bldP spid="416781" grpId="0" autoUpdateAnimBg="0"/>
      <p:bldP spid="41678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ChangeArrowheads="1"/>
          </p:cNvSpPr>
          <p:nvPr/>
        </p:nvSpPr>
        <p:spPr bwMode="auto">
          <a:xfrm>
            <a:off x="665163" y="425450"/>
            <a:ext cx="7777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  <a:ea typeface="楷体_GB2312" pitchFamily="49" charset="-122"/>
              </a:rPr>
              <a:t>四种情况下单摆在相空间的轨迹可表示如下：</a:t>
            </a:r>
          </a:p>
        </p:txBody>
      </p:sp>
      <p:sp>
        <p:nvSpPr>
          <p:cNvPr id="35843" name="Text Box 7"/>
          <p:cNvSpPr txBox="1">
            <a:spLocks noChangeArrowheads="1"/>
          </p:cNvSpPr>
          <p:nvPr/>
        </p:nvSpPr>
        <p:spPr bwMode="auto">
          <a:xfrm>
            <a:off x="6931025" y="3843338"/>
            <a:ext cx="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24000" y="908050"/>
            <a:ext cx="5778500" cy="5184775"/>
            <a:chOff x="0" y="0"/>
            <a:chExt cx="3640" cy="3266"/>
          </a:xfrm>
        </p:grpSpPr>
        <p:grpSp>
          <p:nvGrpSpPr>
            <p:cNvPr id="35846" name="Group 6"/>
            <p:cNvGrpSpPr>
              <a:grpSpLocks/>
            </p:cNvGrpSpPr>
            <p:nvPr/>
          </p:nvGrpSpPr>
          <p:grpSpPr bwMode="auto">
            <a:xfrm>
              <a:off x="0" y="49"/>
              <a:ext cx="3640" cy="3217"/>
              <a:chOff x="0" y="0"/>
              <a:chExt cx="3640" cy="3217"/>
            </a:xfrm>
          </p:grpSpPr>
          <p:sp>
            <p:nvSpPr>
              <p:cNvPr id="35848" name="Rectangle 3"/>
              <p:cNvSpPr>
                <a:spLocks noChangeArrowheads="1"/>
              </p:cNvSpPr>
              <p:nvPr/>
            </p:nvSpPr>
            <p:spPr bwMode="auto">
              <a:xfrm>
                <a:off x="310" y="1455"/>
                <a:ext cx="2835" cy="271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49" name="Line 5"/>
              <p:cNvSpPr>
                <a:spLocks noChangeShapeType="1"/>
              </p:cNvSpPr>
              <p:nvPr/>
            </p:nvSpPr>
            <p:spPr bwMode="auto">
              <a:xfrm>
                <a:off x="0" y="1586"/>
                <a:ext cx="33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0" name="Line 6"/>
              <p:cNvSpPr>
                <a:spLocks noChangeShapeType="1"/>
              </p:cNvSpPr>
              <p:nvPr/>
            </p:nvSpPr>
            <p:spPr bwMode="auto">
              <a:xfrm flipH="1" flipV="1">
                <a:off x="1602" y="88"/>
                <a:ext cx="23" cy="312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1" name="Oval 9"/>
              <p:cNvSpPr>
                <a:spLocks noChangeArrowheads="1"/>
              </p:cNvSpPr>
              <p:nvPr/>
            </p:nvSpPr>
            <p:spPr bwMode="auto">
              <a:xfrm>
                <a:off x="1512" y="1267"/>
                <a:ext cx="213" cy="624"/>
              </a:xfrm>
              <a:prstGeom prst="ellips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52" name="Freeform 10"/>
              <p:cNvSpPr>
                <a:spLocks/>
              </p:cNvSpPr>
              <p:nvPr/>
            </p:nvSpPr>
            <p:spPr bwMode="auto">
              <a:xfrm>
                <a:off x="672" y="531"/>
                <a:ext cx="2352" cy="288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3" name="Freeform 11"/>
              <p:cNvSpPr>
                <a:spLocks/>
              </p:cNvSpPr>
              <p:nvPr/>
            </p:nvSpPr>
            <p:spPr bwMode="auto">
              <a:xfrm flipV="1">
                <a:off x="672" y="2355"/>
                <a:ext cx="2352" cy="33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4" name="Freeform 12"/>
              <p:cNvSpPr>
                <a:spLocks/>
              </p:cNvSpPr>
              <p:nvPr/>
            </p:nvSpPr>
            <p:spPr bwMode="auto">
              <a:xfrm>
                <a:off x="514" y="1176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5" name="Freeform 16"/>
              <p:cNvSpPr>
                <a:spLocks/>
              </p:cNvSpPr>
              <p:nvPr/>
            </p:nvSpPr>
            <p:spPr bwMode="auto">
              <a:xfrm flipV="1">
                <a:off x="514" y="1267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6" name="Line 18"/>
              <p:cNvSpPr>
                <a:spLocks noChangeShapeType="1"/>
              </p:cNvSpPr>
              <p:nvPr/>
            </p:nvSpPr>
            <p:spPr bwMode="auto">
              <a:xfrm>
                <a:off x="1693" y="541"/>
                <a:ext cx="136" cy="9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7" name="Line 21"/>
              <p:cNvSpPr>
                <a:spLocks noChangeShapeType="1"/>
              </p:cNvSpPr>
              <p:nvPr/>
            </p:nvSpPr>
            <p:spPr bwMode="auto">
              <a:xfrm flipH="1" flipV="1">
                <a:off x="1330" y="2355"/>
                <a:ext cx="136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8" name="Line 22"/>
              <p:cNvSpPr>
                <a:spLocks noChangeShapeType="1"/>
              </p:cNvSpPr>
              <p:nvPr/>
            </p:nvSpPr>
            <p:spPr bwMode="auto">
              <a:xfrm flipH="1" flipV="1">
                <a:off x="1421" y="1766"/>
                <a:ext cx="9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9" name="Line 24"/>
              <p:cNvSpPr>
                <a:spLocks noChangeShapeType="1"/>
              </p:cNvSpPr>
              <p:nvPr/>
            </p:nvSpPr>
            <p:spPr bwMode="auto">
              <a:xfrm>
                <a:off x="1739" y="1539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60" name="Line 25"/>
              <p:cNvSpPr>
                <a:spLocks noChangeShapeType="1"/>
              </p:cNvSpPr>
              <p:nvPr/>
            </p:nvSpPr>
            <p:spPr bwMode="auto">
              <a:xfrm>
                <a:off x="1648" y="1176"/>
                <a:ext cx="91" cy="1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5861" name="Object 20"/>
              <p:cNvGraphicFramePr>
                <a:graphicFrameLocks noChangeAspect="1"/>
              </p:cNvGraphicFramePr>
              <p:nvPr/>
            </p:nvGraphicFramePr>
            <p:xfrm>
              <a:off x="3394" y="1444"/>
              <a:ext cx="246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22" name="Equation" r:id="rId3" imgW="114201" imgH="139579" progId="Equation.DSMT4">
                      <p:embed/>
                    </p:oleObj>
                  </mc:Choice>
                  <mc:Fallback>
                    <p:oleObj name="Equation" r:id="rId3" imgW="114201" imgH="139579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4" y="1444"/>
                            <a:ext cx="246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2" name="Object 21"/>
              <p:cNvGraphicFramePr>
                <a:graphicFrameLocks noChangeAspect="1"/>
              </p:cNvGraphicFramePr>
              <p:nvPr/>
            </p:nvGraphicFramePr>
            <p:xfrm>
              <a:off x="1648" y="0"/>
              <a:ext cx="28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23" name="Equation" r:id="rId5" imgW="139579" imgH="177646" progId="Equation.DSMT4">
                      <p:embed/>
                    </p:oleObj>
                  </mc:Choice>
                  <mc:Fallback>
                    <p:oleObj name="Equation" r:id="rId5" imgW="139579" imgH="177646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8" y="0"/>
                            <a:ext cx="288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47" name="Object 22"/>
            <p:cNvGraphicFramePr>
              <a:graphicFrameLocks noChangeAspect="1"/>
            </p:cNvGraphicFramePr>
            <p:nvPr/>
          </p:nvGraphicFramePr>
          <p:xfrm>
            <a:off x="1734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24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/>
          <p:cNvSpPr txBox="1">
            <a:spLocks noChangeArrowheads="1"/>
          </p:cNvSpPr>
          <p:nvPr/>
        </p:nvSpPr>
        <p:spPr bwMode="auto">
          <a:xfrm>
            <a:off x="146050" y="361950"/>
            <a:ext cx="88074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6</a:t>
            </a:r>
            <a:r>
              <a:rPr kumimoji="0" lang="zh-CN" altLang="en-US" b="1"/>
              <a:t>节  阻尼振动与受迫振动  共振</a:t>
            </a:r>
            <a:endParaRPr kumimoji="0" lang="en-US" altLang="zh-CN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Damped Oscillation Forced Oscillation Resonance</a:t>
            </a:r>
          </a:p>
        </p:txBody>
      </p:sp>
      <p:sp>
        <p:nvSpPr>
          <p:cNvPr id="418819" name="Rectangle 3"/>
          <p:cNvSpPr>
            <a:spLocks noChangeArrowheads="1"/>
          </p:cNvSpPr>
          <p:nvPr/>
        </p:nvSpPr>
        <p:spPr bwMode="auto">
          <a:xfrm>
            <a:off x="647700" y="4689475"/>
            <a:ext cx="80867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）阻尼产生的原因：</a:t>
            </a:r>
            <a:r>
              <a:rPr kumimoji="0" lang="zh-CN" altLang="en-US" sz="2800" b="1">
                <a:solidFill>
                  <a:srgbClr val="FF0000"/>
                </a:solidFill>
              </a:rPr>
              <a:t>摩擦、辐射</a:t>
            </a:r>
            <a:r>
              <a:rPr kumimoji="0" lang="zh-CN" altLang="en-US" sz="2800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）特点：不是周期性的振动，</a:t>
            </a:r>
            <a:r>
              <a:rPr kumimoji="0" lang="zh-CN" altLang="en-US" sz="2800" b="1">
                <a:solidFill>
                  <a:srgbClr val="FF0000"/>
                </a:solidFill>
              </a:rPr>
              <a:t>振幅越来越小 </a:t>
            </a:r>
            <a:br>
              <a:rPr kumimoji="0" lang="zh-CN" altLang="en-US" sz="2800" b="1">
                <a:solidFill>
                  <a:srgbClr val="FF0000"/>
                </a:solidFill>
              </a:rPr>
            </a:br>
            <a:r>
              <a:rPr kumimoji="0" lang="zh-CN" altLang="en-US" sz="2800" b="1">
                <a:solidFill>
                  <a:srgbClr val="FF0000"/>
                </a:solidFill>
              </a:rPr>
              <a:t>                    ‘周期’   越来越大</a:t>
            </a:r>
            <a:r>
              <a:rPr kumimoji="0"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3</a:t>
            </a:r>
            <a:r>
              <a:rPr kumimoji="0" lang="zh-CN" altLang="en-US" sz="2800" b="1"/>
              <a:t>）阻尼系数</a:t>
            </a:r>
            <a:r>
              <a:rPr kumimoji="0" lang="zh-CN" altLang="en-US" sz="2800" b="1">
                <a:solidFill>
                  <a:srgbClr val="FF0000"/>
                </a:solidFill>
              </a:rPr>
              <a:t>“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”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18820" name="Rectangle 4"/>
          <p:cNvSpPr>
            <a:spLocks noChangeArrowheads="1"/>
          </p:cNvSpPr>
          <p:nvPr/>
        </p:nvSpPr>
        <p:spPr bwMode="auto">
          <a:xfrm>
            <a:off x="227013" y="1384300"/>
            <a:ext cx="2446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6.1 </a:t>
            </a:r>
            <a:r>
              <a:rPr kumimoji="0" lang="en-US" altLang="zh-CN" sz="2400" b="1"/>
              <a:t> </a:t>
            </a:r>
            <a:r>
              <a:rPr kumimoji="0" lang="zh-CN" altLang="en-US" sz="2800" b="1"/>
              <a:t>阻尼振动</a:t>
            </a:r>
            <a:endParaRPr kumimoji="0" lang="zh-CN" altLang="en-US" sz="2400"/>
          </a:p>
        </p:txBody>
      </p:sp>
      <p:sp>
        <p:nvSpPr>
          <p:cNvPr id="418821" name="Rectangle 5"/>
          <p:cNvSpPr>
            <a:spLocks noChangeArrowheads="1"/>
          </p:cNvSpPr>
          <p:nvPr/>
        </p:nvSpPr>
        <p:spPr bwMode="auto">
          <a:xfrm>
            <a:off x="3330575" y="2005013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系统的</a:t>
            </a:r>
            <a:r>
              <a:rPr kumimoji="0" lang="zh-CN" altLang="en-US" sz="2800" b="1">
                <a:solidFill>
                  <a:srgbClr val="FF0000"/>
                </a:solidFill>
              </a:rPr>
              <a:t>能量和振幅随时间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减小</a:t>
            </a:r>
            <a:r>
              <a:rPr kumimoji="0" lang="zh-CN" altLang="en-US" sz="2800" b="1"/>
              <a:t>的振动。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0325" y="2095500"/>
            <a:ext cx="4537075" cy="2593975"/>
            <a:chOff x="1330325" y="2095500"/>
            <a:chExt cx="4537075" cy="2593975"/>
          </a:xfrm>
        </p:grpSpPr>
        <p:sp>
          <p:nvSpPr>
            <p:cNvPr id="36872" name="Rectangle 9"/>
            <p:cNvSpPr>
              <a:spLocks noChangeArrowheads="1"/>
            </p:cNvSpPr>
            <p:nvPr/>
          </p:nvSpPr>
          <p:spPr bwMode="auto">
            <a:xfrm>
              <a:off x="1330325" y="2095500"/>
              <a:ext cx="4537075" cy="259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6873" name="Line 10"/>
            <p:cNvSpPr>
              <a:spLocks noChangeShapeType="1"/>
            </p:cNvSpPr>
            <p:nvPr/>
          </p:nvSpPr>
          <p:spPr bwMode="auto">
            <a:xfrm flipV="1">
              <a:off x="257968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Line 11"/>
            <p:cNvSpPr>
              <a:spLocks noChangeShapeType="1"/>
            </p:cNvSpPr>
            <p:nvPr/>
          </p:nvSpPr>
          <p:spPr bwMode="auto">
            <a:xfrm flipV="1">
              <a:off x="33083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Line 12"/>
            <p:cNvSpPr>
              <a:spLocks noChangeShapeType="1"/>
            </p:cNvSpPr>
            <p:nvPr/>
          </p:nvSpPr>
          <p:spPr bwMode="auto">
            <a:xfrm flipV="1">
              <a:off x="40544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Line 13"/>
            <p:cNvSpPr>
              <a:spLocks noChangeShapeType="1"/>
            </p:cNvSpPr>
            <p:nvPr/>
          </p:nvSpPr>
          <p:spPr bwMode="auto">
            <a:xfrm flipV="1">
              <a:off x="47831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14"/>
            <p:cNvSpPr>
              <a:spLocks noChangeShapeType="1"/>
            </p:cNvSpPr>
            <p:nvPr/>
          </p:nvSpPr>
          <p:spPr bwMode="auto">
            <a:xfrm flipV="1">
              <a:off x="5511800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5"/>
            <p:cNvSpPr>
              <a:spLocks noChangeShapeType="1"/>
            </p:cNvSpPr>
            <p:nvPr/>
          </p:nvSpPr>
          <p:spPr bwMode="auto">
            <a:xfrm flipV="1">
              <a:off x="19970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Line 16"/>
            <p:cNvSpPr>
              <a:spLocks noChangeShapeType="1"/>
            </p:cNvSpPr>
            <p:nvPr/>
          </p:nvSpPr>
          <p:spPr bwMode="auto">
            <a:xfrm flipV="1">
              <a:off x="21320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Line 17"/>
            <p:cNvSpPr>
              <a:spLocks noChangeShapeType="1"/>
            </p:cNvSpPr>
            <p:nvPr/>
          </p:nvSpPr>
          <p:spPr bwMode="auto">
            <a:xfrm flipV="1">
              <a:off x="22812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18"/>
            <p:cNvSpPr>
              <a:spLocks noChangeShapeType="1"/>
            </p:cNvSpPr>
            <p:nvPr/>
          </p:nvSpPr>
          <p:spPr bwMode="auto">
            <a:xfrm flipV="1">
              <a:off x="24288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19"/>
            <p:cNvSpPr>
              <a:spLocks noChangeShapeType="1"/>
            </p:cNvSpPr>
            <p:nvPr/>
          </p:nvSpPr>
          <p:spPr bwMode="auto">
            <a:xfrm flipV="1">
              <a:off x="27273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 flipV="1">
              <a:off x="28765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21"/>
            <p:cNvSpPr>
              <a:spLocks noChangeShapeType="1"/>
            </p:cNvSpPr>
            <p:nvPr/>
          </p:nvSpPr>
          <p:spPr bwMode="auto">
            <a:xfrm flipV="1">
              <a:off x="30257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31591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23"/>
            <p:cNvSpPr>
              <a:spLocks noChangeShapeType="1"/>
            </p:cNvSpPr>
            <p:nvPr/>
          </p:nvSpPr>
          <p:spPr bwMode="auto">
            <a:xfrm flipV="1">
              <a:off x="34575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 flipV="1">
              <a:off x="360680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7560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9036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78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3354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 flipV="1">
              <a:off x="44862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 flipV="1">
              <a:off x="46339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 flipV="1">
              <a:off x="49323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50657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flipV="1">
              <a:off x="52149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34"/>
            <p:cNvSpPr>
              <a:spLocks noChangeShapeType="1"/>
            </p:cNvSpPr>
            <p:nvPr/>
          </p:nvSpPr>
          <p:spPr bwMode="auto">
            <a:xfrm flipV="1">
              <a:off x="53641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Freeform 35"/>
            <p:cNvSpPr>
              <a:spLocks/>
            </p:cNvSpPr>
            <p:nvPr/>
          </p:nvSpPr>
          <p:spPr bwMode="auto">
            <a:xfrm>
              <a:off x="1849438" y="2235200"/>
              <a:ext cx="477837" cy="2254250"/>
            </a:xfrm>
            <a:custGeom>
              <a:avLst/>
              <a:gdLst>
                <a:gd name="T0" fmla="*/ 0 w 341"/>
                <a:gd name="T1" fmla="*/ 0 h 1627"/>
                <a:gd name="T2" fmla="*/ 0 w 341"/>
                <a:gd name="T3" fmla="*/ 0 h 1627"/>
                <a:gd name="T4" fmla="*/ 0 w 341"/>
                <a:gd name="T5" fmla="*/ 2147483646 h 1627"/>
                <a:gd name="T6" fmla="*/ 2147483646 w 341"/>
                <a:gd name="T7" fmla="*/ 2147483646 h 1627"/>
                <a:gd name="T8" fmla="*/ 2147483646 w 341"/>
                <a:gd name="T9" fmla="*/ 2147483646 h 1627"/>
                <a:gd name="T10" fmla="*/ 2147483646 w 341"/>
                <a:gd name="T11" fmla="*/ 2147483646 h 1627"/>
                <a:gd name="T12" fmla="*/ 2147483646 w 341"/>
                <a:gd name="T13" fmla="*/ 2147483646 h 1627"/>
                <a:gd name="T14" fmla="*/ 2147483646 w 341"/>
                <a:gd name="T15" fmla="*/ 2147483646 h 1627"/>
                <a:gd name="T16" fmla="*/ 2147483646 w 341"/>
                <a:gd name="T17" fmla="*/ 2147483646 h 1627"/>
                <a:gd name="T18" fmla="*/ 2147483646 w 341"/>
                <a:gd name="T19" fmla="*/ 2147483646 h 1627"/>
                <a:gd name="T20" fmla="*/ 2147483646 w 341"/>
                <a:gd name="T21" fmla="*/ 2147483646 h 1627"/>
                <a:gd name="T22" fmla="*/ 2147483646 w 341"/>
                <a:gd name="T23" fmla="*/ 2147483646 h 1627"/>
                <a:gd name="T24" fmla="*/ 2147483646 w 341"/>
                <a:gd name="T25" fmla="*/ 2147483646 h 1627"/>
                <a:gd name="T26" fmla="*/ 2147483646 w 341"/>
                <a:gd name="T27" fmla="*/ 2147483646 h 1627"/>
                <a:gd name="T28" fmla="*/ 2147483646 w 341"/>
                <a:gd name="T29" fmla="*/ 2147483646 h 1627"/>
                <a:gd name="T30" fmla="*/ 2147483646 w 341"/>
                <a:gd name="T31" fmla="*/ 2147483646 h 1627"/>
                <a:gd name="T32" fmla="*/ 2147483646 w 341"/>
                <a:gd name="T33" fmla="*/ 2147483646 h 1627"/>
                <a:gd name="T34" fmla="*/ 2147483646 w 341"/>
                <a:gd name="T35" fmla="*/ 2147483646 h 1627"/>
                <a:gd name="T36" fmla="*/ 2147483646 w 341"/>
                <a:gd name="T37" fmla="*/ 2147483646 h 1627"/>
                <a:gd name="T38" fmla="*/ 2147483646 w 341"/>
                <a:gd name="T39" fmla="*/ 2147483646 h 1627"/>
                <a:gd name="T40" fmla="*/ 2147483646 w 341"/>
                <a:gd name="T41" fmla="*/ 2147483646 h 1627"/>
                <a:gd name="T42" fmla="*/ 2147483646 w 341"/>
                <a:gd name="T43" fmla="*/ 2147483646 h 1627"/>
                <a:gd name="T44" fmla="*/ 2147483646 w 341"/>
                <a:gd name="T45" fmla="*/ 2147483646 h 1627"/>
                <a:gd name="T46" fmla="*/ 2147483646 w 341"/>
                <a:gd name="T47" fmla="*/ 2147483646 h 1627"/>
                <a:gd name="T48" fmla="*/ 2147483646 w 341"/>
                <a:gd name="T49" fmla="*/ 2147483646 h 1627"/>
                <a:gd name="T50" fmla="*/ 2147483646 w 341"/>
                <a:gd name="T51" fmla="*/ 2147483646 h 1627"/>
                <a:gd name="T52" fmla="*/ 2147483646 w 341"/>
                <a:gd name="T53" fmla="*/ 2147483646 h 1627"/>
                <a:gd name="T54" fmla="*/ 2147483646 w 341"/>
                <a:gd name="T55" fmla="*/ 2147483646 h 1627"/>
                <a:gd name="T56" fmla="*/ 2147483646 w 341"/>
                <a:gd name="T57" fmla="*/ 2147483646 h 1627"/>
                <a:gd name="T58" fmla="*/ 2147483646 w 341"/>
                <a:gd name="T59" fmla="*/ 2147483646 h 1627"/>
                <a:gd name="T60" fmla="*/ 2147483646 w 341"/>
                <a:gd name="T61" fmla="*/ 2147483646 h 1627"/>
                <a:gd name="T62" fmla="*/ 2147483646 w 341"/>
                <a:gd name="T63" fmla="*/ 2147483646 h 1627"/>
                <a:gd name="T64" fmla="*/ 2147483646 w 341"/>
                <a:gd name="T65" fmla="*/ 2147483646 h 1627"/>
                <a:gd name="T66" fmla="*/ 2147483646 w 341"/>
                <a:gd name="T67" fmla="*/ 2147483646 h 1627"/>
                <a:gd name="T68" fmla="*/ 2147483646 w 341"/>
                <a:gd name="T69" fmla="*/ 2147483646 h 1627"/>
                <a:gd name="T70" fmla="*/ 2147483646 w 341"/>
                <a:gd name="T71" fmla="*/ 2147483646 h 1627"/>
                <a:gd name="T72" fmla="*/ 2147483646 w 341"/>
                <a:gd name="T73" fmla="*/ 2147483646 h 1627"/>
                <a:gd name="T74" fmla="*/ 2147483646 w 341"/>
                <a:gd name="T75" fmla="*/ 2147483646 h 1627"/>
                <a:gd name="T76" fmla="*/ 2147483646 w 341"/>
                <a:gd name="T77" fmla="*/ 2147483646 h 1627"/>
                <a:gd name="T78" fmla="*/ 2147483646 w 341"/>
                <a:gd name="T79" fmla="*/ 2147483646 h 1627"/>
                <a:gd name="T80" fmla="*/ 2147483646 w 341"/>
                <a:gd name="T81" fmla="*/ 2147483646 h 1627"/>
                <a:gd name="T82" fmla="*/ 2147483646 w 341"/>
                <a:gd name="T83" fmla="*/ 2147483646 h 1627"/>
                <a:gd name="T84" fmla="*/ 2147483646 w 341"/>
                <a:gd name="T85" fmla="*/ 2147483646 h 1627"/>
                <a:gd name="T86" fmla="*/ 2147483646 w 341"/>
                <a:gd name="T87" fmla="*/ 2147483646 h 1627"/>
                <a:gd name="T88" fmla="*/ 2147483646 w 341"/>
                <a:gd name="T89" fmla="*/ 2147483646 h 1627"/>
                <a:gd name="T90" fmla="*/ 2147483646 w 341"/>
                <a:gd name="T91" fmla="*/ 2147483646 h 1627"/>
                <a:gd name="T92" fmla="*/ 2147483646 w 341"/>
                <a:gd name="T93" fmla="*/ 2147483646 h 1627"/>
                <a:gd name="T94" fmla="*/ 2147483646 w 341"/>
                <a:gd name="T95" fmla="*/ 2147483646 h 1627"/>
                <a:gd name="T96" fmla="*/ 2147483646 w 341"/>
                <a:gd name="T97" fmla="*/ 2147483646 h 1627"/>
                <a:gd name="T98" fmla="*/ 2147483646 w 341"/>
                <a:gd name="T99" fmla="*/ 2147483646 h 162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41"/>
                <a:gd name="T151" fmla="*/ 0 h 1627"/>
                <a:gd name="T152" fmla="*/ 341 w 341"/>
                <a:gd name="T153" fmla="*/ 1627 h 162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41" h="162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0" y="21"/>
                  </a:lnTo>
                  <a:lnTo>
                    <a:pt x="10" y="42"/>
                  </a:lnTo>
                  <a:lnTo>
                    <a:pt x="10" y="74"/>
                  </a:lnTo>
                  <a:lnTo>
                    <a:pt x="21" y="127"/>
                  </a:lnTo>
                  <a:lnTo>
                    <a:pt x="32" y="276"/>
                  </a:lnTo>
                  <a:lnTo>
                    <a:pt x="53" y="446"/>
                  </a:lnTo>
                  <a:lnTo>
                    <a:pt x="74" y="872"/>
                  </a:lnTo>
                  <a:lnTo>
                    <a:pt x="106" y="1255"/>
                  </a:lnTo>
                  <a:lnTo>
                    <a:pt x="117" y="1404"/>
                  </a:lnTo>
                  <a:lnTo>
                    <a:pt x="128" y="1468"/>
                  </a:lnTo>
                  <a:lnTo>
                    <a:pt x="128" y="1532"/>
                  </a:lnTo>
                  <a:lnTo>
                    <a:pt x="138" y="1553"/>
                  </a:lnTo>
                  <a:lnTo>
                    <a:pt x="138" y="1574"/>
                  </a:lnTo>
                  <a:lnTo>
                    <a:pt x="138" y="1595"/>
                  </a:lnTo>
                  <a:lnTo>
                    <a:pt x="149" y="1606"/>
                  </a:lnTo>
                  <a:lnTo>
                    <a:pt x="149" y="1617"/>
                  </a:lnTo>
                  <a:lnTo>
                    <a:pt x="149" y="1627"/>
                  </a:lnTo>
                  <a:lnTo>
                    <a:pt x="160" y="1627"/>
                  </a:lnTo>
                  <a:lnTo>
                    <a:pt x="160" y="1617"/>
                  </a:lnTo>
                  <a:lnTo>
                    <a:pt x="170" y="1617"/>
                  </a:lnTo>
                  <a:lnTo>
                    <a:pt x="170" y="1606"/>
                  </a:lnTo>
                  <a:lnTo>
                    <a:pt x="170" y="1585"/>
                  </a:lnTo>
                  <a:lnTo>
                    <a:pt x="181" y="1553"/>
                  </a:lnTo>
                  <a:lnTo>
                    <a:pt x="191" y="1500"/>
                  </a:lnTo>
                  <a:lnTo>
                    <a:pt x="202" y="1361"/>
                  </a:lnTo>
                  <a:lnTo>
                    <a:pt x="223" y="1191"/>
                  </a:lnTo>
                  <a:lnTo>
                    <a:pt x="245" y="861"/>
                  </a:lnTo>
                  <a:lnTo>
                    <a:pt x="266" y="702"/>
                  </a:lnTo>
                  <a:lnTo>
                    <a:pt x="277" y="553"/>
                  </a:lnTo>
                  <a:lnTo>
                    <a:pt x="287" y="446"/>
                  </a:lnTo>
                  <a:lnTo>
                    <a:pt x="298" y="404"/>
                  </a:lnTo>
                  <a:lnTo>
                    <a:pt x="298" y="383"/>
                  </a:lnTo>
                  <a:lnTo>
                    <a:pt x="309" y="372"/>
                  </a:lnTo>
                  <a:lnTo>
                    <a:pt x="309" y="361"/>
                  </a:lnTo>
                  <a:lnTo>
                    <a:pt x="309" y="351"/>
                  </a:lnTo>
                  <a:lnTo>
                    <a:pt x="319" y="340"/>
                  </a:lnTo>
                  <a:lnTo>
                    <a:pt x="330" y="340"/>
                  </a:lnTo>
                  <a:lnTo>
                    <a:pt x="330" y="351"/>
                  </a:lnTo>
                  <a:lnTo>
                    <a:pt x="341" y="351"/>
                  </a:lnTo>
                  <a:lnTo>
                    <a:pt x="341" y="383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Freeform 36"/>
            <p:cNvSpPr>
              <a:spLocks/>
            </p:cNvSpPr>
            <p:nvPr/>
          </p:nvSpPr>
          <p:spPr bwMode="auto">
            <a:xfrm>
              <a:off x="2327275" y="2765425"/>
              <a:ext cx="579438" cy="1341438"/>
            </a:xfrm>
            <a:custGeom>
              <a:avLst/>
              <a:gdLst>
                <a:gd name="T0" fmla="*/ 0 w 415"/>
                <a:gd name="T1" fmla="*/ 0 h 968"/>
                <a:gd name="T2" fmla="*/ 2147483646 w 415"/>
                <a:gd name="T3" fmla="*/ 2147483646 h 968"/>
                <a:gd name="T4" fmla="*/ 2147483646 w 415"/>
                <a:gd name="T5" fmla="*/ 2147483646 h 968"/>
                <a:gd name="T6" fmla="*/ 2147483646 w 415"/>
                <a:gd name="T7" fmla="*/ 2147483646 h 968"/>
                <a:gd name="T8" fmla="*/ 2147483646 w 415"/>
                <a:gd name="T9" fmla="*/ 2147483646 h 968"/>
                <a:gd name="T10" fmla="*/ 2147483646 w 415"/>
                <a:gd name="T11" fmla="*/ 2147483646 h 968"/>
                <a:gd name="T12" fmla="*/ 2147483646 w 415"/>
                <a:gd name="T13" fmla="*/ 2147483646 h 968"/>
                <a:gd name="T14" fmla="*/ 2147483646 w 415"/>
                <a:gd name="T15" fmla="*/ 2147483646 h 968"/>
                <a:gd name="T16" fmla="*/ 2147483646 w 415"/>
                <a:gd name="T17" fmla="*/ 2147483646 h 968"/>
                <a:gd name="T18" fmla="*/ 2147483646 w 415"/>
                <a:gd name="T19" fmla="*/ 2147483646 h 968"/>
                <a:gd name="T20" fmla="*/ 2147483646 w 415"/>
                <a:gd name="T21" fmla="*/ 2147483646 h 968"/>
                <a:gd name="T22" fmla="*/ 2147483646 w 415"/>
                <a:gd name="T23" fmla="*/ 2147483646 h 968"/>
                <a:gd name="T24" fmla="*/ 2147483646 w 415"/>
                <a:gd name="T25" fmla="*/ 2147483646 h 968"/>
                <a:gd name="T26" fmla="*/ 2147483646 w 415"/>
                <a:gd name="T27" fmla="*/ 2147483646 h 968"/>
                <a:gd name="T28" fmla="*/ 2147483646 w 415"/>
                <a:gd name="T29" fmla="*/ 2147483646 h 968"/>
                <a:gd name="T30" fmla="*/ 2147483646 w 415"/>
                <a:gd name="T31" fmla="*/ 2147483646 h 968"/>
                <a:gd name="T32" fmla="*/ 2147483646 w 415"/>
                <a:gd name="T33" fmla="*/ 2147483646 h 968"/>
                <a:gd name="T34" fmla="*/ 2147483646 w 415"/>
                <a:gd name="T35" fmla="*/ 2147483646 h 968"/>
                <a:gd name="T36" fmla="*/ 2147483646 w 415"/>
                <a:gd name="T37" fmla="*/ 2147483646 h 968"/>
                <a:gd name="T38" fmla="*/ 2147483646 w 415"/>
                <a:gd name="T39" fmla="*/ 2147483646 h 968"/>
                <a:gd name="T40" fmla="*/ 2147483646 w 415"/>
                <a:gd name="T41" fmla="*/ 2147483646 h 968"/>
                <a:gd name="T42" fmla="*/ 2147483646 w 415"/>
                <a:gd name="T43" fmla="*/ 2147483646 h 968"/>
                <a:gd name="T44" fmla="*/ 2147483646 w 415"/>
                <a:gd name="T45" fmla="*/ 2147483646 h 968"/>
                <a:gd name="T46" fmla="*/ 2147483646 w 415"/>
                <a:gd name="T47" fmla="*/ 2147483646 h 968"/>
                <a:gd name="T48" fmla="*/ 2147483646 w 415"/>
                <a:gd name="T49" fmla="*/ 2147483646 h 968"/>
                <a:gd name="T50" fmla="*/ 2147483646 w 415"/>
                <a:gd name="T51" fmla="*/ 2147483646 h 968"/>
                <a:gd name="T52" fmla="*/ 2147483646 w 415"/>
                <a:gd name="T53" fmla="*/ 2147483646 h 968"/>
                <a:gd name="T54" fmla="*/ 2147483646 w 415"/>
                <a:gd name="T55" fmla="*/ 2147483646 h 968"/>
                <a:gd name="T56" fmla="*/ 2147483646 w 415"/>
                <a:gd name="T57" fmla="*/ 2147483646 h 968"/>
                <a:gd name="T58" fmla="*/ 2147483646 w 415"/>
                <a:gd name="T59" fmla="*/ 2147483646 h 968"/>
                <a:gd name="T60" fmla="*/ 2147483646 w 415"/>
                <a:gd name="T61" fmla="*/ 2147483646 h 968"/>
                <a:gd name="T62" fmla="*/ 2147483646 w 415"/>
                <a:gd name="T63" fmla="*/ 2147483646 h 968"/>
                <a:gd name="T64" fmla="*/ 2147483646 w 415"/>
                <a:gd name="T65" fmla="*/ 2147483646 h 968"/>
                <a:gd name="T66" fmla="*/ 2147483646 w 415"/>
                <a:gd name="T67" fmla="*/ 2147483646 h 968"/>
                <a:gd name="T68" fmla="*/ 2147483646 w 415"/>
                <a:gd name="T69" fmla="*/ 2147483646 h 968"/>
                <a:gd name="T70" fmla="*/ 2147483646 w 415"/>
                <a:gd name="T71" fmla="*/ 2147483646 h 968"/>
                <a:gd name="T72" fmla="*/ 2147483646 w 415"/>
                <a:gd name="T73" fmla="*/ 2147483646 h 968"/>
                <a:gd name="T74" fmla="*/ 2147483646 w 415"/>
                <a:gd name="T75" fmla="*/ 2147483646 h 968"/>
                <a:gd name="T76" fmla="*/ 2147483646 w 415"/>
                <a:gd name="T77" fmla="*/ 2147483646 h 968"/>
                <a:gd name="T78" fmla="*/ 2147483646 w 415"/>
                <a:gd name="T79" fmla="*/ 2147483646 h 968"/>
                <a:gd name="T80" fmla="*/ 2147483646 w 415"/>
                <a:gd name="T81" fmla="*/ 2147483646 h 968"/>
                <a:gd name="T82" fmla="*/ 2147483646 w 415"/>
                <a:gd name="T83" fmla="*/ 2147483646 h 968"/>
                <a:gd name="T84" fmla="*/ 2147483646 w 415"/>
                <a:gd name="T85" fmla="*/ 2147483646 h 968"/>
                <a:gd name="T86" fmla="*/ 2147483646 w 415"/>
                <a:gd name="T87" fmla="*/ 2147483646 h 968"/>
                <a:gd name="T88" fmla="*/ 2147483646 w 415"/>
                <a:gd name="T89" fmla="*/ 2147483646 h 968"/>
                <a:gd name="T90" fmla="*/ 2147483646 w 415"/>
                <a:gd name="T91" fmla="*/ 2147483646 h 968"/>
                <a:gd name="T92" fmla="*/ 2147483646 w 415"/>
                <a:gd name="T93" fmla="*/ 2147483646 h 968"/>
                <a:gd name="T94" fmla="*/ 2147483646 w 415"/>
                <a:gd name="T95" fmla="*/ 2147483646 h 968"/>
                <a:gd name="T96" fmla="*/ 2147483646 w 415"/>
                <a:gd name="T97" fmla="*/ 2147483646 h 968"/>
                <a:gd name="T98" fmla="*/ 2147483646 w 415"/>
                <a:gd name="T99" fmla="*/ 2147483646 h 968"/>
                <a:gd name="T100" fmla="*/ 2147483646 w 415"/>
                <a:gd name="T101" fmla="*/ 2147483646 h 9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15"/>
                <a:gd name="T154" fmla="*/ 0 h 968"/>
                <a:gd name="T155" fmla="*/ 415 w 415"/>
                <a:gd name="T156" fmla="*/ 968 h 9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15" h="968">
                  <a:moveTo>
                    <a:pt x="0" y="0"/>
                  </a:moveTo>
                  <a:lnTo>
                    <a:pt x="10" y="21"/>
                  </a:lnTo>
                  <a:lnTo>
                    <a:pt x="10" y="63"/>
                  </a:lnTo>
                  <a:lnTo>
                    <a:pt x="42" y="244"/>
                  </a:lnTo>
                  <a:lnTo>
                    <a:pt x="64" y="510"/>
                  </a:lnTo>
                  <a:lnTo>
                    <a:pt x="96" y="744"/>
                  </a:lnTo>
                  <a:lnTo>
                    <a:pt x="106" y="840"/>
                  </a:lnTo>
                  <a:lnTo>
                    <a:pt x="117" y="883"/>
                  </a:lnTo>
                  <a:lnTo>
                    <a:pt x="117" y="925"/>
                  </a:lnTo>
                  <a:lnTo>
                    <a:pt x="128" y="936"/>
                  </a:lnTo>
                  <a:lnTo>
                    <a:pt x="128" y="946"/>
                  </a:lnTo>
                  <a:lnTo>
                    <a:pt x="138" y="957"/>
                  </a:lnTo>
                  <a:lnTo>
                    <a:pt x="138" y="968"/>
                  </a:lnTo>
                  <a:lnTo>
                    <a:pt x="149" y="968"/>
                  </a:lnTo>
                  <a:lnTo>
                    <a:pt x="160" y="968"/>
                  </a:lnTo>
                  <a:lnTo>
                    <a:pt x="160" y="957"/>
                  </a:lnTo>
                  <a:lnTo>
                    <a:pt x="170" y="946"/>
                  </a:lnTo>
                  <a:lnTo>
                    <a:pt x="170" y="915"/>
                  </a:lnTo>
                  <a:lnTo>
                    <a:pt x="181" y="893"/>
                  </a:lnTo>
                  <a:lnTo>
                    <a:pt x="213" y="712"/>
                  </a:lnTo>
                  <a:lnTo>
                    <a:pt x="234" y="521"/>
                  </a:lnTo>
                  <a:lnTo>
                    <a:pt x="255" y="340"/>
                  </a:lnTo>
                  <a:lnTo>
                    <a:pt x="277" y="255"/>
                  </a:lnTo>
                  <a:lnTo>
                    <a:pt x="277" y="223"/>
                  </a:lnTo>
                  <a:lnTo>
                    <a:pt x="287" y="202"/>
                  </a:lnTo>
                  <a:lnTo>
                    <a:pt x="298" y="191"/>
                  </a:lnTo>
                  <a:lnTo>
                    <a:pt x="298" y="180"/>
                  </a:lnTo>
                  <a:lnTo>
                    <a:pt x="298" y="170"/>
                  </a:lnTo>
                  <a:lnTo>
                    <a:pt x="309" y="170"/>
                  </a:lnTo>
                  <a:lnTo>
                    <a:pt x="319" y="170"/>
                  </a:lnTo>
                  <a:lnTo>
                    <a:pt x="330" y="180"/>
                  </a:lnTo>
                  <a:lnTo>
                    <a:pt x="330" y="202"/>
                  </a:lnTo>
                  <a:lnTo>
                    <a:pt x="341" y="223"/>
                  </a:lnTo>
                  <a:lnTo>
                    <a:pt x="351" y="276"/>
                  </a:lnTo>
                  <a:lnTo>
                    <a:pt x="373" y="361"/>
                  </a:lnTo>
                  <a:lnTo>
                    <a:pt x="394" y="521"/>
                  </a:lnTo>
                  <a:lnTo>
                    <a:pt x="415" y="606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Freeform 37"/>
            <p:cNvSpPr>
              <a:spLocks/>
            </p:cNvSpPr>
            <p:nvPr/>
          </p:nvSpPr>
          <p:spPr bwMode="auto">
            <a:xfrm>
              <a:off x="2906713" y="3178175"/>
              <a:ext cx="534987" cy="708025"/>
            </a:xfrm>
            <a:custGeom>
              <a:avLst/>
              <a:gdLst>
                <a:gd name="T0" fmla="*/ 0 w 384"/>
                <a:gd name="T1" fmla="*/ 2147483646 h 510"/>
                <a:gd name="T2" fmla="*/ 2147483646 w 384"/>
                <a:gd name="T3" fmla="*/ 2147483646 h 510"/>
                <a:gd name="T4" fmla="*/ 2147483646 w 384"/>
                <a:gd name="T5" fmla="*/ 2147483646 h 510"/>
                <a:gd name="T6" fmla="*/ 2147483646 w 384"/>
                <a:gd name="T7" fmla="*/ 2147483646 h 510"/>
                <a:gd name="T8" fmla="*/ 2147483646 w 384"/>
                <a:gd name="T9" fmla="*/ 2147483646 h 510"/>
                <a:gd name="T10" fmla="*/ 2147483646 w 384"/>
                <a:gd name="T11" fmla="*/ 2147483646 h 510"/>
                <a:gd name="T12" fmla="*/ 2147483646 w 384"/>
                <a:gd name="T13" fmla="*/ 2147483646 h 510"/>
                <a:gd name="T14" fmla="*/ 2147483646 w 384"/>
                <a:gd name="T15" fmla="*/ 2147483646 h 510"/>
                <a:gd name="T16" fmla="*/ 2147483646 w 384"/>
                <a:gd name="T17" fmla="*/ 2147483646 h 510"/>
                <a:gd name="T18" fmla="*/ 2147483646 w 384"/>
                <a:gd name="T19" fmla="*/ 2147483646 h 510"/>
                <a:gd name="T20" fmla="*/ 2147483646 w 384"/>
                <a:gd name="T21" fmla="*/ 2147483646 h 510"/>
                <a:gd name="T22" fmla="*/ 2147483646 w 384"/>
                <a:gd name="T23" fmla="*/ 2147483646 h 510"/>
                <a:gd name="T24" fmla="*/ 2147483646 w 384"/>
                <a:gd name="T25" fmla="*/ 2147483646 h 510"/>
                <a:gd name="T26" fmla="*/ 2147483646 w 384"/>
                <a:gd name="T27" fmla="*/ 2147483646 h 510"/>
                <a:gd name="T28" fmla="*/ 2147483646 w 384"/>
                <a:gd name="T29" fmla="*/ 2147483646 h 510"/>
                <a:gd name="T30" fmla="*/ 2147483646 w 384"/>
                <a:gd name="T31" fmla="*/ 2147483646 h 510"/>
                <a:gd name="T32" fmla="*/ 2147483646 w 384"/>
                <a:gd name="T33" fmla="*/ 2147483646 h 510"/>
                <a:gd name="T34" fmla="*/ 2147483646 w 384"/>
                <a:gd name="T35" fmla="*/ 2147483646 h 510"/>
                <a:gd name="T36" fmla="*/ 2147483646 w 384"/>
                <a:gd name="T37" fmla="*/ 2147483646 h 510"/>
                <a:gd name="T38" fmla="*/ 2147483646 w 384"/>
                <a:gd name="T39" fmla="*/ 2147483646 h 510"/>
                <a:gd name="T40" fmla="*/ 2147483646 w 384"/>
                <a:gd name="T41" fmla="*/ 2147483646 h 510"/>
                <a:gd name="T42" fmla="*/ 2147483646 w 384"/>
                <a:gd name="T43" fmla="*/ 2147483646 h 510"/>
                <a:gd name="T44" fmla="*/ 2147483646 w 384"/>
                <a:gd name="T45" fmla="*/ 2147483646 h 510"/>
                <a:gd name="T46" fmla="*/ 2147483646 w 384"/>
                <a:gd name="T47" fmla="*/ 2147483646 h 510"/>
                <a:gd name="T48" fmla="*/ 2147483646 w 384"/>
                <a:gd name="T49" fmla="*/ 2147483646 h 510"/>
                <a:gd name="T50" fmla="*/ 2147483646 w 384"/>
                <a:gd name="T51" fmla="*/ 2147483646 h 510"/>
                <a:gd name="T52" fmla="*/ 2147483646 w 384"/>
                <a:gd name="T53" fmla="*/ 2147483646 h 510"/>
                <a:gd name="T54" fmla="*/ 2147483646 w 384"/>
                <a:gd name="T55" fmla="*/ 2147483646 h 510"/>
                <a:gd name="T56" fmla="*/ 2147483646 w 384"/>
                <a:gd name="T57" fmla="*/ 2147483646 h 510"/>
                <a:gd name="T58" fmla="*/ 2147483646 w 384"/>
                <a:gd name="T59" fmla="*/ 0 h 510"/>
                <a:gd name="T60" fmla="*/ 2147483646 w 384"/>
                <a:gd name="T61" fmla="*/ 0 h 510"/>
                <a:gd name="T62" fmla="*/ 2147483646 w 384"/>
                <a:gd name="T63" fmla="*/ 0 h 510"/>
                <a:gd name="T64" fmla="*/ 2147483646 w 384"/>
                <a:gd name="T65" fmla="*/ 0 h 510"/>
                <a:gd name="T66" fmla="*/ 2147483646 w 384"/>
                <a:gd name="T67" fmla="*/ 2147483646 h 510"/>
                <a:gd name="T68" fmla="*/ 2147483646 w 384"/>
                <a:gd name="T69" fmla="*/ 2147483646 h 510"/>
                <a:gd name="T70" fmla="*/ 2147483646 w 384"/>
                <a:gd name="T71" fmla="*/ 2147483646 h 510"/>
                <a:gd name="T72" fmla="*/ 2147483646 w 384"/>
                <a:gd name="T73" fmla="*/ 2147483646 h 510"/>
                <a:gd name="T74" fmla="*/ 2147483646 w 384"/>
                <a:gd name="T75" fmla="*/ 2147483646 h 510"/>
                <a:gd name="T76" fmla="*/ 2147483646 w 384"/>
                <a:gd name="T77" fmla="*/ 2147483646 h 510"/>
                <a:gd name="T78" fmla="*/ 2147483646 w 384"/>
                <a:gd name="T79" fmla="*/ 2147483646 h 510"/>
                <a:gd name="T80" fmla="*/ 2147483646 w 384"/>
                <a:gd name="T81" fmla="*/ 2147483646 h 510"/>
                <a:gd name="T82" fmla="*/ 2147483646 w 384"/>
                <a:gd name="T83" fmla="*/ 2147483646 h 510"/>
                <a:gd name="T84" fmla="*/ 2147483646 w 384"/>
                <a:gd name="T85" fmla="*/ 2147483646 h 510"/>
                <a:gd name="T86" fmla="*/ 2147483646 w 384"/>
                <a:gd name="T87" fmla="*/ 2147483646 h 510"/>
                <a:gd name="T88" fmla="*/ 2147483646 w 384"/>
                <a:gd name="T89" fmla="*/ 2147483646 h 510"/>
                <a:gd name="T90" fmla="*/ 2147483646 w 384"/>
                <a:gd name="T91" fmla="*/ 2147483646 h 510"/>
                <a:gd name="T92" fmla="*/ 2147483646 w 384"/>
                <a:gd name="T93" fmla="*/ 2147483646 h 510"/>
                <a:gd name="T94" fmla="*/ 2147483646 w 384"/>
                <a:gd name="T95" fmla="*/ 2147483646 h 510"/>
                <a:gd name="T96" fmla="*/ 2147483646 w 384"/>
                <a:gd name="T97" fmla="*/ 2147483646 h 510"/>
                <a:gd name="T98" fmla="*/ 2147483646 w 384"/>
                <a:gd name="T99" fmla="*/ 2147483646 h 510"/>
                <a:gd name="T100" fmla="*/ 2147483646 w 384"/>
                <a:gd name="T101" fmla="*/ 2147483646 h 5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84"/>
                <a:gd name="T154" fmla="*/ 0 h 510"/>
                <a:gd name="T155" fmla="*/ 384 w 384"/>
                <a:gd name="T156" fmla="*/ 510 h 5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84" h="510">
                  <a:moveTo>
                    <a:pt x="0" y="308"/>
                  </a:moveTo>
                  <a:lnTo>
                    <a:pt x="11" y="393"/>
                  </a:lnTo>
                  <a:lnTo>
                    <a:pt x="22" y="425"/>
                  </a:lnTo>
                  <a:lnTo>
                    <a:pt x="32" y="446"/>
                  </a:lnTo>
                  <a:lnTo>
                    <a:pt x="32" y="468"/>
                  </a:lnTo>
                  <a:lnTo>
                    <a:pt x="43" y="489"/>
                  </a:lnTo>
                  <a:lnTo>
                    <a:pt x="43" y="500"/>
                  </a:lnTo>
                  <a:lnTo>
                    <a:pt x="54" y="500"/>
                  </a:lnTo>
                  <a:lnTo>
                    <a:pt x="64" y="510"/>
                  </a:lnTo>
                  <a:lnTo>
                    <a:pt x="64" y="500"/>
                  </a:lnTo>
                  <a:lnTo>
                    <a:pt x="75" y="500"/>
                  </a:lnTo>
                  <a:lnTo>
                    <a:pt x="86" y="478"/>
                  </a:lnTo>
                  <a:lnTo>
                    <a:pt x="86" y="468"/>
                  </a:lnTo>
                  <a:lnTo>
                    <a:pt x="96" y="446"/>
                  </a:lnTo>
                  <a:lnTo>
                    <a:pt x="128" y="329"/>
                  </a:lnTo>
                  <a:lnTo>
                    <a:pt x="149" y="212"/>
                  </a:lnTo>
                  <a:lnTo>
                    <a:pt x="181" y="95"/>
                  </a:lnTo>
                  <a:lnTo>
                    <a:pt x="181" y="74"/>
                  </a:lnTo>
                  <a:lnTo>
                    <a:pt x="192" y="53"/>
                  </a:lnTo>
                  <a:lnTo>
                    <a:pt x="203" y="31"/>
                  </a:lnTo>
                  <a:lnTo>
                    <a:pt x="203" y="21"/>
                  </a:lnTo>
                  <a:lnTo>
                    <a:pt x="213" y="10"/>
                  </a:lnTo>
                  <a:lnTo>
                    <a:pt x="224" y="10"/>
                  </a:lnTo>
                  <a:lnTo>
                    <a:pt x="224" y="0"/>
                  </a:lnTo>
                  <a:lnTo>
                    <a:pt x="235" y="0"/>
                  </a:lnTo>
                  <a:lnTo>
                    <a:pt x="235" y="10"/>
                  </a:lnTo>
                  <a:lnTo>
                    <a:pt x="245" y="21"/>
                  </a:lnTo>
                  <a:lnTo>
                    <a:pt x="256" y="31"/>
                  </a:lnTo>
                  <a:lnTo>
                    <a:pt x="256" y="42"/>
                  </a:lnTo>
                  <a:lnTo>
                    <a:pt x="288" y="127"/>
                  </a:lnTo>
                  <a:lnTo>
                    <a:pt x="320" y="234"/>
                  </a:lnTo>
                  <a:lnTo>
                    <a:pt x="331" y="287"/>
                  </a:lnTo>
                  <a:lnTo>
                    <a:pt x="341" y="340"/>
                  </a:lnTo>
                  <a:lnTo>
                    <a:pt x="363" y="372"/>
                  </a:lnTo>
                  <a:lnTo>
                    <a:pt x="363" y="383"/>
                  </a:lnTo>
                  <a:lnTo>
                    <a:pt x="373" y="383"/>
                  </a:lnTo>
                  <a:lnTo>
                    <a:pt x="373" y="393"/>
                  </a:lnTo>
                  <a:lnTo>
                    <a:pt x="384" y="393"/>
                  </a:lnTo>
                  <a:lnTo>
                    <a:pt x="384" y="404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38"/>
            <p:cNvSpPr>
              <a:spLocks/>
            </p:cNvSpPr>
            <p:nvPr/>
          </p:nvSpPr>
          <p:spPr bwMode="auto">
            <a:xfrm>
              <a:off x="3441700" y="3295650"/>
              <a:ext cx="552450" cy="442913"/>
            </a:xfrm>
            <a:custGeom>
              <a:avLst/>
              <a:gdLst>
                <a:gd name="T0" fmla="*/ 0 w 394"/>
                <a:gd name="T1" fmla="*/ 2147483646 h 319"/>
                <a:gd name="T2" fmla="*/ 2147483646 w 394"/>
                <a:gd name="T3" fmla="*/ 2147483646 h 319"/>
                <a:gd name="T4" fmla="*/ 2147483646 w 394"/>
                <a:gd name="T5" fmla="*/ 2147483646 h 319"/>
                <a:gd name="T6" fmla="*/ 2147483646 w 394"/>
                <a:gd name="T7" fmla="*/ 2147483646 h 319"/>
                <a:gd name="T8" fmla="*/ 2147483646 w 394"/>
                <a:gd name="T9" fmla="*/ 2147483646 h 319"/>
                <a:gd name="T10" fmla="*/ 2147483646 w 394"/>
                <a:gd name="T11" fmla="*/ 2147483646 h 319"/>
                <a:gd name="T12" fmla="*/ 2147483646 w 394"/>
                <a:gd name="T13" fmla="*/ 2147483646 h 319"/>
                <a:gd name="T14" fmla="*/ 2147483646 w 394"/>
                <a:gd name="T15" fmla="*/ 2147483646 h 319"/>
                <a:gd name="T16" fmla="*/ 2147483646 w 394"/>
                <a:gd name="T17" fmla="*/ 2147483646 h 319"/>
                <a:gd name="T18" fmla="*/ 2147483646 w 394"/>
                <a:gd name="T19" fmla="*/ 2147483646 h 319"/>
                <a:gd name="T20" fmla="*/ 2147483646 w 394"/>
                <a:gd name="T21" fmla="*/ 2147483646 h 319"/>
                <a:gd name="T22" fmla="*/ 2147483646 w 394"/>
                <a:gd name="T23" fmla="*/ 2147483646 h 319"/>
                <a:gd name="T24" fmla="*/ 2147483646 w 394"/>
                <a:gd name="T25" fmla="*/ 2147483646 h 319"/>
                <a:gd name="T26" fmla="*/ 2147483646 w 394"/>
                <a:gd name="T27" fmla="*/ 2147483646 h 319"/>
                <a:gd name="T28" fmla="*/ 2147483646 w 394"/>
                <a:gd name="T29" fmla="*/ 2147483646 h 319"/>
                <a:gd name="T30" fmla="*/ 2147483646 w 394"/>
                <a:gd name="T31" fmla="*/ 2147483646 h 319"/>
                <a:gd name="T32" fmla="*/ 2147483646 w 394"/>
                <a:gd name="T33" fmla="*/ 2147483646 h 319"/>
                <a:gd name="T34" fmla="*/ 2147483646 w 394"/>
                <a:gd name="T35" fmla="*/ 2147483646 h 319"/>
                <a:gd name="T36" fmla="*/ 2147483646 w 394"/>
                <a:gd name="T37" fmla="*/ 0 h 319"/>
                <a:gd name="T38" fmla="*/ 2147483646 w 394"/>
                <a:gd name="T39" fmla="*/ 0 h 319"/>
                <a:gd name="T40" fmla="*/ 2147483646 w 394"/>
                <a:gd name="T41" fmla="*/ 0 h 319"/>
                <a:gd name="T42" fmla="*/ 2147483646 w 394"/>
                <a:gd name="T43" fmla="*/ 0 h 319"/>
                <a:gd name="T44" fmla="*/ 2147483646 w 394"/>
                <a:gd name="T45" fmla="*/ 0 h 319"/>
                <a:gd name="T46" fmla="*/ 2147483646 w 394"/>
                <a:gd name="T47" fmla="*/ 0 h 319"/>
                <a:gd name="T48" fmla="*/ 2147483646 w 394"/>
                <a:gd name="T49" fmla="*/ 0 h 319"/>
                <a:gd name="T50" fmla="*/ 2147483646 w 394"/>
                <a:gd name="T51" fmla="*/ 2147483646 h 319"/>
                <a:gd name="T52" fmla="*/ 2147483646 w 394"/>
                <a:gd name="T53" fmla="*/ 2147483646 h 319"/>
                <a:gd name="T54" fmla="*/ 2147483646 w 394"/>
                <a:gd name="T55" fmla="*/ 2147483646 h 319"/>
                <a:gd name="T56" fmla="*/ 2147483646 w 394"/>
                <a:gd name="T57" fmla="*/ 2147483646 h 319"/>
                <a:gd name="T58" fmla="*/ 2147483646 w 394"/>
                <a:gd name="T59" fmla="*/ 2147483646 h 319"/>
                <a:gd name="T60" fmla="*/ 2147483646 w 394"/>
                <a:gd name="T61" fmla="*/ 2147483646 h 319"/>
                <a:gd name="T62" fmla="*/ 2147483646 w 394"/>
                <a:gd name="T63" fmla="*/ 2147483646 h 319"/>
                <a:gd name="T64" fmla="*/ 2147483646 w 394"/>
                <a:gd name="T65" fmla="*/ 2147483646 h 319"/>
                <a:gd name="T66" fmla="*/ 2147483646 w 394"/>
                <a:gd name="T67" fmla="*/ 2147483646 h 319"/>
                <a:gd name="T68" fmla="*/ 2147483646 w 394"/>
                <a:gd name="T69" fmla="*/ 2147483646 h 319"/>
                <a:gd name="T70" fmla="*/ 2147483646 w 394"/>
                <a:gd name="T71" fmla="*/ 2147483646 h 319"/>
                <a:gd name="T72" fmla="*/ 2147483646 w 394"/>
                <a:gd name="T73" fmla="*/ 2147483646 h 319"/>
                <a:gd name="T74" fmla="*/ 2147483646 w 394"/>
                <a:gd name="T75" fmla="*/ 2147483646 h 319"/>
                <a:gd name="T76" fmla="*/ 2147483646 w 394"/>
                <a:gd name="T77" fmla="*/ 2147483646 h 319"/>
                <a:gd name="T78" fmla="*/ 2147483646 w 394"/>
                <a:gd name="T79" fmla="*/ 2147483646 h 319"/>
                <a:gd name="T80" fmla="*/ 2147483646 w 394"/>
                <a:gd name="T81" fmla="*/ 2147483646 h 319"/>
                <a:gd name="T82" fmla="*/ 2147483646 w 394"/>
                <a:gd name="T83" fmla="*/ 2147483646 h 319"/>
                <a:gd name="T84" fmla="*/ 2147483646 w 394"/>
                <a:gd name="T85" fmla="*/ 2147483646 h 319"/>
                <a:gd name="T86" fmla="*/ 2147483646 w 394"/>
                <a:gd name="T87" fmla="*/ 2147483646 h 319"/>
                <a:gd name="T88" fmla="*/ 2147483646 w 394"/>
                <a:gd name="T89" fmla="*/ 2147483646 h 319"/>
                <a:gd name="T90" fmla="*/ 2147483646 w 394"/>
                <a:gd name="T91" fmla="*/ 2147483646 h 319"/>
                <a:gd name="T92" fmla="*/ 2147483646 w 394"/>
                <a:gd name="T93" fmla="*/ 2147483646 h 319"/>
                <a:gd name="T94" fmla="*/ 2147483646 w 394"/>
                <a:gd name="T95" fmla="*/ 2147483646 h 319"/>
                <a:gd name="T96" fmla="*/ 2147483646 w 394"/>
                <a:gd name="T97" fmla="*/ 2147483646 h 319"/>
                <a:gd name="T98" fmla="*/ 2147483646 w 394"/>
                <a:gd name="T99" fmla="*/ 2147483646 h 319"/>
                <a:gd name="T100" fmla="*/ 2147483646 w 394"/>
                <a:gd name="T101" fmla="*/ 2147483646 h 3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94"/>
                <a:gd name="T154" fmla="*/ 0 h 319"/>
                <a:gd name="T155" fmla="*/ 394 w 394"/>
                <a:gd name="T156" fmla="*/ 319 h 3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94" h="319">
                  <a:moveTo>
                    <a:pt x="0" y="319"/>
                  </a:moveTo>
                  <a:lnTo>
                    <a:pt x="11" y="319"/>
                  </a:lnTo>
                  <a:lnTo>
                    <a:pt x="11" y="308"/>
                  </a:lnTo>
                  <a:lnTo>
                    <a:pt x="21" y="308"/>
                  </a:lnTo>
                  <a:lnTo>
                    <a:pt x="32" y="298"/>
                  </a:lnTo>
                  <a:lnTo>
                    <a:pt x="32" y="287"/>
                  </a:lnTo>
                  <a:lnTo>
                    <a:pt x="43" y="276"/>
                  </a:lnTo>
                  <a:lnTo>
                    <a:pt x="64" y="212"/>
                  </a:lnTo>
                  <a:lnTo>
                    <a:pt x="96" y="138"/>
                  </a:lnTo>
                  <a:lnTo>
                    <a:pt x="106" y="95"/>
                  </a:lnTo>
                  <a:lnTo>
                    <a:pt x="128" y="53"/>
                  </a:lnTo>
                  <a:lnTo>
                    <a:pt x="138" y="32"/>
                  </a:lnTo>
                  <a:lnTo>
                    <a:pt x="149" y="21"/>
                  </a:lnTo>
                  <a:lnTo>
                    <a:pt x="149" y="10"/>
                  </a:lnTo>
                  <a:lnTo>
                    <a:pt x="160" y="10"/>
                  </a:lnTo>
                  <a:lnTo>
                    <a:pt x="160" y="0"/>
                  </a:lnTo>
                  <a:lnTo>
                    <a:pt x="170" y="0"/>
                  </a:lnTo>
                  <a:lnTo>
                    <a:pt x="181" y="0"/>
                  </a:lnTo>
                  <a:lnTo>
                    <a:pt x="181" y="10"/>
                  </a:lnTo>
                  <a:lnTo>
                    <a:pt x="192" y="10"/>
                  </a:lnTo>
                  <a:lnTo>
                    <a:pt x="202" y="21"/>
                  </a:lnTo>
                  <a:lnTo>
                    <a:pt x="224" y="74"/>
                  </a:lnTo>
                  <a:lnTo>
                    <a:pt x="256" y="138"/>
                  </a:lnTo>
                  <a:lnTo>
                    <a:pt x="288" y="191"/>
                  </a:lnTo>
                  <a:lnTo>
                    <a:pt x="298" y="212"/>
                  </a:lnTo>
                  <a:lnTo>
                    <a:pt x="309" y="234"/>
                  </a:lnTo>
                  <a:lnTo>
                    <a:pt x="320" y="244"/>
                  </a:lnTo>
                  <a:lnTo>
                    <a:pt x="330" y="244"/>
                  </a:lnTo>
                  <a:lnTo>
                    <a:pt x="341" y="244"/>
                  </a:lnTo>
                  <a:lnTo>
                    <a:pt x="352" y="244"/>
                  </a:lnTo>
                  <a:lnTo>
                    <a:pt x="362" y="244"/>
                  </a:lnTo>
                  <a:lnTo>
                    <a:pt x="362" y="234"/>
                  </a:lnTo>
                  <a:lnTo>
                    <a:pt x="384" y="212"/>
                  </a:lnTo>
                  <a:lnTo>
                    <a:pt x="394" y="19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39"/>
            <p:cNvSpPr>
              <a:spLocks/>
            </p:cNvSpPr>
            <p:nvPr/>
          </p:nvSpPr>
          <p:spPr bwMode="auto">
            <a:xfrm>
              <a:off x="3994150" y="3370263"/>
              <a:ext cx="595313" cy="220662"/>
            </a:xfrm>
            <a:custGeom>
              <a:avLst/>
              <a:gdLst>
                <a:gd name="T0" fmla="*/ 0 w 426"/>
                <a:gd name="T1" fmla="*/ 2147483646 h 159"/>
                <a:gd name="T2" fmla="*/ 2147483646 w 426"/>
                <a:gd name="T3" fmla="*/ 2147483646 h 159"/>
                <a:gd name="T4" fmla="*/ 2147483646 w 426"/>
                <a:gd name="T5" fmla="*/ 2147483646 h 159"/>
                <a:gd name="T6" fmla="*/ 2147483646 w 426"/>
                <a:gd name="T7" fmla="*/ 2147483646 h 159"/>
                <a:gd name="T8" fmla="*/ 2147483646 w 426"/>
                <a:gd name="T9" fmla="*/ 2147483646 h 159"/>
                <a:gd name="T10" fmla="*/ 2147483646 w 426"/>
                <a:gd name="T11" fmla="*/ 2147483646 h 159"/>
                <a:gd name="T12" fmla="*/ 2147483646 w 426"/>
                <a:gd name="T13" fmla="*/ 2147483646 h 159"/>
                <a:gd name="T14" fmla="*/ 2147483646 w 426"/>
                <a:gd name="T15" fmla="*/ 0 h 159"/>
                <a:gd name="T16" fmla="*/ 2147483646 w 426"/>
                <a:gd name="T17" fmla="*/ 0 h 159"/>
                <a:gd name="T18" fmla="*/ 2147483646 w 426"/>
                <a:gd name="T19" fmla="*/ 0 h 159"/>
                <a:gd name="T20" fmla="*/ 2147483646 w 426"/>
                <a:gd name="T21" fmla="*/ 0 h 159"/>
                <a:gd name="T22" fmla="*/ 2147483646 w 426"/>
                <a:gd name="T23" fmla="*/ 0 h 159"/>
                <a:gd name="T24" fmla="*/ 2147483646 w 426"/>
                <a:gd name="T25" fmla="*/ 0 h 159"/>
                <a:gd name="T26" fmla="*/ 2147483646 w 426"/>
                <a:gd name="T27" fmla="*/ 0 h 159"/>
                <a:gd name="T28" fmla="*/ 2147483646 w 426"/>
                <a:gd name="T29" fmla="*/ 0 h 159"/>
                <a:gd name="T30" fmla="*/ 2147483646 w 426"/>
                <a:gd name="T31" fmla="*/ 0 h 159"/>
                <a:gd name="T32" fmla="*/ 2147483646 w 426"/>
                <a:gd name="T33" fmla="*/ 0 h 159"/>
                <a:gd name="T34" fmla="*/ 2147483646 w 426"/>
                <a:gd name="T35" fmla="*/ 0 h 159"/>
                <a:gd name="T36" fmla="*/ 2147483646 w 426"/>
                <a:gd name="T37" fmla="*/ 2147483646 h 159"/>
                <a:gd name="T38" fmla="*/ 2147483646 w 426"/>
                <a:gd name="T39" fmla="*/ 2147483646 h 159"/>
                <a:gd name="T40" fmla="*/ 2147483646 w 426"/>
                <a:gd name="T41" fmla="*/ 2147483646 h 159"/>
                <a:gd name="T42" fmla="*/ 2147483646 w 426"/>
                <a:gd name="T43" fmla="*/ 2147483646 h 159"/>
                <a:gd name="T44" fmla="*/ 2147483646 w 426"/>
                <a:gd name="T45" fmla="*/ 2147483646 h 159"/>
                <a:gd name="T46" fmla="*/ 2147483646 w 426"/>
                <a:gd name="T47" fmla="*/ 2147483646 h 159"/>
                <a:gd name="T48" fmla="*/ 2147483646 w 426"/>
                <a:gd name="T49" fmla="*/ 2147483646 h 159"/>
                <a:gd name="T50" fmla="*/ 2147483646 w 426"/>
                <a:gd name="T51" fmla="*/ 2147483646 h 159"/>
                <a:gd name="T52" fmla="*/ 2147483646 w 426"/>
                <a:gd name="T53" fmla="*/ 2147483646 h 159"/>
                <a:gd name="T54" fmla="*/ 2147483646 w 426"/>
                <a:gd name="T55" fmla="*/ 2147483646 h 159"/>
                <a:gd name="T56" fmla="*/ 2147483646 w 426"/>
                <a:gd name="T57" fmla="*/ 2147483646 h 159"/>
                <a:gd name="T58" fmla="*/ 2147483646 w 426"/>
                <a:gd name="T59" fmla="*/ 2147483646 h 159"/>
                <a:gd name="T60" fmla="*/ 2147483646 w 426"/>
                <a:gd name="T61" fmla="*/ 2147483646 h 159"/>
                <a:gd name="T62" fmla="*/ 2147483646 w 426"/>
                <a:gd name="T63" fmla="*/ 2147483646 h 159"/>
                <a:gd name="T64" fmla="*/ 2147483646 w 426"/>
                <a:gd name="T65" fmla="*/ 2147483646 h 159"/>
                <a:gd name="T66" fmla="*/ 2147483646 w 426"/>
                <a:gd name="T67" fmla="*/ 2147483646 h 159"/>
                <a:gd name="T68" fmla="*/ 2147483646 w 426"/>
                <a:gd name="T69" fmla="*/ 2147483646 h 159"/>
                <a:gd name="T70" fmla="*/ 2147483646 w 426"/>
                <a:gd name="T71" fmla="*/ 2147483646 h 159"/>
                <a:gd name="T72" fmla="*/ 2147483646 w 426"/>
                <a:gd name="T73" fmla="*/ 2147483646 h 159"/>
                <a:gd name="T74" fmla="*/ 2147483646 w 426"/>
                <a:gd name="T75" fmla="*/ 2147483646 h 159"/>
                <a:gd name="T76" fmla="*/ 2147483646 w 426"/>
                <a:gd name="T77" fmla="*/ 2147483646 h 159"/>
                <a:gd name="T78" fmla="*/ 2147483646 w 426"/>
                <a:gd name="T79" fmla="*/ 2147483646 h 159"/>
                <a:gd name="T80" fmla="*/ 2147483646 w 426"/>
                <a:gd name="T81" fmla="*/ 2147483646 h 159"/>
                <a:gd name="T82" fmla="*/ 2147483646 w 426"/>
                <a:gd name="T83" fmla="*/ 2147483646 h 159"/>
                <a:gd name="T84" fmla="*/ 2147483646 w 426"/>
                <a:gd name="T85" fmla="*/ 2147483646 h 159"/>
                <a:gd name="T86" fmla="*/ 2147483646 w 426"/>
                <a:gd name="T87" fmla="*/ 2147483646 h 159"/>
                <a:gd name="T88" fmla="*/ 2147483646 w 426"/>
                <a:gd name="T89" fmla="*/ 2147483646 h 159"/>
                <a:gd name="T90" fmla="*/ 2147483646 w 426"/>
                <a:gd name="T91" fmla="*/ 2147483646 h 159"/>
                <a:gd name="T92" fmla="*/ 2147483646 w 426"/>
                <a:gd name="T93" fmla="*/ 2147483646 h 159"/>
                <a:gd name="T94" fmla="*/ 2147483646 w 426"/>
                <a:gd name="T95" fmla="*/ 2147483646 h 159"/>
                <a:gd name="T96" fmla="*/ 2147483646 w 426"/>
                <a:gd name="T97" fmla="*/ 2147483646 h 159"/>
                <a:gd name="T98" fmla="*/ 2147483646 w 426"/>
                <a:gd name="T99" fmla="*/ 2147483646 h 159"/>
                <a:gd name="T100" fmla="*/ 2147483646 w 426"/>
                <a:gd name="T101" fmla="*/ 2147483646 h 1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6"/>
                <a:gd name="T154" fmla="*/ 0 h 159"/>
                <a:gd name="T155" fmla="*/ 426 w 426"/>
                <a:gd name="T156" fmla="*/ 159 h 1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6" h="159">
                  <a:moveTo>
                    <a:pt x="0" y="138"/>
                  </a:moveTo>
                  <a:lnTo>
                    <a:pt x="53" y="53"/>
                  </a:lnTo>
                  <a:lnTo>
                    <a:pt x="64" y="32"/>
                  </a:lnTo>
                  <a:lnTo>
                    <a:pt x="75" y="21"/>
                  </a:lnTo>
                  <a:lnTo>
                    <a:pt x="75" y="10"/>
                  </a:lnTo>
                  <a:lnTo>
                    <a:pt x="85" y="10"/>
                  </a:lnTo>
                  <a:lnTo>
                    <a:pt x="96" y="0"/>
                  </a:lnTo>
                  <a:lnTo>
                    <a:pt x="107" y="0"/>
                  </a:lnTo>
                  <a:lnTo>
                    <a:pt x="117" y="0"/>
                  </a:lnTo>
                  <a:lnTo>
                    <a:pt x="128" y="0"/>
                  </a:lnTo>
                  <a:lnTo>
                    <a:pt x="128" y="10"/>
                  </a:lnTo>
                  <a:lnTo>
                    <a:pt x="149" y="21"/>
                  </a:lnTo>
                  <a:lnTo>
                    <a:pt x="160" y="42"/>
                  </a:lnTo>
                  <a:lnTo>
                    <a:pt x="192" y="85"/>
                  </a:lnTo>
                  <a:lnTo>
                    <a:pt x="203" y="106"/>
                  </a:lnTo>
                  <a:lnTo>
                    <a:pt x="224" y="117"/>
                  </a:lnTo>
                  <a:lnTo>
                    <a:pt x="235" y="138"/>
                  </a:lnTo>
                  <a:lnTo>
                    <a:pt x="245" y="138"/>
                  </a:lnTo>
                  <a:lnTo>
                    <a:pt x="245" y="149"/>
                  </a:lnTo>
                  <a:lnTo>
                    <a:pt x="256" y="149"/>
                  </a:lnTo>
                  <a:lnTo>
                    <a:pt x="267" y="149"/>
                  </a:lnTo>
                  <a:lnTo>
                    <a:pt x="267" y="159"/>
                  </a:lnTo>
                  <a:lnTo>
                    <a:pt x="277" y="159"/>
                  </a:lnTo>
                  <a:lnTo>
                    <a:pt x="277" y="149"/>
                  </a:lnTo>
                  <a:lnTo>
                    <a:pt x="288" y="149"/>
                  </a:lnTo>
                  <a:lnTo>
                    <a:pt x="299" y="149"/>
                  </a:lnTo>
                  <a:lnTo>
                    <a:pt x="309" y="138"/>
                  </a:lnTo>
                  <a:lnTo>
                    <a:pt x="320" y="127"/>
                  </a:lnTo>
                  <a:lnTo>
                    <a:pt x="331" y="117"/>
                  </a:lnTo>
                  <a:lnTo>
                    <a:pt x="362" y="85"/>
                  </a:lnTo>
                  <a:lnTo>
                    <a:pt x="384" y="53"/>
                  </a:lnTo>
                  <a:lnTo>
                    <a:pt x="394" y="53"/>
                  </a:lnTo>
                  <a:lnTo>
                    <a:pt x="405" y="42"/>
                  </a:lnTo>
                  <a:lnTo>
                    <a:pt x="416" y="42"/>
                  </a:lnTo>
                  <a:lnTo>
                    <a:pt x="416" y="32"/>
                  </a:lnTo>
                  <a:lnTo>
                    <a:pt x="426" y="32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40"/>
            <p:cNvSpPr>
              <a:spLocks/>
            </p:cNvSpPr>
            <p:nvPr/>
          </p:nvSpPr>
          <p:spPr bwMode="auto">
            <a:xfrm>
              <a:off x="4578350" y="3403600"/>
              <a:ext cx="476250" cy="131763"/>
            </a:xfrm>
            <a:custGeom>
              <a:avLst/>
              <a:gdLst>
                <a:gd name="T0" fmla="*/ 0 w 341"/>
                <a:gd name="T1" fmla="*/ 0 h 95"/>
                <a:gd name="T2" fmla="*/ 0 w 341"/>
                <a:gd name="T3" fmla="*/ 0 h 95"/>
                <a:gd name="T4" fmla="*/ 0 w 341"/>
                <a:gd name="T5" fmla="*/ 0 h 95"/>
                <a:gd name="T6" fmla="*/ 0 w 341"/>
                <a:gd name="T7" fmla="*/ 0 h 95"/>
                <a:gd name="T8" fmla="*/ 2147483646 w 341"/>
                <a:gd name="T9" fmla="*/ 0 h 95"/>
                <a:gd name="T10" fmla="*/ 2147483646 w 341"/>
                <a:gd name="T11" fmla="*/ 0 h 95"/>
                <a:gd name="T12" fmla="*/ 2147483646 w 341"/>
                <a:gd name="T13" fmla="*/ 0 h 95"/>
                <a:gd name="T14" fmla="*/ 2147483646 w 341"/>
                <a:gd name="T15" fmla="*/ 0 h 95"/>
                <a:gd name="T16" fmla="*/ 2147483646 w 341"/>
                <a:gd name="T17" fmla="*/ 0 h 95"/>
                <a:gd name="T18" fmla="*/ 2147483646 w 341"/>
                <a:gd name="T19" fmla="*/ 0 h 95"/>
                <a:gd name="T20" fmla="*/ 2147483646 w 341"/>
                <a:gd name="T21" fmla="*/ 0 h 95"/>
                <a:gd name="T22" fmla="*/ 2147483646 w 341"/>
                <a:gd name="T23" fmla="*/ 0 h 95"/>
                <a:gd name="T24" fmla="*/ 2147483646 w 341"/>
                <a:gd name="T25" fmla="*/ 0 h 95"/>
                <a:gd name="T26" fmla="*/ 2147483646 w 341"/>
                <a:gd name="T27" fmla="*/ 0 h 95"/>
                <a:gd name="T28" fmla="*/ 2147483646 w 341"/>
                <a:gd name="T29" fmla="*/ 2147483646 h 95"/>
                <a:gd name="T30" fmla="*/ 2147483646 w 341"/>
                <a:gd name="T31" fmla="*/ 2147483646 h 95"/>
                <a:gd name="T32" fmla="*/ 2147483646 w 341"/>
                <a:gd name="T33" fmla="*/ 2147483646 h 95"/>
                <a:gd name="T34" fmla="*/ 2147483646 w 341"/>
                <a:gd name="T35" fmla="*/ 2147483646 h 95"/>
                <a:gd name="T36" fmla="*/ 2147483646 w 341"/>
                <a:gd name="T37" fmla="*/ 2147483646 h 95"/>
                <a:gd name="T38" fmla="*/ 2147483646 w 341"/>
                <a:gd name="T39" fmla="*/ 2147483646 h 95"/>
                <a:gd name="T40" fmla="*/ 2147483646 w 341"/>
                <a:gd name="T41" fmla="*/ 2147483646 h 95"/>
                <a:gd name="T42" fmla="*/ 2147483646 w 341"/>
                <a:gd name="T43" fmla="*/ 2147483646 h 95"/>
                <a:gd name="T44" fmla="*/ 2147483646 w 341"/>
                <a:gd name="T45" fmla="*/ 2147483646 h 95"/>
                <a:gd name="T46" fmla="*/ 2147483646 w 341"/>
                <a:gd name="T47" fmla="*/ 2147483646 h 95"/>
                <a:gd name="T48" fmla="*/ 2147483646 w 341"/>
                <a:gd name="T49" fmla="*/ 2147483646 h 95"/>
                <a:gd name="T50" fmla="*/ 2147483646 w 341"/>
                <a:gd name="T51" fmla="*/ 2147483646 h 95"/>
                <a:gd name="T52" fmla="*/ 2147483646 w 341"/>
                <a:gd name="T53" fmla="*/ 2147483646 h 95"/>
                <a:gd name="T54" fmla="*/ 2147483646 w 341"/>
                <a:gd name="T55" fmla="*/ 2147483646 h 95"/>
                <a:gd name="T56" fmla="*/ 2147483646 w 341"/>
                <a:gd name="T57" fmla="*/ 2147483646 h 95"/>
                <a:gd name="T58" fmla="*/ 2147483646 w 341"/>
                <a:gd name="T59" fmla="*/ 2147483646 h 95"/>
                <a:gd name="T60" fmla="*/ 2147483646 w 341"/>
                <a:gd name="T61" fmla="*/ 2147483646 h 95"/>
                <a:gd name="T62" fmla="*/ 2147483646 w 341"/>
                <a:gd name="T63" fmla="*/ 2147483646 h 95"/>
                <a:gd name="T64" fmla="*/ 2147483646 w 341"/>
                <a:gd name="T65" fmla="*/ 2147483646 h 95"/>
                <a:gd name="T66" fmla="*/ 2147483646 w 341"/>
                <a:gd name="T67" fmla="*/ 2147483646 h 95"/>
                <a:gd name="T68" fmla="*/ 2147483646 w 341"/>
                <a:gd name="T69" fmla="*/ 2147483646 h 95"/>
                <a:gd name="T70" fmla="*/ 2147483646 w 341"/>
                <a:gd name="T71" fmla="*/ 2147483646 h 95"/>
                <a:gd name="T72" fmla="*/ 2147483646 w 341"/>
                <a:gd name="T73" fmla="*/ 2147483646 h 95"/>
                <a:gd name="T74" fmla="*/ 2147483646 w 341"/>
                <a:gd name="T75" fmla="*/ 2147483646 h 95"/>
                <a:gd name="T76" fmla="*/ 2147483646 w 341"/>
                <a:gd name="T77" fmla="*/ 2147483646 h 95"/>
                <a:gd name="T78" fmla="*/ 2147483646 w 341"/>
                <a:gd name="T79" fmla="*/ 2147483646 h 95"/>
                <a:gd name="T80" fmla="*/ 2147483646 w 341"/>
                <a:gd name="T81" fmla="*/ 2147483646 h 95"/>
                <a:gd name="T82" fmla="*/ 2147483646 w 341"/>
                <a:gd name="T83" fmla="*/ 2147483646 h 95"/>
                <a:gd name="T84" fmla="*/ 2147483646 w 341"/>
                <a:gd name="T85" fmla="*/ 2147483646 h 95"/>
                <a:gd name="T86" fmla="*/ 2147483646 w 341"/>
                <a:gd name="T87" fmla="*/ 2147483646 h 95"/>
                <a:gd name="T88" fmla="*/ 2147483646 w 341"/>
                <a:gd name="T89" fmla="*/ 2147483646 h 95"/>
                <a:gd name="T90" fmla="*/ 2147483646 w 341"/>
                <a:gd name="T91" fmla="*/ 2147483646 h 95"/>
                <a:gd name="T92" fmla="*/ 2147483646 w 341"/>
                <a:gd name="T93" fmla="*/ 2147483646 h 95"/>
                <a:gd name="T94" fmla="*/ 2147483646 w 341"/>
                <a:gd name="T95" fmla="*/ 2147483646 h 95"/>
                <a:gd name="T96" fmla="*/ 2147483646 w 341"/>
                <a:gd name="T97" fmla="*/ 2147483646 h 95"/>
                <a:gd name="T98" fmla="*/ 2147483646 w 341"/>
                <a:gd name="T99" fmla="*/ 2147483646 h 95"/>
                <a:gd name="T100" fmla="*/ 2147483646 w 341"/>
                <a:gd name="T101" fmla="*/ 2147483646 h 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41"/>
                <a:gd name="T154" fmla="*/ 0 h 95"/>
                <a:gd name="T155" fmla="*/ 341 w 341"/>
                <a:gd name="T156" fmla="*/ 95 h 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41" h="95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43" y="10"/>
                  </a:lnTo>
                  <a:lnTo>
                    <a:pt x="75" y="32"/>
                  </a:lnTo>
                  <a:lnTo>
                    <a:pt x="107" y="64"/>
                  </a:lnTo>
                  <a:lnTo>
                    <a:pt x="118" y="74"/>
                  </a:lnTo>
                  <a:lnTo>
                    <a:pt x="128" y="85"/>
                  </a:lnTo>
                  <a:lnTo>
                    <a:pt x="139" y="85"/>
                  </a:lnTo>
                  <a:lnTo>
                    <a:pt x="150" y="95"/>
                  </a:lnTo>
                  <a:lnTo>
                    <a:pt x="160" y="95"/>
                  </a:lnTo>
                  <a:lnTo>
                    <a:pt x="171" y="95"/>
                  </a:lnTo>
                  <a:lnTo>
                    <a:pt x="182" y="95"/>
                  </a:lnTo>
                  <a:lnTo>
                    <a:pt x="192" y="95"/>
                  </a:lnTo>
                  <a:lnTo>
                    <a:pt x="203" y="95"/>
                  </a:lnTo>
                  <a:lnTo>
                    <a:pt x="214" y="85"/>
                  </a:lnTo>
                  <a:lnTo>
                    <a:pt x="235" y="74"/>
                  </a:lnTo>
                  <a:lnTo>
                    <a:pt x="267" y="53"/>
                  </a:lnTo>
                  <a:lnTo>
                    <a:pt x="288" y="42"/>
                  </a:lnTo>
                  <a:lnTo>
                    <a:pt x="299" y="32"/>
                  </a:lnTo>
                  <a:lnTo>
                    <a:pt x="309" y="32"/>
                  </a:lnTo>
                  <a:lnTo>
                    <a:pt x="320" y="21"/>
                  </a:lnTo>
                  <a:lnTo>
                    <a:pt x="331" y="21"/>
                  </a:lnTo>
                  <a:lnTo>
                    <a:pt x="341" y="2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41"/>
            <p:cNvSpPr>
              <a:spLocks/>
            </p:cNvSpPr>
            <p:nvPr/>
          </p:nvSpPr>
          <p:spPr bwMode="auto">
            <a:xfrm>
              <a:off x="5065713" y="3443288"/>
              <a:ext cx="461962" cy="88900"/>
            </a:xfrm>
            <a:custGeom>
              <a:avLst/>
              <a:gdLst>
                <a:gd name="T0" fmla="*/ 0 w 331"/>
                <a:gd name="T1" fmla="*/ 0 h 64"/>
                <a:gd name="T2" fmla="*/ 0 w 331"/>
                <a:gd name="T3" fmla="*/ 0 h 64"/>
                <a:gd name="T4" fmla="*/ 0 w 331"/>
                <a:gd name="T5" fmla="*/ 0 h 64"/>
                <a:gd name="T6" fmla="*/ 2147483646 w 331"/>
                <a:gd name="T7" fmla="*/ 0 h 64"/>
                <a:gd name="T8" fmla="*/ 2147483646 w 331"/>
                <a:gd name="T9" fmla="*/ 0 h 64"/>
                <a:gd name="T10" fmla="*/ 2147483646 w 331"/>
                <a:gd name="T11" fmla="*/ 0 h 64"/>
                <a:gd name="T12" fmla="*/ 2147483646 w 331"/>
                <a:gd name="T13" fmla="*/ 0 h 64"/>
                <a:gd name="T14" fmla="*/ 2147483646 w 331"/>
                <a:gd name="T15" fmla="*/ 0 h 64"/>
                <a:gd name="T16" fmla="*/ 2147483646 w 331"/>
                <a:gd name="T17" fmla="*/ 0 h 64"/>
                <a:gd name="T18" fmla="*/ 2147483646 w 331"/>
                <a:gd name="T19" fmla="*/ 2147483646 h 64"/>
                <a:gd name="T20" fmla="*/ 2147483646 w 331"/>
                <a:gd name="T21" fmla="*/ 2147483646 h 64"/>
                <a:gd name="T22" fmla="*/ 2147483646 w 331"/>
                <a:gd name="T23" fmla="*/ 2147483646 h 64"/>
                <a:gd name="T24" fmla="*/ 2147483646 w 331"/>
                <a:gd name="T25" fmla="*/ 2147483646 h 64"/>
                <a:gd name="T26" fmla="*/ 2147483646 w 331"/>
                <a:gd name="T27" fmla="*/ 2147483646 h 64"/>
                <a:gd name="T28" fmla="*/ 2147483646 w 331"/>
                <a:gd name="T29" fmla="*/ 2147483646 h 64"/>
                <a:gd name="T30" fmla="*/ 2147483646 w 331"/>
                <a:gd name="T31" fmla="*/ 2147483646 h 64"/>
                <a:gd name="T32" fmla="*/ 2147483646 w 331"/>
                <a:gd name="T33" fmla="*/ 2147483646 h 64"/>
                <a:gd name="T34" fmla="*/ 2147483646 w 331"/>
                <a:gd name="T35" fmla="*/ 2147483646 h 64"/>
                <a:gd name="T36" fmla="*/ 2147483646 w 331"/>
                <a:gd name="T37" fmla="*/ 2147483646 h 64"/>
                <a:gd name="T38" fmla="*/ 2147483646 w 331"/>
                <a:gd name="T39" fmla="*/ 2147483646 h 64"/>
                <a:gd name="T40" fmla="*/ 2147483646 w 331"/>
                <a:gd name="T41" fmla="*/ 2147483646 h 64"/>
                <a:gd name="T42" fmla="*/ 2147483646 w 331"/>
                <a:gd name="T43" fmla="*/ 2147483646 h 64"/>
                <a:gd name="T44" fmla="*/ 2147483646 w 331"/>
                <a:gd name="T45" fmla="*/ 2147483646 h 64"/>
                <a:gd name="T46" fmla="*/ 2147483646 w 331"/>
                <a:gd name="T47" fmla="*/ 2147483646 h 64"/>
                <a:gd name="T48" fmla="*/ 2147483646 w 331"/>
                <a:gd name="T49" fmla="*/ 2147483646 h 64"/>
                <a:gd name="T50" fmla="*/ 2147483646 w 331"/>
                <a:gd name="T51" fmla="*/ 2147483646 h 64"/>
                <a:gd name="T52" fmla="*/ 2147483646 w 331"/>
                <a:gd name="T53" fmla="*/ 2147483646 h 64"/>
                <a:gd name="T54" fmla="*/ 2147483646 w 331"/>
                <a:gd name="T55" fmla="*/ 2147483646 h 64"/>
                <a:gd name="T56" fmla="*/ 2147483646 w 331"/>
                <a:gd name="T57" fmla="*/ 2147483646 h 64"/>
                <a:gd name="T58" fmla="*/ 2147483646 w 331"/>
                <a:gd name="T59" fmla="*/ 2147483646 h 64"/>
                <a:gd name="T60" fmla="*/ 2147483646 w 331"/>
                <a:gd name="T61" fmla="*/ 2147483646 h 64"/>
                <a:gd name="T62" fmla="*/ 2147483646 w 331"/>
                <a:gd name="T63" fmla="*/ 2147483646 h 64"/>
                <a:gd name="T64" fmla="*/ 2147483646 w 331"/>
                <a:gd name="T65" fmla="*/ 2147483646 h 64"/>
                <a:gd name="T66" fmla="*/ 2147483646 w 331"/>
                <a:gd name="T67" fmla="*/ 2147483646 h 64"/>
                <a:gd name="T68" fmla="*/ 2147483646 w 331"/>
                <a:gd name="T69" fmla="*/ 2147483646 h 6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1"/>
                <a:gd name="T106" fmla="*/ 0 h 64"/>
                <a:gd name="T107" fmla="*/ 331 w 331"/>
                <a:gd name="T108" fmla="*/ 64 h 6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1" h="64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11"/>
                  </a:lnTo>
                  <a:lnTo>
                    <a:pt x="43" y="11"/>
                  </a:lnTo>
                  <a:lnTo>
                    <a:pt x="54" y="21"/>
                  </a:lnTo>
                  <a:lnTo>
                    <a:pt x="86" y="32"/>
                  </a:lnTo>
                  <a:lnTo>
                    <a:pt x="107" y="43"/>
                  </a:lnTo>
                  <a:lnTo>
                    <a:pt x="118" y="53"/>
                  </a:lnTo>
                  <a:lnTo>
                    <a:pt x="128" y="53"/>
                  </a:lnTo>
                  <a:lnTo>
                    <a:pt x="139" y="53"/>
                  </a:lnTo>
                  <a:lnTo>
                    <a:pt x="150" y="53"/>
                  </a:lnTo>
                  <a:lnTo>
                    <a:pt x="150" y="64"/>
                  </a:lnTo>
                  <a:lnTo>
                    <a:pt x="160" y="64"/>
                  </a:lnTo>
                  <a:lnTo>
                    <a:pt x="171" y="64"/>
                  </a:lnTo>
                  <a:lnTo>
                    <a:pt x="182" y="64"/>
                  </a:lnTo>
                  <a:lnTo>
                    <a:pt x="192" y="53"/>
                  </a:lnTo>
                  <a:lnTo>
                    <a:pt x="214" y="53"/>
                  </a:lnTo>
                  <a:lnTo>
                    <a:pt x="224" y="43"/>
                  </a:lnTo>
                  <a:lnTo>
                    <a:pt x="331" y="1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42"/>
            <p:cNvSpPr>
              <a:spLocks noChangeShapeType="1"/>
            </p:cNvSpPr>
            <p:nvPr/>
          </p:nvSpPr>
          <p:spPr bwMode="auto">
            <a:xfrm>
              <a:off x="1716088" y="3490913"/>
              <a:ext cx="3959225" cy="15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43"/>
            <p:cNvSpPr>
              <a:spLocks noChangeShapeType="1"/>
            </p:cNvSpPr>
            <p:nvPr/>
          </p:nvSpPr>
          <p:spPr bwMode="auto">
            <a:xfrm flipV="1">
              <a:off x="1716088" y="2095500"/>
              <a:ext cx="0" cy="25273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7" name="Text Box 44"/>
            <p:cNvSpPr txBox="1">
              <a:spLocks noChangeArrowheads="1"/>
            </p:cNvSpPr>
            <p:nvPr/>
          </p:nvSpPr>
          <p:spPr bwMode="auto">
            <a:xfrm>
              <a:off x="5457881" y="3425825"/>
              <a:ext cx="28405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t</a:t>
              </a:r>
            </a:p>
          </p:txBody>
        </p:sp>
        <p:sp>
          <p:nvSpPr>
            <p:cNvPr id="36908" name="Text Box 45"/>
            <p:cNvSpPr txBox="1">
              <a:spLocks noChangeArrowheads="1"/>
            </p:cNvSpPr>
            <p:nvPr/>
          </p:nvSpPr>
          <p:spPr bwMode="auto">
            <a:xfrm>
              <a:off x="1357313" y="2095500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X</a:t>
              </a:r>
            </a:p>
          </p:txBody>
        </p:sp>
      </p:grpSp>
      <p:sp>
        <p:nvSpPr>
          <p:cNvPr id="36871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autoUpdateAnimBg="0"/>
      <p:bldP spid="418819" grpId="0" autoUpdateAnimBg="0"/>
      <p:bldP spid="418820" grpId="0" autoUpdateAnimBg="0"/>
      <p:bldP spid="41882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ChangeArrowheads="1"/>
          </p:cNvSpPr>
          <p:nvPr/>
        </p:nvSpPr>
        <p:spPr bwMode="auto">
          <a:xfrm>
            <a:off x="227013" y="361950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6.2 </a:t>
            </a:r>
            <a:r>
              <a:rPr kumimoji="0" lang="zh-CN" altLang="en-US" sz="2800" b="1"/>
              <a:t>受迫振动</a:t>
            </a:r>
          </a:p>
        </p:txBody>
      </p:sp>
      <p:graphicFrame>
        <p:nvGraphicFramePr>
          <p:cNvPr id="419843" name="Object 3"/>
          <p:cNvGraphicFramePr>
            <a:graphicFrameLocks noChangeAspect="1"/>
          </p:cNvGraphicFramePr>
          <p:nvPr/>
        </p:nvGraphicFramePr>
        <p:xfrm>
          <a:off x="3132138" y="3573463"/>
          <a:ext cx="15636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69" name="Equation" r:id="rId3" imgW="583947" imgH="241195" progId="Equation.DSMT4">
                  <p:embed/>
                </p:oleObj>
              </mc:Choice>
              <mc:Fallback>
                <p:oleObj name="Equation" r:id="rId3" imgW="583947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3463"/>
                        <a:ext cx="15636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095625" y="1557338"/>
          <a:ext cx="543718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0" name="位图图像" r:id="rId5" imgW="5706272" imgH="1867161" progId="PBrush">
                  <p:embed/>
                </p:oleObj>
              </mc:Choice>
              <mc:Fallback>
                <p:oleObj name="位图图像" r:id="rId5" imgW="5706272" imgH="186716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557338"/>
                        <a:ext cx="543718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3163888" y="4184650"/>
          <a:ext cx="41163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1" name="Equation" r:id="rId7" imgW="4191000" imgH="1168400" progId="Equation.DSMT4">
                  <p:embed/>
                </p:oleObj>
              </mc:Choice>
              <mc:Fallback>
                <p:oleObj name="Equation" r:id="rId7" imgW="4191000" imgH="116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4184650"/>
                        <a:ext cx="41163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6" name="Text Box 6"/>
          <p:cNvSpPr txBox="1">
            <a:spLocks noChangeArrowheads="1"/>
          </p:cNvSpPr>
          <p:nvPr/>
        </p:nvSpPr>
        <p:spPr bwMode="auto">
          <a:xfrm>
            <a:off x="1223963" y="3621088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振动特点：</a:t>
            </a:r>
            <a:endParaRPr kumimoji="0" lang="zh-CN" altLang="en-US" sz="2400" b="1"/>
          </a:p>
        </p:txBody>
      </p:sp>
      <p:sp>
        <p:nvSpPr>
          <p:cNvPr id="419847" name="Text Box 7"/>
          <p:cNvSpPr txBox="1">
            <a:spLocks noChangeArrowheads="1"/>
          </p:cNvSpPr>
          <p:nvPr/>
        </p:nvSpPr>
        <p:spPr bwMode="auto">
          <a:xfrm>
            <a:off x="2552700" y="5635625"/>
            <a:ext cx="115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en-US" altLang="zh-CN" sz="2800" b="1" i="1" dirty="0">
              <a:solidFill>
                <a:schemeClr val="accent6"/>
              </a:solidFill>
              <a:latin typeface="宋体" panose="02010600030101010101" pitchFamily="2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5400675" y="5695950"/>
            <a:ext cx="3814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</a:rPr>
              <a:t>F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0 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外力的力幅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graphicFrame>
        <p:nvGraphicFramePr>
          <p:cNvPr id="419850" name="Object 10"/>
          <p:cNvGraphicFramePr>
            <a:graphicFrameLocks noChangeAspect="1"/>
          </p:cNvGraphicFramePr>
          <p:nvPr/>
        </p:nvGraphicFramePr>
        <p:xfrm>
          <a:off x="3074988" y="1676400"/>
          <a:ext cx="2159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2" r:id="rId9" imgW="216275" imgH="216275" progId="Equation.DSMT4">
                  <p:embed/>
                </p:oleObj>
              </mc:Choice>
              <mc:Fallback>
                <p:oleObj r:id="rId9" imgW="216275" imgH="21627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676400"/>
                        <a:ext cx="215900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1" name="Object 11"/>
          <p:cNvGraphicFramePr>
            <a:graphicFrameLocks noChangeAspect="1"/>
          </p:cNvGraphicFramePr>
          <p:nvPr/>
        </p:nvGraphicFramePr>
        <p:xfrm>
          <a:off x="8369300" y="2552700"/>
          <a:ext cx="2317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3" r:id="rId11" imgW="89132" imgH="152798" progId="Equation.3">
                  <p:embed/>
                </p:oleObj>
              </mc:Choice>
              <mc:Fallback>
                <p:oleObj r:id="rId11" imgW="89132" imgH="15279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2552700"/>
                        <a:ext cx="2317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Rectangle 12"/>
          <p:cNvSpPr>
            <a:spLocks noChangeArrowheads="1"/>
          </p:cNvSpPr>
          <p:nvPr/>
        </p:nvSpPr>
        <p:spPr bwMode="auto">
          <a:xfrm>
            <a:off x="1081088" y="981075"/>
            <a:ext cx="7920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系统在</a:t>
            </a:r>
            <a:r>
              <a:rPr kumimoji="0" lang="zh-CN" altLang="en-US" sz="2800" b="1">
                <a:solidFill>
                  <a:srgbClr val="FF0000"/>
                </a:solidFill>
              </a:rPr>
              <a:t>周期性外力</a:t>
            </a:r>
            <a:r>
              <a:rPr kumimoji="0" lang="zh-CN" altLang="en-US" sz="2800" b="1"/>
              <a:t>作用下的振动。</a:t>
            </a:r>
          </a:p>
        </p:txBody>
      </p:sp>
      <p:sp>
        <p:nvSpPr>
          <p:cNvPr id="419853" name="Rectangle 13"/>
          <p:cNvSpPr>
            <a:spLocks noChangeArrowheads="1"/>
          </p:cNvSpPr>
          <p:nvPr/>
        </p:nvSpPr>
        <p:spPr bwMode="auto">
          <a:xfrm>
            <a:off x="1187450" y="2133600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  <a:r>
              <a:rPr kumimoji="0" lang="en-US" altLang="zh-CN" sz="2800" b="1"/>
              <a:t>:</a:t>
            </a:r>
          </a:p>
        </p:txBody>
      </p:sp>
      <p:sp>
        <p:nvSpPr>
          <p:cNvPr id="419854" name="Text Box 14"/>
          <p:cNvSpPr txBox="1">
            <a:spLocks noChangeArrowheads="1"/>
          </p:cNvSpPr>
          <p:nvPr/>
        </p:nvSpPr>
        <p:spPr bwMode="auto">
          <a:xfrm>
            <a:off x="3095625" y="566102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--</a:t>
            </a:r>
            <a:r>
              <a:rPr kumimoji="0" lang="zh-CN" altLang="en-US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阻尼因子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sp>
        <p:nvSpPr>
          <p:cNvPr id="419855" name="Text Box 15"/>
          <p:cNvSpPr txBox="1">
            <a:spLocks noChangeArrowheads="1"/>
          </p:cNvSpPr>
          <p:nvPr/>
        </p:nvSpPr>
        <p:spPr bwMode="auto">
          <a:xfrm>
            <a:off x="1295400" y="5645150"/>
            <a:ext cx="2124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其中</a:t>
            </a:r>
            <a:endParaRPr kumimoji="0" lang="zh-CN" altLang="en-US" sz="2400" b="1"/>
          </a:p>
        </p:txBody>
      </p:sp>
      <p:sp>
        <p:nvSpPr>
          <p:cNvPr id="3790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41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utoUpdateAnimBg="0"/>
      <p:bldP spid="419846" grpId="0" autoUpdateAnimBg="0"/>
      <p:bldP spid="419847" grpId="0" autoUpdateAnimBg="0"/>
      <p:bldP spid="419849" grpId="0" autoUpdateAnimBg="0"/>
      <p:bldP spid="419852" grpId="0" autoUpdateAnimBg="0"/>
      <p:bldP spid="419853" grpId="0" autoUpdateAnimBg="0"/>
      <p:bldP spid="419854" grpId="0" autoUpdateAnimBg="0"/>
      <p:bldP spid="41985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866" name="Object 2"/>
          <p:cNvGraphicFramePr>
            <a:graphicFrameLocks noChangeAspect="1"/>
          </p:cNvGraphicFramePr>
          <p:nvPr/>
        </p:nvGraphicFramePr>
        <p:xfrm>
          <a:off x="1836738" y="1101725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79" name="Equation" r:id="rId3" imgW="1295400" imgH="800100" progId="Equation.DSMT4">
                  <p:embed/>
                </p:oleObj>
              </mc:Choice>
              <mc:Fallback>
                <p:oleObj name="Equation" r:id="rId3" imgW="1295400" imgH="800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1101725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33212"/>
              </p:ext>
            </p:extLst>
          </p:nvPr>
        </p:nvGraphicFramePr>
        <p:xfrm>
          <a:off x="1693273" y="4424458"/>
          <a:ext cx="16906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80" name="Equation" r:id="rId5" imgW="723586" imgH="228501" progId="Equation.DSMT4">
                  <p:embed/>
                </p:oleObj>
              </mc:Choice>
              <mc:Fallback>
                <p:oleObj name="Equation" r:id="rId5" imgW="723586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273" y="4424458"/>
                        <a:ext cx="169068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566113"/>
              </p:ext>
            </p:extLst>
          </p:nvPr>
        </p:nvGraphicFramePr>
        <p:xfrm>
          <a:off x="382588" y="3765494"/>
          <a:ext cx="4248584" cy="5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81" name="Equation" r:id="rId7" imgW="4190760" imgH="495000" progId="Equation.DSMT4">
                  <p:embed/>
                </p:oleObj>
              </mc:Choice>
              <mc:Fallback>
                <p:oleObj name="Equation" r:id="rId7" imgW="4190760" imgH="495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765494"/>
                        <a:ext cx="4248584" cy="514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3095625" y="3017838"/>
            <a:ext cx="2519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振幅共振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277938" y="2170113"/>
            <a:ext cx="2851150" cy="1295400"/>
            <a:chOff x="0" y="0"/>
            <a:chExt cx="1540" cy="690"/>
          </a:xfrm>
        </p:grpSpPr>
        <p:graphicFrame>
          <p:nvGraphicFramePr>
            <p:cNvPr id="38954" name="Object 9"/>
            <p:cNvGraphicFramePr>
              <a:graphicFrameLocks noChangeAspect="1"/>
            </p:cNvGraphicFramePr>
            <p:nvPr/>
          </p:nvGraphicFramePr>
          <p:xfrm>
            <a:off x="0" y="0"/>
            <a:ext cx="154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2" name="Equation" r:id="rId9" imgW="1206500" imgH="292100" progId="Equation.DSMT4">
                    <p:embed/>
                  </p:oleObj>
                </mc:Choice>
                <mc:Fallback>
                  <p:oleObj name="Equation" r:id="rId9" imgW="1206500" imgH="2921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4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10"/>
            <p:cNvGraphicFramePr>
              <a:graphicFrameLocks noChangeAspect="1"/>
            </p:cNvGraphicFramePr>
            <p:nvPr/>
          </p:nvGraphicFramePr>
          <p:xfrm>
            <a:off x="63" y="495"/>
            <a:ext cx="85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3" name="Equation" r:id="rId11" imgW="634449" imgH="177646" progId="Equation.DSMT4">
                    <p:embed/>
                  </p:oleObj>
                </mc:Choice>
                <mc:Fallback>
                  <p:oleObj name="Equation" r:id="rId11" imgW="634449" imgH="1776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" y="495"/>
                          <a:ext cx="85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75" name="AutoShape 11"/>
          <p:cNvSpPr>
            <a:spLocks/>
          </p:cNvSpPr>
          <p:nvPr/>
        </p:nvSpPr>
        <p:spPr bwMode="auto">
          <a:xfrm>
            <a:off x="1104900" y="24574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276850" y="3810000"/>
            <a:ext cx="3276600" cy="2590800"/>
            <a:chOff x="0" y="0"/>
            <a:chExt cx="2064" cy="1632"/>
          </a:xfrm>
        </p:grpSpPr>
        <p:sp>
          <p:nvSpPr>
            <p:cNvPr id="38948" name="Freeform 13"/>
            <p:cNvSpPr>
              <a:spLocks/>
            </p:cNvSpPr>
            <p:nvPr/>
          </p:nvSpPr>
          <p:spPr bwMode="auto">
            <a:xfrm>
              <a:off x="48" y="864"/>
              <a:ext cx="1344" cy="624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1" name="Freeform 14"/>
            <p:cNvSpPr>
              <a:spLocks/>
            </p:cNvSpPr>
            <p:nvPr/>
          </p:nvSpPr>
          <p:spPr bwMode="auto">
            <a:xfrm>
              <a:off x="0" y="672"/>
              <a:ext cx="1680" cy="768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50" name="Freeform 15"/>
            <p:cNvSpPr>
              <a:spLocks/>
            </p:cNvSpPr>
            <p:nvPr/>
          </p:nvSpPr>
          <p:spPr bwMode="auto">
            <a:xfrm>
              <a:off x="0" y="0"/>
              <a:ext cx="2064" cy="1392"/>
            </a:xfrm>
            <a:custGeom>
              <a:avLst/>
              <a:gdLst>
                <a:gd name="T0" fmla="*/ 0 w 3984"/>
                <a:gd name="T1" fmla="*/ 0 h 3672"/>
                <a:gd name="T2" fmla="*/ 1 w 3984"/>
                <a:gd name="T3" fmla="*/ 0 h 3672"/>
                <a:gd name="T4" fmla="*/ 1 w 3984"/>
                <a:gd name="T5" fmla="*/ 0 h 3672"/>
                <a:gd name="T6" fmla="*/ 1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Line 16"/>
            <p:cNvSpPr>
              <a:spLocks noChangeShapeType="1"/>
            </p:cNvSpPr>
            <p:nvPr/>
          </p:nvSpPr>
          <p:spPr bwMode="auto">
            <a:xfrm>
              <a:off x="480" y="912"/>
              <a:ext cx="0" cy="72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Line 17"/>
            <p:cNvSpPr>
              <a:spLocks noChangeShapeType="1"/>
            </p:cNvSpPr>
            <p:nvPr/>
          </p:nvSpPr>
          <p:spPr bwMode="auto">
            <a:xfrm>
              <a:off x="576" y="720"/>
              <a:ext cx="0" cy="91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Line 18"/>
            <p:cNvSpPr>
              <a:spLocks noChangeShapeType="1"/>
            </p:cNvSpPr>
            <p:nvPr/>
          </p:nvSpPr>
          <p:spPr bwMode="auto">
            <a:xfrm>
              <a:off x="672" y="0"/>
              <a:ext cx="0" cy="163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883" name="Line 19"/>
          <p:cNvSpPr>
            <a:spLocks noChangeShapeType="1"/>
          </p:cNvSpPr>
          <p:nvPr/>
        </p:nvSpPr>
        <p:spPr bwMode="auto">
          <a:xfrm flipV="1">
            <a:off x="6496050" y="1803400"/>
            <a:ext cx="0" cy="4572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895850" y="1166813"/>
            <a:ext cx="3200400" cy="4394200"/>
            <a:chOff x="0" y="0"/>
            <a:chExt cx="2016" cy="2768"/>
          </a:xfrm>
        </p:grpSpPr>
        <p:sp>
          <p:nvSpPr>
            <p:cNvPr id="38946" name="Arc 21"/>
            <p:cNvSpPr>
              <a:spLocks/>
            </p:cNvSpPr>
            <p:nvPr/>
          </p:nvSpPr>
          <p:spPr bwMode="auto">
            <a:xfrm rot="1048735">
              <a:off x="0" y="65"/>
              <a:ext cx="721" cy="2077"/>
            </a:xfrm>
            <a:custGeom>
              <a:avLst/>
              <a:gdLst>
                <a:gd name="T0" fmla="*/ 0 w 21600"/>
                <a:gd name="T1" fmla="*/ 0 h 19475"/>
                <a:gd name="T2" fmla="*/ 0 w 21600"/>
                <a:gd name="T3" fmla="*/ 0 h 19475"/>
                <a:gd name="T4" fmla="*/ 0 w 21600"/>
                <a:gd name="T5" fmla="*/ 0 h 194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5"/>
                <a:gd name="T11" fmla="*/ 21600 w 21600"/>
                <a:gd name="T12" fmla="*/ 19475 h 194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5" fill="none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</a:path>
                <a:path w="21600" h="19475" stroke="0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  <a:lnTo>
                    <a:pt x="0" y="10105"/>
                  </a:lnTo>
                  <a:lnTo>
                    <a:pt x="19090" y="-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7" name="Arc 22"/>
            <p:cNvSpPr>
              <a:spLocks/>
            </p:cNvSpPr>
            <p:nvPr/>
          </p:nvSpPr>
          <p:spPr bwMode="auto">
            <a:xfrm rot="-1054211">
              <a:off x="1249" y="0"/>
              <a:ext cx="767" cy="2768"/>
            </a:xfrm>
            <a:custGeom>
              <a:avLst/>
              <a:gdLst>
                <a:gd name="T0" fmla="*/ 0 w 21600"/>
                <a:gd name="T1" fmla="*/ 0 h 26558"/>
                <a:gd name="T2" fmla="*/ 0 w 21600"/>
                <a:gd name="T3" fmla="*/ 0 h 26558"/>
                <a:gd name="T4" fmla="*/ 0 w 21600"/>
                <a:gd name="T5" fmla="*/ 0 h 2655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558"/>
                <a:gd name="T11" fmla="*/ 21600 w 21600"/>
                <a:gd name="T12" fmla="*/ 26558 h 265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558" fill="none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</a:path>
                <a:path w="21600" h="26558" stroke="0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  <a:lnTo>
                    <a:pt x="21600" y="14722"/>
                  </a:lnTo>
                  <a:lnTo>
                    <a:pt x="3531" y="2655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6432550" y="6308725"/>
          <a:ext cx="7254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84" name="Equation" r:id="rId13" imgW="215713" imgH="241091" progId="Equation.DSMT4">
                  <p:embed/>
                </p:oleObj>
              </mc:Choice>
              <mc:Fallback>
                <p:oleObj name="Equation" r:id="rId13" imgW="215713" imgH="24109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6308725"/>
                        <a:ext cx="72548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200650" y="1628775"/>
            <a:ext cx="3048000" cy="5229225"/>
            <a:chOff x="0" y="-62"/>
            <a:chExt cx="1920" cy="3294"/>
          </a:xfrm>
        </p:grpSpPr>
        <p:grpSp>
          <p:nvGrpSpPr>
            <p:cNvPr id="38941" name="Group 25"/>
            <p:cNvGrpSpPr>
              <a:grpSpLocks/>
            </p:cNvGrpSpPr>
            <p:nvPr/>
          </p:nvGrpSpPr>
          <p:grpSpPr bwMode="auto">
            <a:xfrm>
              <a:off x="0" y="0"/>
              <a:ext cx="1920" cy="2928"/>
              <a:chOff x="0" y="0"/>
              <a:chExt cx="1920" cy="2928"/>
            </a:xfrm>
          </p:grpSpPr>
          <p:sp>
            <p:nvSpPr>
              <p:cNvPr id="38944" name="Line 26"/>
              <p:cNvSpPr>
                <a:spLocks noChangeShapeType="1"/>
              </p:cNvSpPr>
              <p:nvPr/>
            </p:nvSpPr>
            <p:spPr bwMode="auto">
              <a:xfrm>
                <a:off x="0" y="2928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5" name="Line 27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29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8942" name="Object 28"/>
            <p:cNvGraphicFramePr>
              <a:graphicFrameLocks noChangeAspect="1"/>
            </p:cNvGraphicFramePr>
            <p:nvPr/>
          </p:nvGraphicFramePr>
          <p:xfrm>
            <a:off x="1536" y="2928"/>
            <a:ext cx="34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5" name="Equation" r:id="rId15" imgW="228600" imgH="241300" progId="Equation.DSMT4">
                    <p:embed/>
                  </p:oleObj>
                </mc:Choice>
                <mc:Fallback>
                  <p:oleObj name="Equation" r:id="rId15" imgW="228600" imgH="2413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928"/>
                          <a:ext cx="34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29"/>
            <p:cNvGraphicFramePr>
              <a:graphicFrameLocks noChangeAspect="1"/>
            </p:cNvGraphicFramePr>
            <p:nvPr/>
          </p:nvGraphicFramePr>
          <p:xfrm>
            <a:off x="35" y="-6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6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" y="-62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6608763" y="4319588"/>
            <a:ext cx="239712" cy="1870075"/>
            <a:chOff x="0" y="0"/>
            <a:chExt cx="151" cy="1178"/>
          </a:xfrm>
        </p:grpSpPr>
        <p:graphicFrame>
          <p:nvGraphicFramePr>
            <p:cNvPr id="38938" name="Object 31"/>
            <p:cNvGraphicFramePr>
              <a:graphicFrameLocks noChangeAspect="1"/>
            </p:cNvGraphicFramePr>
            <p:nvPr/>
          </p:nvGraphicFramePr>
          <p:xfrm>
            <a:off x="0" y="1012"/>
            <a:ext cx="140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7" name="Equation" r:id="rId19" imgW="165028" imgH="228501" progId="Equation.DSMT4">
                    <p:embed/>
                  </p:oleObj>
                </mc:Choice>
                <mc:Fallback>
                  <p:oleObj name="Equation" r:id="rId19" imgW="165028" imgH="22850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12"/>
                          <a:ext cx="140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32"/>
            <p:cNvGraphicFramePr>
              <a:graphicFrameLocks noChangeAspect="1"/>
            </p:cNvGraphicFramePr>
            <p:nvPr/>
          </p:nvGraphicFramePr>
          <p:xfrm>
            <a:off x="4" y="724"/>
            <a:ext cx="14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8" name="Equation" r:id="rId21" imgW="190500" imgH="228600" progId="Equation.DSMT4">
                    <p:embed/>
                  </p:oleObj>
                </mc:Choice>
                <mc:Fallback>
                  <p:oleObj name="Equation" r:id="rId21" imgW="190500" imgH="228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724"/>
                          <a:ext cx="14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33"/>
            <p:cNvGraphicFramePr>
              <a:graphicFrameLocks noChangeAspect="1"/>
            </p:cNvGraphicFramePr>
            <p:nvPr/>
          </p:nvGraphicFramePr>
          <p:xfrm>
            <a:off x="4" y="0"/>
            <a:ext cx="14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89" name="Equation" r:id="rId23" imgW="177646" imgH="228402" progId="Equation.DSMT4">
                    <p:embed/>
                  </p:oleObj>
                </mc:Choice>
                <mc:Fallback>
                  <p:oleObj name="Equation" r:id="rId23" imgW="177646" imgH="228402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0"/>
                          <a:ext cx="14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898" name="Object 34"/>
          <p:cNvGraphicFramePr>
            <a:graphicFrameLocks noChangeAspect="1"/>
          </p:cNvGraphicFramePr>
          <p:nvPr/>
        </p:nvGraphicFramePr>
        <p:xfrm>
          <a:off x="6934200" y="3068638"/>
          <a:ext cx="8604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0" name="Equation" r:id="rId25" imgW="609336" imgH="215806" progId="Equation.DSMT4">
                  <p:embed/>
                </p:oleObj>
              </mc:Choice>
              <mc:Fallback>
                <p:oleObj name="Equation" r:id="rId25" imgW="609336" imgH="21580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068638"/>
                        <a:ext cx="8604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9" name="Object 35"/>
          <p:cNvGraphicFramePr>
            <a:graphicFrameLocks noChangeAspect="1"/>
          </p:cNvGraphicFramePr>
          <p:nvPr/>
        </p:nvGraphicFramePr>
        <p:xfrm>
          <a:off x="7208838" y="3925888"/>
          <a:ext cx="10652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1" name="Equation" r:id="rId27" imgW="774364" imgH="228501" progId="Equation.DSMT4">
                  <p:embed/>
                </p:oleObj>
              </mc:Choice>
              <mc:Fallback>
                <p:oleObj name="Equation" r:id="rId27" imgW="774364" imgH="22850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838" y="3925888"/>
                        <a:ext cx="10652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00" name="Rectangle 36"/>
          <p:cNvSpPr>
            <a:spLocks noChangeArrowheads="1"/>
          </p:cNvSpPr>
          <p:nvPr/>
        </p:nvSpPr>
        <p:spPr bwMode="auto">
          <a:xfrm>
            <a:off x="190500" y="288925"/>
            <a:ext cx="2411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6.3 </a:t>
            </a:r>
            <a:r>
              <a:rPr kumimoji="0" lang="zh-CN" altLang="en-US" sz="2800" b="1"/>
              <a:t>共振</a:t>
            </a:r>
          </a:p>
        </p:txBody>
      </p:sp>
      <p:grpSp>
        <p:nvGrpSpPr>
          <p:cNvPr id="8" name="Group 37"/>
          <p:cNvGrpSpPr>
            <a:grpSpLocks noChangeAspect="1"/>
          </p:cNvGrpSpPr>
          <p:nvPr/>
        </p:nvGrpSpPr>
        <p:grpSpPr bwMode="auto">
          <a:xfrm>
            <a:off x="3024188" y="115888"/>
            <a:ext cx="5010150" cy="1181100"/>
            <a:chOff x="0" y="0"/>
            <a:chExt cx="3156" cy="744"/>
          </a:xfrm>
        </p:grpSpPr>
        <p:graphicFrame>
          <p:nvGraphicFramePr>
            <p:cNvPr id="38936" name="Object 38"/>
            <p:cNvGraphicFramePr>
              <a:graphicFrameLocks noChangeAspect="1"/>
            </p:cNvGraphicFramePr>
            <p:nvPr/>
          </p:nvGraphicFramePr>
          <p:xfrm>
            <a:off x="476" y="0"/>
            <a:ext cx="2680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92" name="Equation" r:id="rId29" imgW="4191000" imgH="1168400" progId="Equation.DSMT4">
                    <p:embed/>
                  </p:oleObj>
                </mc:Choice>
                <mc:Fallback>
                  <p:oleObj name="Equation" r:id="rId29" imgW="4191000" imgH="1168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0"/>
                          <a:ext cx="2680" cy="7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39"/>
            <p:cNvGraphicFramePr>
              <a:graphicFrameLocks noChangeAspect="1"/>
            </p:cNvGraphicFramePr>
            <p:nvPr/>
          </p:nvGraphicFramePr>
          <p:xfrm>
            <a:off x="0" y="113"/>
            <a:ext cx="473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93" r:id="rId31" imgW="3286125" imgH="3038475" progId="">
                    <p:embed/>
                  </p:oleObj>
                </mc:Choice>
                <mc:Fallback>
                  <p:oleObj r:id="rId31" imgW="3286125" imgH="3038475" progId="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13"/>
                          <a:ext cx="473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4" name="Rectangle 40"/>
          <p:cNvSpPr>
            <a:spLocks noChangeArrowheads="1"/>
          </p:cNvSpPr>
          <p:nvPr/>
        </p:nvSpPr>
        <p:spPr bwMode="auto">
          <a:xfrm>
            <a:off x="1116013" y="1160463"/>
            <a:ext cx="2411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令</a:t>
            </a:r>
          </a:p>
        </p:txBody>
      </p:sp>
      <p:sp>
        <p:nvSpPr>
          <p:cNvPr id="389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39</a:t>
            </a:r>
          </a:p>
        </p:txBody>
      </p:sp>
      <p:sp>
        <p:nvSpPr>
          <p:cNvPr id="42" name="Text Box 50">
            <a:hlinkClick r:id="rId33" action="ppaction://hlinkfile"/>
          </p:cNvPr>
          <p:cNvSpPr txBox="1">
            <a:spLocks noChangeArrowheads="1"/>
          </p:cNvSpPr>
          <p:nvPr/>
        </p:nvSpPr>
        <p:spPr bwMode="auto">
          <a:xfrm>
            <a:off x="382588" y="6092825"/>
            <a:ext cx="936625" cy="30797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b="1"/>
              <a:t>共振破杯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 autoUpdateAnimBg="0"/>
      <p:bldP spid="420875" grpId="0" animBg="1" autoUpdateAnimBg="0"/>
      <p:bldP spid="420883" grpId="0" animBg="1"/>
      <p:bldP spid="420900" grpId="0" autoUpdateAnimBg="0"/>
      <p:bldP spid="420904" grpId="0" autoUpdateAnimBg="0"/>
      <p:bldP spid="4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/>
          <p:cNvSpPr txBox="1">
            <a:spLocks noChangeArrowheads="1"/>
          </p:cNvSpPr>
          <p:nvPr/>
        </p:nvSpPr>
        <p:spPr bwMode="auto">
          <a:xfrm>
            <a:off x="684213" y="533400"/>
            <a:ext cx="19812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阻尼振动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132138" y="512763"/>
            <a:ext cx="19050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受迫振动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5932488" y="534988"/>
            <a:ext cx="195897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共振</a:t>
            </a:r>
          </a:p>
        </p:txBody>
      </p:sp>
      <p:graphicFrame>
        <p:nvGraphicFramePr>
          <p:cNvPr id="421895" name="Object 7"/>
          <p:cNvGraphicFramePr>
            <a:graphicFrameLocks noChangeAspect="1"/>
          </p:cNvGraphicFramePr>
          <p:nvPr/>
        </p:nvGraphicFramePr>
        <p:xfrm>
          <a:off x="6919913" y="512763"/>
          <a:ext cx="12636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87" name="Equation" r:id="rId3" imgW="495085" imgH="241195" progId="Equation.DSMT4">
                  <p:embed/>
                </p:oleObj>
              </mc:Choice>
              <mc:Fallback>
                <p:oleObj name="Equation" r:id="rId3" imgW="495085" imgH="2411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512763"/>
                        <a:ext cx="12636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6" name="Rectangle 8" descr="粉色砂纸"/>
          <p:cNvSpPr>
            <a:spLocks noChangeArrowheads="1"/>
          </p:cNvSpPr>
          <p:nvPr/>
        </p:nvSpPr>
        <p:spPr bwMode="auto">
          <a:xfrm>
            <a:off x="1828800" y="3817938"/>
            <a:ext cx="3581400" cy="7620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>
            <a:off x="1524000" y="5113338"/>
            <a:ext cx="4572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8" name="Text Box 10"/>
          <p:cNvSpPr txBox="1">
            <a:spLocks noChangeArrowheads="1"/>
          </p:cNvSpPr>
          <p:nvPr/>
        </p:nvSpPr>
        <p:spPr bwMode="auto">
          <a:xfrm>
            <a:off x="5486400" y="3817938"/>
            <a:ext cx="81915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  <a:r>
              <a:rPr kumimoji="0" lang="zh-CN" altLang="en-US" sz="2800" b="1"/>
              <a:t>大</a:t>
            </a:r>
          </a:p>
        </p:txBody>
      </p:sp>
      <p:sp>
        <p:nvSpPr>
          <p:cNvPr id="421899" name="Text Box 11"/>
          <p:cNvSpPr txBox="1">
            <a:spLocks noChangeArrowheads="1"/>
          </p:cNvSpPr>
          <p:nvPr/>
        </p:nvSpPr>
        <p:spPr bwMode="auto">
          <a:xfrm>
            <a:off x="5486400" y="4579938"/>
            <a:ext cx="72072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k</a:t>
            </a:r>
            <a:r>
              <a:rPr kumimoji="0" lang="zh-CN" altLang="en-US" sz="2800" b="1"/>
              <a:t>小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948488" y="3978275"/>
            <a:ext cx="1295400" cy="1143000"/>
            <a:chOff x="0" y="0"/>
            <a:chExt cx="816" cy="816"/>
          </a:xfrm>
        </p:grpSpPr>
        <p:grpSp>
          <p:nvGrpSpPr>
            <p:cNvPr id="39966" name="Group 13"/>
            <p:cNvGrpSpPr>
              <a:grpSpLocks/>
            </p:cNvGrpSpPr>
            <p:nvPr/>
          </p:nvGrpSpPr>
          <p:grpSpPr bwMode="auto">
            <a:xfrm>
              <a:off x="288" y="240"/>
              <a:ext cx="192" cy="576"/>
              <a:chOff x="0" y="0"/>
              <a:chExt cx="192" cy="576"/>
            </a:xfrm>
          </p:grpSpPr>
          <p:sp>
            <p:nvSpPr>
              <p:cNvPr id="39969" name="Line 1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0" name="Line 15"/>
              <p:cNvSpPr>
                <a:spLocks noChangeShapeType="1"/>
              </p:cNvSpPr>
              <p:nvPr/>
            </p:nvSpPr>
            <p:spPr bwMode="auto">
              <a:xfrm>
                <a:off x="0" y="192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1" name="Line 16"/>
              <p:cNvSpPr>
                <a:spLocks noChangeShapeType="1"/>
              </p:cNvSpPr>
              <p:nvPr/>
            </p:nvSpPr>
            <p:spPr bwMode="auto">
              <a:xfrm>
                <a:off x="0" y="384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2" name="Line 17"/>
              <p:cNvSpPr>
                <a:spLocks noChangeShapeType="1"/>
              </p:cNvSpPr>
              <p:nvPr/>
            </p:nvSpPr>
            <p:spPr bwMode="auto">
              <a:xfrm flipV="1">
                <a:off x="0" y="96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3" name="Line 18"/>
              <p:cNvSpPr>
                <a:spLocks noChangeShapeType="1"/>
              </p:cNvSpPr>
              <p:nvPr/>
            </p:nvSpPr>
            <p:spPr bwMode="auto">
              <a:xfrm flipV="1">
                <a:off x="0" y="288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4" name="Line 19"/>
              <p:cNvSpPr>
                <a:spLocks noChangeShapeType="1"/>
              </p:cNvSpPr>
              <p:nvPr/>
            </p:nvSpPr>
            <p:spPr bwMode="auto">
              <a:xfrm flipV="1">
                <a:off x="0" y="48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67" name="Rectangle 20" descr="粉色砂纸"/>
            <p:cNvSpPr>
              <a:spLocks noChangeArrowheads="1"/>
            </p:cNvSpPr>
            <p:nvPr/>
          </p:nvSpPr>
          <p:spPr bwMode="auto">
            <a:xfrm>
              <a:off x="96" y="0"/>
              <a:ext cx="576" cy="288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8" name="Line 21"/>
            <p:cNvSpPr>
              <a:spLocks noChangeShapeType="1"/>
            </p:cNvSpPr>
            <p:nvPr/>
          </p:nvSpPr>
          <p:spPr bwMode="auto">
            <a:xfrm>
              <a:off x="0" y="816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81200" y="4579938"/>
            <a:ext cx="3276600" cy="533400"/>
            <a:chOff x="0" y="0"/>
            <a:chExt cx="2064" cy="336"/>
          </a:xfrm>
        </p:grpSpPr>
        <p:sp>
          <p:nvSpPr>
            <p:cNvPr id="39964" name="Oval 23" descr="编织物"/>
            <p:cNvSpPr>
              <a:spLocks noChangeArrowheads="1"/>
            </p:cNvSpPr>
            <p:nvPr/>
          </p:nvSpPr>
          <p:spPr bwMode="auto">
            <a:xfrm>
              <a:off x="0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5" name="Oval 24" descr="编织物"/>
            <p:cNvSpPr>
              <a:spLocks noChangeArrowheads="1"/>
            </p:cNvSpPr>
            <p:nvPr/>
          </p:nvSpPr>
          <p:spPr bwMode="auto">
            <a:xfrm>
              <a:off x="1248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655763" y="2762250"/>
            <a:ext cx="3492500" cy="622300"/>
            <a:chOff x="0" y="0"/>
            <a:chExt cx="2200" cy="392"/>
          </a:xfrm>
        </p:grpSpPr>
        <p:sp>
          <p:nvSpPr>
            <p:cNvPr id="39962" name="Text Box 26"/>
            <p:cNvSpPr txBox="1">
              <a:spLocks noChangeArrowheads="1"/>
            </p:cNvSpPr>
            <p:nvPr/>
          </p:nvSpPr>
          <p:spPr bwMode="auto">
            <a:xfrm>
              <a:off x="0" y="16"/>
              <a:ext cx="220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要使                   ！                </a:t>
              </a:r>
            </a:p>
          </p:txBody>
        </p:sp>
        <p:graphicFrame>
          <p:nvGraphicFramePr>
            <p:cNvPr id="39963" name="Object 27"/>
            <p:cNvGraphicFramePr>
              <a:graphicFrameLocks noChangeAspect="1"/>
            </p:cNvGraphicFramePr>
            <p:nvPr/>
          </p:nvGraphicFramePr>
          <p:xfrm>
            <a:off x="680" y="0"/>
            <a:ext cx="998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8" name="Equation" r:id="rId7" imgW="596900" imgH="241300" progId="Equation.DSMT4">
                    <p:embed/>
                  </p:oleObj>
                </mc:Choice>
                <mc:Fallback>
                  <p:oleObj name="Equation" r:id="rId7" imgW="596900" imgH="2413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0"/>
                          <a:ext cx="998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916" name="Text Box 28"/>
          <p:cNvSpPr txBox="1">
            <a:spLocks noChangeArrowheads="1"/>
          </p:cNvSpPr>
          <p:nvPr/>
        </p:nvSpPr>
        <p:spPr bwMode="auto">
          <a:xfrm>
            <a:off x="2451100" y="3902075"/>
            <a:ext cx="21209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大理石板</a:t>
            </a:r>
            <a:endParaRPr kumimoji="0" lang="zh-CN" altLang="en-US" b="1">
              <a:ea typeface="楷体_GB2312" pitchFamily="49" charset="-122"/>
            </a:endParaRPr>
          </a:p>
        </p:txBody>
      </p:sp>
      <p:sp>
        <p:nvSpPr>
          <p:cNvPr id="421917" name="Text Box 29"/>
          <p:cNvSpPr txBox="1">
            <a:spLocks noChangeArrowheads="1"/>
          </p:cNvSpPr>
          <p:nvPr/>
        </p:nvSpPr>
        <p:spPr bwMode="auto">
          <a:xfrm>
            <a:off x="201613" y="4579938"/>
            <a:ext cx="213836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/>
              <a:t>充气轮胎</a:t>
            </a:r>
          </a:p>
        </p:txBody>
      </p:sp>
      <p:graphicFrame>
        <p:nvGraphicFramePr>
          <p:cNvPr id="421918" name="Object 30"/>
          <p:cNvGraphicFramePr>
            <a:graphicFrameLocks noChangeAspect="1"/>
          </p:cNvGraphicFramePr>
          <p:nvPr/>
        </p:nvGraphicFramePr>
        <p:xfrm>
          <a:off x="6227763" y="4329113"/>
          <a:ext cx="2936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89" name="Equation" r:id="rId9" imgW="190417" imgH="152334" progId="Equation.DSMT4">
                  <p:embed/>
                </p:oleObj>
              </mc:Choice>
              <mc:Fallback>
                <p:oleObj name="Equation" r:id="rId9" imgW="190417" imgH="15233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329113"/>
                        <a:ext cx="29368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19" name="Object 31"/>
          <p:cNvGraphicFramePr>
            <a:graphicFrameLocks noChangeAspect="1"/>
          </p:cNvGraphicFramePr>
          <p:nvPr/>
        </p:nvGraphicFramePr>
        <p:xfrm>
          <a:off x="6946900" y="2906713"/>
          <a:ext cx="9731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90" name="Equation" r:id="rId11" imgW="558558" imgH="444307" progId="Equation.DSMT4">
                  <p:embed/>
                </p:oleObj>
              </mc:Choice>
              <mc:Fallback>
                <p:oleObj name="Equation" r:id="rId11" imgW="558558" imgH="44430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2906713"/>
                        <a:ext cx="9731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159000" y="1196975"/>
            <a:ext cx="5810250" cy="1495425"/>
            <a:chOff x="0" y="0"/>
            <a:chExt cx="2880" cy="912"/>
          </a:xfrm>
        </p:grpSpPr>
        <p:sp>
          <p:nvSpPr>
            <p:cNvPr id="39960" name="AutoShape 36"/>
            <p:cNvSpPr>
              <a:spLocks noChangeArrowheads="1"/>
            </p:cNvSpPr>
            <p:nvPr/>
          </p:nvSpPr>
          <p:spPr bwMode="auto">
            <a:xfrm>
              <a:off x="0" y="0"/>
              <a:ext cx="2880" cy="912"/>
            </a:xfrm>
            <a:prstGeom prst="cloudCallout">
              <a:avLst>
                <a:gd name="adj1" fmla="val -72537"/>
                <a:gd name="adj2" fmla="val 24782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9961" name="Text Box 37"/>
            <p:cNvSpPr txBox="1">
              <a:spLocks noChangeArrowheads="1"/>
            </p:cNvSpPr>
            <p:nvPr/>
          </p:nvSpPr>
          <p:spPr bwMode="auto">
            <a:xfrm>
              <a:off x="391" y="245"/>
              <a:ext cx="2135" cy="31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应如何设计一防振台？</a:t>
              </a:r>
            </a:p>
          </p:txBody>
        </p:sp>
      </p:grpSp>
      <p:sp>
        <p:nvSpPr>
          <p:cNvPr id="421923" name="Line 38"/>
          <p:cNvSpPr>
            <a:spLocks noChangeShapeType="1"/>
          </p:cNvSpPr>
          <p:nvPr/>
        </p:nvSpPr>
        <p:spPr bwMode="auto">
          <a:xfrm>
            <a:off x="8099425" y="2889250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4" name="Line 39"/>
          <p:cNvSpPr>
            <a:spLocks noChangeShapeType="1"/>
          </p:cNvSpPr>
          <p:nvPr/>
        </p:nvSpPr>
        <p:spPr bwMode="auto">
          <a:xfrm flipV="1">
            <a:off x="8099425" y="3465513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5" name="Text Box 40"/>
          <p:cNvSpPr txBox="1">
            <a:spLocks noChangeArrowheads="1"/>
          </p:cNvSpPr>
          <p:nvPr/>
        </p:nvSpPr>
        <p:spPr bwMode="auto">
          <a:xfrm>
            <a:off x="4610100" y="565150"/>
            <a:ext cx="47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F</a:t>
            </a:r>
          </a:p>
        </p:txBody>
      </p:sp>
      <p:sp>
        <p:nvSpPr>
          <p:cNvPr id="3995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40</a:t>
            </a:r>
          </a:p>
        </p:txBody>
      </p:sp>
      <p:sp>
        <p:nvSpPr>
          <p:cNvPr id="3" name="右箭头 2"/>
          <p:cNvSpPr>
            <a:spLocks noChangeArrowheads="1"/>
          </p:cNvSpPr>
          <p:nvPr/>
        </p:nvSpPr>
        <p:spPr bwMode="auto">
          <a:xfrm>
            <a:off x="2398713" y="671513"/>
            <a:ext cx="681037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0" name="右箭头 39"/>
          <p:cNvSpPr>
            <a:spLocks noChangeArrowheads="1"/>
          </p:cNvSpPr>
          <p:nvPr/>
        </p:nvSpPr>
        <p:spPr bwMode="auto">
          <a:xfrm>
            <a:off x="5305425" y="665163"/>
            <a:ext cx="681038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4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4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utoUpdateAnimBg="0"/>
      <p:bldP spid="421893" grpId="0" autoUpdateAnimBg="0"/>
      <p:bldP spid="421894" grpId="0" autoUpdateAnimBg="0"/>
      <p:bldP spid="421896" grpId="0" animBg="1" autoUpdateAnimBg="0"/>
      <p:bldP spid="421897" grpId="0" animBg="1"/>
      <p:bldP spid="421898" grpId="0" autoUpdateAnimBg="0"/>
      <p:bldP spid="421899" grpId="0" autoUpdateAnimBg="0"/>
      <p:bldP spid="421916" grpId="0" autoUpdateAnimBg="0"/>
      <p:bldP spid="421917" grpId="0" autoUpdateAnimBg="0"/>
      <p:bldP spid="421923" grpId="0" animBg="1"/>
      <p:bldP spid="421924" grpId="0" animBg="1"/>
      <p:bldP spid="421925" grpId="0" autoUpdateAnimBg="0"/>
      <p:bldP spid="3" grpId="0" animBg="1"/>
      <p:bldP spid="4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C:\Documents and Settings\Administrator\Application Data\Tencent\Users\188541213\QQ\WinTemp\RichOle\RSOGQL9VT)~8]CK)ALYZI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824288"/>
            <a:ext cx="41465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41</a:t>
            </a:r>
          </a:p>
        </p:txBody>
      </p:sp>
      <p:pic>
        <p:nvPicPr>
          <p:cNvPr id="10" name="Picture 4" descr="http://img.diytrade.com/cdimg/1177779/12894449/0/12744954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50875"/>
            <a:ext cx="532765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0"/>
          <p:cNvSpPr>
            <a:spLocks noChangeArrowheads="1"/>
          </p:cNvSpPr>
          <p:nvPr/>
        </p:nvSpPr>
        <p:spPr bwMode="auto">
          <a:xfrm>
            <a:off x="1616075" y="5969000"/>
            <a:ext cx="2735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桥梁</a:t>
            </a:r>
          </a:p>
        </p:txBody>
      </p:sp>
      <p:pic>
        <p:nvPicPr>
          <p:cNvPr id="9" name="Picture 2" descr="http://www.pvidi.com/UpLoadFiles/20140914/20140914115634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13" y="549275"/>
            <a:ext cx="4465637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10"/>
          <p:cNvSpPr>
            <a:spLocks noChangeArrowheads="1"/>
          </p:cNvSpPr>
          <p:nvPr/>
        </p:nvSpPr>
        <p:spPr bwMode="auto">
          <a:xfrm>
            <a:off x="6588125" y="3068638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光学防振台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67000" y="381000"/>
            <a:ext cx="3810000" cy="1143000"/>
            <a:chOff x="1680" y="240"/>
            <a:chExt cx="2400" cy="720"/>
          </a:xfrm>
        </p:grpSpPr>
        <p:sp>
          <p:nvSpPr>
            <p:cNvPr id="3" name="AutoShape 3"/>
            <p:cNvSpPr>
              <a:spLocks noChangeArrowheads="1"/>
            </p:cNvSpPr>
            <p:nvPr/>
          </p:nvSpPr>
          <p:spPr bwMode="auto">
            <a:xfrm>
              <a:off x="1680" y="240"/>
              <a:ext cx="2400" cy="720"/>
            </a:xfrm>
            <a:prstGeom prst="horizontalScroll">
              <a:avLst>
                <a:gd name="adj" fmla="val 125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038" name="Text Box 4"/>
            <p:cNvSpPr txBox="1">
              <a:spLocks noChangeArrowheads="1"/>
            </p:cNvSpPr>
            <p:nvPr/>
          </p:nvSpPr>
          <p:spPr bwMode="auto">
            <a:xfrm>
              <a:off x="2016" y="384"/>
              <a:ext cx="199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还有多级隔振！</a:t>
              </a: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339975" y="1773238"/>
            <a:ext cx="4537075" cy="4406900"/>
            <a:chOff x="1474" y="1117"/>
            <a:chExt cx="2858" cy="2776"/>
          </a:xfrm>
        </p:grpSpPr>
        <p:sp>
          <p:nvSpPr>
            <p:cNvPr id="41988" name="Line 6"/>
            <p:cNvSpPr>
              <a:spLocks noChangeShapeType="1"/>
            </p:cNvSpPr>
            <p:nvPr/>
          </p:nvSpPr>
          <p:spPr bwMode="auto">
            <a:xfrm>
              <a:off x="1474" y="3469"/>
              <a:ext cx="22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9" name="Rectangle 7" descr="之字形"/>
            <p:cNvSpPr>
              <a:spLocks noChangeArrowheads="1"/>
            </p:cNvSpPr>
            <p:nvPr/>
          </p:nvSpPr>
          <p:spPr bwMode="auto">
            <a:xfrm>
              <a:off x="185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0" name="Rectangle 8" descr="90%"/>
            <p:cNvSpPr>
              <a:spLocks noChangeArrowheads="1"/>
            </p:cNvSpPr>
            <p:nvPr/>
          </p:nvSpPr>
          <p:spPr bwMode="auto">
            <a:xfrm>
              <a:off x="1666" y="2064"/>
              <a:ext cx="1632" cy="432"/>
            </a:xfrm>
            <a:prstGeom prst="rect">
              <a:avLst/>
            </a:prstGeom>
            <a:pattFill prst="pct90">
              <a:fgClr>
                <a:srgbClr val="CC33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1" name="Rectangle 9" descr="深色上对角线"/>
            <p:cNvSpPr>
              <a:spLocks noChangeArrowheads="1"/>
            </p:cNvSpPr>
            <p:nvPr/>
          </p:nvSpPr>
          <p:spPr bwMode="auto">
            <a:xfrm>
              <a:off x="2050" y="1536"/>
              <a:ext cx="720" cy="288"/>
            </a:xfrm>
            <a:prstGeom prst="rect">
              <a:avLst/>
            </a:prstGeom>
            <a:pattFill prst="dkUpDiag">
              <a:fgClr>
                <a:srgbClr val="FF7C8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2" name="Group 10"/>
            <p:cNvGrpSpPr>
              <a:grpSpLocks/>
            </p:cNvGrpSpPr>
            <p:nvPr/>
          </p:nvGrpSpPr>
          <p:grpSpPr bwMode="auto">
            <a:xfrm>
              <a:off x="2722" y="2496"/>
              <a:ext cx="240" cy="336"/>
              <a:chOff x="2592" y="3312"/>
              <a:chExt cx="240" cy="336"/>
            </a:xfrm>
          </p:grpSpPr>
          <p:sp>
            <p:nvSpPr>
              <p:cNvPr id="42032" name="Line 11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3" name="Line 12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4" name="Line 13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5" name="Line 14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6" name="Line 15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3" name="Rectangle 16" descr="之字形"/>
            <p:cNvSpPr>
              <a:spLocks noChangeArrowheads="1"/>
            </p:cNvSpPr>
            <p:nvPr/>
          </p:nvSpPr>
          <p:spPr bwMode="auto">
            <a:xfrm>
              <a:off x="257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4" name="Group 17"/>
            <p:cNvGrpSpPr>
              <a:grpSpLocks/>
            </p:cNvGrpSpPr>
            <p:nvPr/>
          </p:nvGrpSpPr>
          <p:grpSpPr bwMode="auto">
            <a:xfrm>
              <a:off x="2002" y="2496"/>
              <a:ext cx="240" cy="336"/>
              <a:chOff x="2592" y="3312"/>
              <a:chExt cx="240" cy="336"/>
            </a:xfrm>
          </p:grpSpPr>
          <p:sp>
            <p:nvSpPr>
              <p:cNvPr id="42027" name="Line 18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8" name="Line 19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9" name="Line 20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0" name="Line 21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1" name="Line 22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5" name="Group 23"/>
            <p:cNvGrpSpPr>
              <a:grpSpLocks/>
            </p:cNvGrpSpPr>
            <p:nvPr/>
          </p:nvGrpSpPr>
          <p:grpSpPr bwMode="auto">
            <a:xfrm>
              <a:off x="2002" y="3120"/>
              <a:ext cx="240" cy="336"/>
              <a:chOff x="2592" y="3312"/>
              <a:chExt cx="240" cy="336"/>
            </a:xfrm>
          </p:grpSpPr>
          <p:sp>
            <p:nvSpPr>
              <p:cNvPr id="42022" name="Line 24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3" name="Line 25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4" name="Line 26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5" name="Line 27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6" name="Line 28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6" name="Group 29"/>
            <p:cNvGrpSpPr>
              <a:grpSpLocks/>
            </p:cNvGrpSpPr>
            <p:nvPr/>
          </p:nvGrpSpPr>
          <p:grpSpPr bwMode="auto">
            <a:xfrm>
              <a:off x="2434" y="1824"/>
              <a:ext cx="240" cy="240"/>
              <a:chOff x="2592" y="3312"/>
              <a:chExt cx="240" cy="336"/>
            </a:xfrm>
          </p:grpSpPr>
          <p:sp>
            <p:nvSpPr>
              <p:cNvPr id="42017" name="Line 30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8" name="Line 31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9" name="Line 32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0" name="Line 33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1" name="Line 34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7" name="Group 35"/>
            <p:cNvGrpSpPr>
              <a:grpSpLocks/>
            </p:cNvGrpSpPr>
            <p:nvPr/>
          </p:nvGrpSpPr>
          <p:grpSpPr bwMode="auto">
            <a:xfrm>
              <a:off x="2722" y="3120"/>
              <a:ext cx="240" cy="336"/>
              <a:chOff x="2592" y="3312"/>
              <a:chExt cx="240" cy="336"/>
            </a:xfrm>
          </p:grpSpPr>
          <p:sp>
            <p:nvSpPr>
              <p:cNvPr id="42012" name="Line 36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3" name="Line 37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4" name="Line 38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5" name="Line 39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6" name="Line 40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8" name="Group 41"/>
            <p:cNvGrpSpPr>
              <a:grpSpLocks/>
            </p:cNvGrpSpPr>
            <p:nvPr/>
          </p:nvGrpSpPr>
          <p:grpSpPr bwMode="auto">
            <a:xfrm>
              <a:off x="2146" y="1824"/>
              <a:ext cx="240" cy="240"/>
              <a:chOff x="2592" y="3312"/>
              <a:chExt cx="240" cy="336"/>
            </a:xfrm>
          </p:grpSpPr>
          <p:sp>
            <p:nvSpPr>
              <p:cNvPr id="42007" name="Line 42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8" name="Line 43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9" name="Line 44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0" name="Line 45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1" name="Line 46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9" name="Text Box 47"/>
            <p:cNvSpPr txBox="1">
              <a:spLocks noChangeArrowheads="1"/>
            </p:cNvSpPr>
            <p:nvPr/>
          </p:nvSpPr>
          <p:spPr bwMode="auto">
            <a:xfrm>
              <a:off x="1927" y="3566"/>
              <a:ext cx="22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</a:rPr>
                <a:t>汽车的减振系统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42000" name="Text Box 48"/>
            <p:cNvSpPr txBox="1">
              <a:spLocks noChangeArrowheads="1"/>
            </p:cNvSpPr>
            <p:nvPr/>
          </p:nvSpPr>
          <p:spPr bwMode="auto">
            <a:xfrm>
              <a:off x="3202" y="3120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轮胎</a:t>
              </a:r>
            </a:p>
          </p:txBody>
        </p:sp>
        <p:sp>
          <p:nvSpPr>
            <p:cNvPr id="42001" name="Text Box 49"/>
            <p:cNvSpPr txBox="1">
              <a:spLocks noChangeArrowheads="1"/>
            </p:cNvSpPr>
            <p:nvPr/>
          </p:nvSpPr>
          <p:spPr bwMode="auto">
            <a:xfrm>
              <a:off x="3192" y="2797"/>
              <a:ext cx="9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轮轴</a:t>
              </a:r>
            </a:p>
          </p:txBody>
        </p:sp>
        <p:sp>
          <p:nvSpPr>
            <p:cNvPr id="42002" name="Text Box 50"/>
            <p:cNvSpPr txBox="1">
              <a:spLocks noChangeArrowheads="1"/>
            </p:cNvSpPr>
            <p:nvPr/>
          </p:nvSpPr>
          <p:spPr bwMode="auto">
            <a:xfrm>
              <a:off x="3154" y="2496"/>
              <a:ext cx="11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底座弹簧</a:t>
              </a:r>
            </a:p>
          </p:txBody>
        </p:sp>
        <p:sp>
          <p:nvSpPr>
            <p:cNvPr id="42003" name="Text Box 51"/>
            <p:cNvSpPr txBox="1">
              <a:spLocks noChangeArrowheads="1"/>
            </p:cNvSpPr>
            <p:nvPr/>
          </p:nvSpPr>
          <p:spPr bwMode="auto">
            <a:xfrm>
              <a:off x="3288" y="2077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车身</a:t>
              </a:r>
            </a:p>
          </p:txBody>
        </p:sp>
        <p:sp>
          <p:nvSpPr>
            <p:cNvPr id="42004" name="Text Box 52"/>
            <p:cNvSpPr txBox="1">
              <a:spLocks noChangeArrowheads="1"/>
            </p:cNvSpPr>
            <p:nvPr/>
          </p:nvSpPr>
          <p:spPr bwMode="auto">
            <a:xfrm>
              <a:off x="2818" y="1776"/>
              <a:ext cx="1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座椅弹簧</a:t>
              </a:r>
            </a:p>
          </p:txBody>
        </p:sp>
        <p:sp>
          <p:nvSpPr>
            <p:cNvPr id="42005" name="Text Box 53"/>
            <p:cNvSpPr txBox="1">
              <a:spLocks noChangeArrowheads="1"/>
            </p:cNvSpPr>
            <p:nvPr/>
          </p:nvSpPr>
          <p:spPr bwMode="auto">
            <a:xfrm>
              <a:off x="2770" y="1165"/>
              <a:ext cx="9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乘客</a:t>
              </a:r>
            </a:p>
          </p:txBody>
        </p:sp>
        <p:graphicFrame>
          <p:nvGraphicFramePr>
            <p:cNvPr id="42006" name="Object 54"/>
            <p:cNvGraphicFramePr>
              <a:graphicFrameLocks noChangeAspect="1"/>
            </p:cNvGraphicFramePr>
            <p:nvPr/>
          </p:nvGraphicFramePr>
          <p:xfrm>
            <a:off x="2002" y="1117"/>
            <a:ext cx="795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2" name="剪辑" r:id="rId3" imgW="4046538" imgH="3352800" progId="MS_ClipArt_Gallery.2">
                    <p:embed/>
                  </p:oleObj>
                </mc:Choice>
                <mc:Fallback>
                  <p:oleObj name="剪辑" r:id="rId3" imgW="4046538" imgH="3352800" progId="MS_ClipArt_Gallery.2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1117"/>
                          <a:ext cx="795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8064</TotalTime>
  <Words>2090</Words>
  <Application>Microsoft Office PowerPoint</Application>
  <PresentationFormat>全屏显示(4:3)</PresentationFormat>
  <Paragraphs>533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黑体</vt:lpstr>
      <vt:lpstr>华文楷体</vt:lpstr>
      <vt:lpstr>楷体_GB2312</vt:lpstr>
      <vt:lpstr>隶书</vt:lpstr>
      <vt:lpstr>宋体</vt:lpstr>
      <vt:lpstr>Arial</vt:lpstr>
      <vt:lpstr>Calibri</vt:lpstr>
      <vt:lpstr>MT Extra</vt:lpstr>
      <vt:lpstr>Symbol</vt:lpstr>
      <vt:lpstr>Times New Roman</vt:lpstr>
      <vt:lpstr>Wingdings</vt:lpstr>
      <vt:lpstr>默认设计模板</vt:lpstr>
      <vt:lpstr>Equation</vt:lpstr>
      <vt:lpstr>MathType 6.0 Equation</vt:lpstr>
      <vt:lpstr>Equation.3</vt:lpstr>
      <vt:lpstr>公式</vt:lpstr>
      <vt:lpstr>位图图像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697</cp:revision>
  <dcterms:created xsi:type="dcterms:W3CDTF">2006-02-20T05:35:06Z</dcterms:created>
  <dcterms:modified xsi:type="dcterms:W3CDTF">2025-10-10T03:55:23Z</dcterms:modified>
</cp:coreProperties>
</file>