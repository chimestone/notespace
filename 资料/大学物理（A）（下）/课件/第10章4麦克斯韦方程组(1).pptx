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308" r:id="rId2"/>
    <p:sldId id="326" r:id="rId3"/>
    <p:sldId id="268" r:id="rId4"/>
    <p:sldId id="297" r:id="rId5"/>
    <p:sldId id="314" r:id="rId6"/>
    <p:sldId id="300" r:id="rId7"/>
    <p:sldId id="271" r:id="rId8"/>
    <p:sldId id="327" r:id="rId9"/>
    <p:sldId id="317" r:id="rId10"/>
    <p:sldId id="316" r:id="rId11"/>
    <p:sldId id="315" r:id="rId12"/>
    <p:sldId id="328" r:id="rId13"/>
    <p:sldId id="274" r:id="rId14"/>
    <p:sldId id="318" r:id="rId15"/>
    <p:sldId id="305" r:id="rId16"/>
    <p:sldId id="306" r:id="rId17"/>
    <p:sldId id="319" r:id="rId18"/>
    <p:sldId id="320" r:id="rId19"/>
    <p:sldId id="277" r:id="rId20"/>
    <p:sldId id="279" r:id="rId21"/>
    <p:sldId id="330" r:id="rId22"/>
    <p:sldId id="329" r:id="rId2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CCCC"/>
    <a:srgbClr val="99FF33"/>
    <a:srgbClr val="EAEAEA"/>
    <a:srgbClr val="FF9933"/>
    <a:srgbClr val="FF0000"/>
    <a:srgbClr val="CCECFF"/>
    <a:srgbClr val="33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13" autoAdjust="0"/>
    <p:restoredTop sz="94590" autoAdjust="0"/>
  </p:normalViewPr>
  <p:slideViewPr>
    <p:cSldViewPr snapToGrid="0">
      <p:cViewPr varScale="1">
        <p:scale>
          <a:sx n="107" d="100"/>
          <a:sy n="107" d="100"/>
        </p:scale>
        <p:origin x="174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13" Type="http://schemas.openxmlformats.org/officeDocument/2006/relationships/image" Target="../media/image13.wmf"/><Relationship Id="rId3" Type="http://schemas.openxmlformats.org/officeDocument/2006/relationships/image" Target="../media/image3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2" Type="http://schemas.openxmlformats.org/officeDocument/2006/relationships/image" Target="../media/image2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emf"/><Relationship Id="rId5" Type="http://schemas.openxmlformats.org/officeDocument/2006/relationships/image" Target="../media/image5.wmf"/><Relationship Id="rId10" Type="http://schemas.openxmlformats.org/officeDocument/2006/relationships/image" Target="../media/image10.emf"/><Relationship Id="rId4" Type="http://schemas.openxmlformats.org/officeDocument/2006/relationships/image" Target="../media/image4.wmf"/><Relationship Id="rId9" Type="http://schemas.openxmlformats.org/officeDocument/2006/relationships/image" Target="../media/image9.emf"/><Relationship Id="rId14" Type="http://schemas.openxmlformats.org/officeDocument/2006/relationships/image" Target="../media/image1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20.emf"/><Relationship Id="rId4" Type="http://schemas.openxmlformats.org/officeDocument/2006/relationships/image" Target="../media/image19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6" Type="http://schemas.openxmlformats.org/officeDocument/2006/relationships/image" Target="../media/image26.wmf"/><Relationship Id="rId11" Type="http://schemas.openxmlformats.org/officeDocument/2006/relationships/image" Target="../media/image31.wmf"/><Relationship Id="rId5" Type="http://schemas.openxmlformats.org/officeDocument/2006/relationships/image" Target="../media/image25.wmf"/><Relationship Id="rId10" Type="http://schemas.openxmlformats.org/officeDocument/2006/relationships/image" Target="../media/image30.emf"/><Relationship Id="rId4" Type="http://schemas.openxmlformats.org/officeDocument/2006/relationships/image" Target="../media/image24.wmf"/><Relationship Id="rId9" Type="http://schemas.openxmlformats.org/officeDocument/2006/relationships/image" Target="../media/image29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image" Target="../media/image44.wmf"/><Relationship Id="rId18" Type="http://schemas.openxmlformats.org/officeDocument/2006/relationships/image" Target="../media/image49.emf"/><Relationship Id="rId3" Type="http://schemas.openxmlformats.org/officeDocument/2006/relationships/image" Target="../media/image34.wmf"/><Relationship Id="rId7" Type="http://schemas.openxmlformats.org/officeDocument/2006/relationships/image" Target="../media/image38.wmf"/><Relationship Id="rId12" Type="http://schemas.openxmlformats.org/officeDocument/2006/relationships/image" Target="../media/image43.wmf"/><Relationship Id="rId17" Type="http://schemas.openxmlformats.org/officeDocument/2006/relationships/image" Target="../media/image48.emf"/><Relationship Id="rId2" Type="http://schemas.openxmlformats.org/officeDocument/2006/relationships/image" Target="../media/image33.wmf"/><Relationship Id="rId16" Type="http://schemas.openxmlformats.org/officeDocument/2006/relationships/image" Target="../media/image47.e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11" Type="http://schemas.openxmlformats.org/officeDocument/2006/relationships/image" Target="../media/image42.wmf"/><Relationship Id="rId5" Type="http://schemas.openxmlformats.org/officeDocument/2006/relationships/image" Target="../media/image36.wmf"/><Relationship Id="rId15" Type="http://schemas.openxmlformats.org/officeDocument/2006/relationships/image" Target="../media/image46.wmf"/><Relationship Id="rId10" Type="http://schemas.openxmlformats.org/officeDocument/2006/relationships/image" Target="../media/image41.wmf"/><Relationship Id="rId19" Type="http://schemas.openxmlformats.org/officeDocument/2006/relationships/image" Target="../media/image50.emf"/><Relationship Id="rId4" Type="http://schemas.openxmlformats.org/officeDocument/2006/relationships/image" Target="../media/image35.wmf"/><Relationship Id="rId9" Type="http://schemas.openxmlformats.org/officeDocument/2006/relationships/image" Target="../media/image40.wmf"/><Relationship Id="rId14" Type="http://schemas.openxmlformats.org/officeDocument/2006/relationships/image" Target="../media/image4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58.wmf"/><Relationship Id="rId3" Type="http://schemas.openxmlformats.org/officeDocument/2006/relationships/image" Target="../media/image53.wmf"/><Relationship Id="rId7" Type="http://schemas.openxmlformats.org/officeDocument/2006/relationships/image" Target="../media/image57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6" Type="http://schemas.openxmlformats.org/officeDocument/2006/relationships/image" Target="../media/image56.wmf"/><Relationship Id="rId5" Type="http://schemas.openxmlformats.org/officeDocument/2006/relationships/image" Target="../media/image55.wmf"/><Relationship Id="rId4" Type="http://schemas.openxmlformats.org/officeDocument/2006/relationships/image" Target="../media/image54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9.wmf"/><Relationship Id="rId4" Type="http://schemas.openxmlformats.org/officeDocument/2006/relationships/image" Target="../media/image62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6" Type="http://schemas.openxmlformats.org/officeDocument/2006/relationships/image" Target="../media/image68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1.wmf"/><Relationship Id="rId2" Type="http://schemas.openxmlformats.org/officeDocument/2006/relationships/image" Target="../media/image70.wmf"/><Relationship Id="rId1" Type="http://schemas.openxmlformats.org/officeDocument/2006/relationships/image" Target="../media/image69.wmf"/><Relationship Id="rId6" Type="http://schemas.openxmlformats.org/officeDocument/2006/relationships/image" Target="../media/image74.wmf"/><Relationship Id="rId5" Type="http://schemas.openxmlformats.org/officeDocument/2006/relationships/image" Target="../media/image73.wmf"/><Relationship Id="rId4" Type="http://schemas.openxmlformats.org/officeDocument/2006/relationships/image" Target="../media/image7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image" Target="../media/image88.wmf"/><Relationship Id="rId18" Type="http://schemas.openxmlformats.org/officeDocument/2006/relationships/image" Target="../media/image56.wmf"/><Relationship Id="rId3" Type="http://schemas.openxmlformats.org/officeDocument/2006/relationships/image" Target="../media/image78.wmf"/><Relationship Id="rId7" Type="http://schemas.openxmlformats.org/officeDocument/2006/relationships/image" Target="../media/image82.wmf"/><Relationship Id="rId12" Type="http://schemas.openxmlformats.org/officeDocument/2006/relationships/image" Target="../media/image87.wmf"/><Relationship Id="rId17" Type="http://schemas.openxmlformats.org/officeDocument/2006/relationships/image" Target="../media/image92.png"/><Relationship Id="rId2" Type="http://schemas.openxmlformats.org/officeDocument/2006/relationships/image" Target="../media/image77.wmf"/><Relationship Id="rId16" Type="http://schemas.openxmlformats.org/officeDocument/2006/relationships/image" Target="../media/image91.wmf"/><Relationship Id="rId1" Type="http://schemas.openxmlformats.org/officeDocument/2006/relationships/image" Target="../media/image76.wmf"/><Relationship Id="rId6" Type="http://schemas.openxmlformats.org/officeDocument/2006/relationships/image" Target="../media/image81.wmf"/><Relationship Id="rId11" Type="http://schemas.openxmlformats.org/officeDocument/2006/relationships/image" Target="../media/image86.wmf"/><Relationship Id="rId5" Type="http://schemas.openxmlformats.org/officeDocument/2006/relationships/image" Target="../media/image80.wmf"/><Relationship Id="rId15" Type="http://schemas.openxmlformats.org/officeDocument/2006/relationships/image" Target="../media/image90.emf"/><Relationship Id="rId10" Type="http://schemas.openxmlformats.org/officeDocument/2006/relationships/image" Target="../media/image85.wmf"/><Relationship Id="rId4" Type="http://schemas.openxmlformats.org/officeDocument/2006/relationships/image" Target="../media/image79.wmf"/><Relationship Id="rId9" Type="http://schemas.openxmlformats.org/officeDocument/2006/relationships/image" Target="../media/image84.wmf"/><Relationship Id="rId14" Type="http://schemas.openxmlformats.org/officeDocument/2006/relationships/image" Target="../media/image89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99.wmf"/><Relationship Id="rId3" Type="http://schemas.openxmlformats.org/officeDocument/2006/relationships/image" Target="../media/image94.wmf"/><Relationship Id="rId7" Type="http://schemas.openxmlformats.org/officeDocument/2006/relationships/image" Target="../media/image98.wmf"/><Relationship Id="rId2" Type="http://schemas.openxmlformats.org/officeDocument/2006/relationships/image" Target="../media/image93.wmf"/><Relationship Id="rId1" Type="http://schemas.openxmlformats.org/officeDocument/2006/relationships/image" Target="../media/image76.wmf"/><Relationship Id="rId6" Type="http://schemas.openxmlformats.org/officeDocument/2006/relationships/image" Target="../media/image97.emf"/><Relationship Id="rId5" Type="http://schemas.openxmlformats.org/officeDocument/2006/relationships/image" Target="../media/image96.wmf"/><Relationship Id="rId4" Type="http://schemas.openxmlformats.org/officeDocument/2006/relationships/image" Target="../media/image95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7" Type="http://schemas.openxmlformats.org/officeDocument/2006/relationships/image" Target="../media/image106.emf"/><Relationship Id="rId2" Type="http://schemas.openxmlformats.org/officeDocument/2006/relationships/image" Target="../media/image101.emf"/><Relationship Id="rId1" Type="http://schemas.openxmlformats.org/officeDocument/2006/relationships/image" Target="../media/image100.emf"/><Relationship Id="rId6" Type="http://schemas.openxmlformats.org/officeDocument/2006/relationships/image" Target="../media/image105.wmf"/><Relationship Id="rId5" Type="http://schemas.openxmlformats.org/officeDocument/2006/relationships/image" Target="../media/image104.wmf"/><Relationship Id="rId4" Type="http://schemas.openxmlformats.org/officeDocument/2006/relationships/image" Target="../media/image103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3" Type="http://schemas.openxmlformats.org/officeDocument/2006/relationships/image" Target="../media/image109.wmf"/><Relationship Id="rId7" Type="http://schemas.openxmlformats.org/officeDocument/2006/relationships/image" Target="../media/image113.wmf"/><Relationship Id="rId2" Type="http://schemas.openxmlformats.org/officeDocument/2006/relationships/image" Target="../media/image108.wmf"/><Relationship Id="rId1" Type="http://schemas.openxmlformats.org/officeDocument/2006/relationships/image" Target="../media/image107.wmf"/><Relationship Id="rId6" Type="http://schemas.openxmlformats.org/officeDocument/2006/relationships/image" Target="../media/image112.wmf"/><Relationship Id="rId5" Type="http://schemas.openxmlformats.org/officeDocument/2006/relationships/image" Target="../media/image111.wmf"/><Relationship Id="rId4" Type="http://schemas.openxmlformats.org/officeDocument/2006/relationships/image" Target="../media/image110.wmf"/></Relationships>
</file>

<file path=ppt/drawings/_rels/vmlDrawing13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3" Type="http://schemas.openxmlformats.org/officeDocument/2006/relationships/image" Target="../media/image118.wmf"/><Relationship Id="rId7" Type="http://schemas.openxmlformats.org/officeDocument/2006/relationships/image" Target="../media/image122.wmf"/><Relationship Id="rId2" Type="http://schemas.openxmlformats.org/officeDocument/2006/relationships/image" Target="../media/image117.wmf"/><Relationship Id="rId1" Type="http://schemas.openxmlformats.org/officeDocument/2006/relationships/image" Target="../media/image116.wmf"/><Relationship Id="rId6" Type="http://schemas.openxmlformats.org/officeDocument/2006/relationships/image" Target="../media/image121.wmf"/><Relationship Id="rId5" Type="http://schemas.openxmlformats.org/officeDocument/2006/relationships/image" Target="../media/image120.wmf"/><Relationship Id="rId4" Type="http://schemas.openxmlformats.org/officeDocument/2006/relationships/image" Target="../media/image119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wmf"/><Relationship Id="rId2" Type="http://schemas.openxmlformats.org/officeDocument/2006/relationships/image" Target="../media/image125.emf"/><Relationship Id="rId1" Type="http://schemas.openxmlformats.org/officeDocument/2006/relationships/image" Target="../media/image124.wmf"/><Relationship Id="rId6" Type="http://schemas.openxmlformats.org/officeDocument/2006/relationships/image" Target="../media/image129.wmf"/><Relationship Id="rId5" Type="http://schemas.openxmlformats.org/officeDocument/2006/relationships/image" Target="../media/image128.wmf"/><Relationship Id="rId4" Type="http://schemas.openxmlformats.org/officeDocument/2006/relationships/image" Target="../media/image127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wmf"/><Relationship Id="rId13" Type="http://schemas.openxmlformats.org/officeDocument/2006/relationships/image" Target="../media/image138.wmf"/><Relationship Id="rId3" Type="http://schemas.openxmlformats.org/officeDocument/2006/relationships/image" Target="../media/image127.wmf"/><Relationship Id="rId7" Type="http://schemas.openxmlformats.org/officeDocument/2006/relationships/image" Target="../media/image132.wmf"/><Relationship Id="rId12" Type="http://schemas.openxmlformats.org/officeDocument/2006/relationships/image" Target="../media/image137.wmf"/><Relationship Id="rId2" Type="http://schemas.openxmlformats.org/officeDocument/2006/relationships/image" Target="../media/image126.wmf"/><Relationship Id="rId1" Type="http://schemas.openxmlformats.org/officeDocument/2006/relationships/image" Target="../media/image130.emf"/><Relationship Id="rId6" Type="http://schemas.openxmlformats.org/officeDocument/2006/relationships/image" Target="../media/image131.wmf"/><Relationship Id="rId11" Type="http://schemas.openxmlformats.org/officeDocument/2006/relationships/image" Target="../media/image136.wmf"/><Relationship Id="rId5" Type="http://schemas.openxmlformats.org/officeDocument/2006/relationships/image" Target="../media/image129.wmf"/><Relationship Id="rId10" Type="http://schemas.openxmlformats.org/officeDocument/2006/relationships/image" Target="../media/image135.emf"/><Relationship Id="rId4" Type="http://schemas.openxmlformats.org/officeDocument/2006/relationships/image" Target="../media/image128.wmf"/><Relationship Id="rId9" Type="http://schemas.openxmlformats.org/officeDocument/2006/relationships/image" Target="../media/image134.emf"/><Relationship Id="rId14" Type="http://schemas.openxmlformats.org/officeDocument/2006/relationships/image" Target="../media/image139.wmf"/></Relationships>
</file>

<file path=ppt/drawings/_rels/vmlDrawing16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image" Target="../media/image142.wmf"/><Relationship Id="rId7" Type="http://schemas.openxmlformats.org/officeDocument/2006/relationships/image" Target="../media/image12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emf"/><Relationship Id="rId11" Type="http://schemas.openxmlformats.org/officeDocument/2006/relationships/image" Target="../media/image147.wmf"/><Relationship Id="rId5" Type="http://schemas.openxmlformats.org/officeDocument/2006/relationships/image" Target="../media/image144.wmf"/><Relationship Id="rId10" Type="http://schemas.openxmlformats.org/officeDocument/2006/relationships/image" Target="../media/image129.wmf"/><Relationship Id="rId4" Type="http://schemas.openxmlformats.org/officeDocument/2006/relationships/image" Target="../media/image143.wmf"/><Relationship Id="rId9" Type="http://schemas.openxmlformats.org/officeDocument/2006/relationships/image" Target="../media/image14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4" Type="http://schemas.openxmlformats.org/officeDocument/2006/relationships/image" Target="../media/image15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4.wmf"/><Relationship Id="rId2" Type="http://schemas.openxmlformats.org/officeDocument/2006/relationships/image" Target="../media/image153.wmf"/><Relationship Id="rId1" Type="http://schemas.openxmlformats.org/officeDocument/2006/relationships/image" Target="../media/image152.wmf"/><Relationship Id="rId4" Type="http://schemas.openxmlformats.org/officeDocument/2006/relationships/image" Target="../media/image155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wmf"/><Relationship Id="rId1" Type="http://schemas.openxmlformats.org/officeDocument/2006/relationships/image" Target="../media/image156.wmf"/></Relationships>
</file>

<file path=ppt/drawings/_rels/vmlDrawing2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wmf"/><Relationship Id="rId13" Type="http://schemas.openxmlformats.org/officeDocument/2006/relationships/image" Target="../media/image170.wmf"/><Relationship Id="rId18" Type="http://schemas.openxmlformats.org/officeDocument/2006/relationships/image" Target="../media/image175.wmf"/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12" Type="http://schemas.openxmlformats.org/officeDocument/2006/relationships/image" Target="../media/image169.wmf"/><Relationship Id="rId17" Type="http://schemas.openxmlformats.org/officeDocument/2006/relationships/image" Target="../media/image174.wmf"/><Relationship Id="rId2" Type="http://schemas.openxmlformats.org/officeDocument/2006/relationships/image" Target="../media/image159.wmf"/><Relationship Id="rId16" Type="http://schemas.openxmlformats.org/officeDocument/2006/relationships/image" Target="../media/image173.wmf"/><Relationship Id="rId1" Type="http://schemas.openxmlformats.org/officeDocument/2006/relationships/image" Target="../media/image158.wmf"/><Relationship Id="rId6" Type="http://schemas.openxmlformats.org/officeDocument/2006/relationships/image" Target="../media/image163.emf"/><Relationship Id="rId11" Type="http://schemas.openxmlformats.org/officeDocument/2006/relationships/image" Target="../media/image168.wmf"/><Relationship Id="rId5" Type="http://schemas.openxmlformats.org/officeDocument/2006/relationships/image" Target="../media/image162.wmf"/><Relationship Id="rId15" Type="http://schemas.openxmlformats.org/officeDocument/2006/relationships/image" Target="../media/image172.emf"/><Relationship Id="rId10" Type="http://schemas.openxmlformats.org/officeDocument/2006/relationships/image" Target="../media/image167.wmf"/><Relationship Id="rId19" Type="http://schemas.openxmlformats.org/officeDocument/2006/relationships/image" Target="../media/image176.emf"/><Relationship Id="rId4" Type="http://schemas.openxmlformats.org/officeDocument/2006/relationships/image" Target="../media/image161.wmf"/><Relationship Id="rId9" Type="http://schemas.openxmlformats.org/officeDocument/2006/relationships/image" Target="../media/image166.wmf"/><Relationship Id="rId14" Type="http://schemas.openxmlformats.org/officeDocument/2006/relationships/image" Target="../media/image171.wmf"/></Relationships>
</file>

<file path=ppt/drawings/_rels/vmlDrawing21.v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image" Target="../media/image35.wmf"/><Relationship Id="rId3" Type="http://schemas.openxmlformats.org/officeDocument/2006/relationships/image" Target="../media/image23.wmf"/><Relationship Id="rId7" Type="http://schemas.openxmlformats.org/officeDocument/2006/relationships/image" Target="../media/image27.wmf"/><Relationship Id="rId12" Type="http://schemas.openxmlformats.org/officeDocument/2006/relationships/image" Target="../media/image34.wmf"/><Relationship Id="rId2" Type="http://schemas.openxmlformats.org/officeDocument/2006/relationships/image" Target="../media/image178.wmf"/><Relationship Id="rId1" Type="http://schemas.openxmlformats.org/officeDocument/2006/relationships/image" Target="../media/image177.wmf"/><Relationship Id="rId6" Type="http://schemas.openxmlformats.org/officeDocument/2006/relationships/image" Target="../media/image26.wmf"/><Relationship Id="rId11" Type="http://schemas.openxmlformats.org/officeDocument/2006/relationships/image" Target="../media/image33.wmf"/><Relationship Id="rId5" Type="http://schemas.openxmlformats.org/officeDocument/2006/relationships/image" Target="../media/image25.wmf"/><Relationship Id="rId10" Type="http://schemas.openxmlformats.org/officeDocument/2006/relationships/image" Target="../media/image32.wmf"/><Relationship Id="rId4" Type="http://schemas.openxmlformats.org/officeDocument/2006/relationships/image" Target="../media/image24.wmf"/><Relationship Id="rId9" Type="http://schemas.openxmlformats.org/officeDocument/2006/relationships/image" Target="../media/image31.wmf"/><Relationship Id="rId14" Type="http://schemas.openxmlformats.org/officeDocument/2006/relationships/image" Target="../media/image1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E810BCCF-DB04-4E81-91E4-A86D9C92763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F9640F9A-EA9B-483A-921D-5856B1763CB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77F26AC-0448-4AC4-9E5F-114617EB062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>
            <a:extLst>
              <a:ext uri="{FF2B5EF4-FFF2-40B4-BE49-F238E27FC236}">
                <a16:creationId xmlns:a16="http://schemas.microsoft.com/office/drawing/2014/main" id="{7BC54BFF-6E43-454D-830E-D035AC09BA3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4038" name="Rectangle 6">
            <a:extLst>
              <a:ext uri="{FF2B5EF4-FFF2-40B4-BE49-F238E27FC236}">
                <a16:creationId xmlns:a16="http://schemas.microsoft.com/office/drawing/2014/main" id="{41F05A58-09AF-4C91-8D4B-979A77F982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4039" name="Rectangle 7">
            <a:extLst>
              <a:ext uri="{FF2B5EF4-FFF2-40B4-BE49-F238E27FC236}">
                <a16:creationId xmlns:a16="http://schemas.microsoft.com/office/drawing/2014/main" id="{FDE0A276-7CC6-4FAD-AC88-B78D49E88B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2A72F8B1-1C47-4969-BF4F-14B8D147A967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7A167A3-63E4-4713-9ED0-9F09ED75036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AD9B5F1-08C3-4BE7-BDEC-29672B80084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E49C222-BDEB-43BD-8AB8-6D4703F7DC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0AF037-FCFB-416B-937A-A040843D578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1494750"/>
      </p:ext>
    </p:extLst>
  </p:cSld>
  <p:clrMapOvr>
    <a:masterClrMapping/>
  </p:clrMapOvr>
  <p:transition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29E712A-7477-4997-B0A5-74D5FC64D5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2D2C47-B04A-4D3B-BB9C-3D06750ECD3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9D6344F-D512-4011-946F-FBC9399CCF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6D39DE-C5EC-4DA1-9CBA-D55DFAD3AB7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377097"/>
      </p:ext>
    </p:extLst>
  </p:cSld>
  <p:clrMapOvr>
    <a:masterClrMapping/>
  </p:clrMapOvr>
  <p:transition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1F5AA7-FD1E-4C5E-BEA8-254CD22B74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BF3B02F-4521-4C1F-BAE6-E2931C0BEC3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5D617-FC76-4C96-91FA-BF1F216BEA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F34AC0-9AE1-45EC-BE7D-D769E100188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4158302"/>
      </p:ext>
    </p:extLst>
  </p:cSld>
  <p:clrMapOvr>
    <a:masterClrMapping/>
  </p:clrMapOvr>
  <p:transition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B5FC63-B962-43E3-8D20-09F868D280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C67347-3EDE-421E-8A10-4F7A5C4610D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D61C0A-837E-47DF-A4FE-EF73D6223D7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A3F0305-0609-47BF-ACC8-3144487B72A5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894035"/>
      </p:ext>
    </p:extLst>
  </p:cSld>
  <p:clrMapOvr>
    <a:masterClrMapping/>
  </p:clrMapOvr>
  <p:transition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0BD44CA-06FE-43C1-9F0F-DE5A9E992F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58DD050-5CF0-4968-9D8D-EF1E034DA33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CFC0E04-7940-4212-84B1-FA6084E467D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B5685F-DEF3-4E32-8BC9-1C78C0FBD9F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07668908"/>
      </p:ext>
    </p:extLst>
  </p:cSld>
  <p:clrMapOvr>
    <a:masterClrMapping/>
  </p:clrMapOvr>
  <p:transition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886ABF71-129C-4486-827E-1644298C5F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9E30D41-FEB7-444C-9B58-15DF2D227E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883A380-8E89-4B06-9577-9AC076C3487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688DAE-3C7A-48D6-8C63-66D7C1DDD24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898053"/>
      </p:ext>
    </p:extLst>
  </p:cSld>
  <p:clrMapOvr>
    <a:masterClrMapping/>
  </p:clrMapOvr>
  <p:transition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AE7886-7C7C-45C2-9C02-532064DAA04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9D0289E7-51FC-4362-A04B-2B12BC28862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61F1392-D963-4CE9-8E4D-0F1A0251903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7C4C00-AE39-4281-AD55-F07D316F909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328568"/>
      </p:ext>
    </p:extLst>
  </p:cSld>
  <p:clrMapOvr>
    <a:masterClrMapping/>
  </p:clrMapOvr>
  <p:transition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B94465-9AA0-4B71-8B00-E7E772B3DE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78B30E-7CA7-414B-8999-9BF326FAC2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8AD3F8B-DF96-46EA-A7C3-7DBDA1D0B2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D51332-EC99-4D74-A7C3-8D7C38C31ED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79178019"/>
      </p:ext>
    </p:extLst>
  </p:cSld>
  <p:clrMapOvr>
    <a:masterClrMapping/>
  </p:clrMapOvr>
  <p:transition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F557C9-76AA-496F-8F88-1F64A0438E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841EE1-D26D-4038-BBC9-A535F98CE7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8B9655-CAB5-40CD-BE67-85A66582470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BD1873-B033-43BD-AC61-DF626B02B96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90806870"/>
      </p:ext>
    </p:extLst>
  </p:cSld>
  <p:clrMapOvr>
    <a:masterClrMapping/>
  </p:clrMapOvr>
  <p:transition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60D5B02-4086-4B45-AE66-2B4512F1D5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BEFB15-A113-4BDB-B886-4BCA03314B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C2C9A2-8A03-4F12-918D-D48936C7F2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B89AFFE-E8C7-4B70-9421-F11253A472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4955634"/>
      </p:ext>
    </p:extLst>
  </p:cSld>
  <p:clrMapOvr>
    <a:masterClrMapping/>
  </p:clrMapOvr>
  <p:transition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D47A08-6C62-46A9-9E8B-2C448A461E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47F532-A8F8-4C50-A7D4-34B79ED1A1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880366-A66E-492C-9354-DD9CBED8F3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6389BC2-FF0B-4DEA-AFBC-69DDEFFF712D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69408698"/>
      </p:ext>
    </p:extLst>
  </p:cSld>
  <p:clrMapOvr>
    <a:masterClrMapping/>
  </p:clrMapOvr>
  <p:transition>
    <p:pull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260F534-62E6-409B-8745-A55EA7637A0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037773B-E391-4A49-9BE3-84245256B5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556831E-E3DC-40E8-8031-2704DCC676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0151BB-93F5-431D-9F25-A591C9076092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2360614"/>
      </p:ext>
    </p:extLst>
  </p:cSld>
  <p:clrMapOvr>
    <a:masterClrMapping/>
  </p:clrMapOvr>
  <p:transition>
    <p:pull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B321DDF-FC84-45BA-8AA4-4F9824B866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B69C9B3C-18BF-4E2D-BCE5-67FC64CEEFE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0A77562-87C6-4689-8790-5999D0A7166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7E50C3-D6B9-48EE-8CBB-AB71BCEACEF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30844187"/>
      </p:ext>
    </p:extLst>
  </p:cSld>
  <p:clrMapOvr>
    <a:masterClrMapping/>
  </p:clrMapOvr>
  <p:transition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CC66"/>
            </a:gs>
            <a:gs pos="50000">
              <a:schemeClr val="bg1"/>
            </a:gs>
            <a:gs pos="100000">
              <a:srgbClr val="00CC6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B254587-64FB-4C33-B34E-D9133D38A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B286621-CE43-4970-A4A1-9B9D9FCAA8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B6D14A9-0729-4DA5-8146-D3F3EFC9E7E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28439B4-6C8E-4BD1-A795-5E5BAD380F6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ea typeface="宋体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47BEC30-488A-4989-B30C-BD31E783B98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/>
            </a:lvl1pPr>
          </a:lstStyle>
          <a:p>
            <a:fld id="{1308E4B9-08FB-4C77-B937-3100F00B74D3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ransition>
    <p:pull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8.bin"/><Relationship Id="rId26" Type="http://schemas.openxmlformats.org/officeDocument/2006/relationships/oleObject" Target="../embeddings/oleObject12.bin"/><Relationship Id="rId3" Type="http://schemas.openxmlformats.org/officeDocument/2006/relationships/oleObject" Target="../embeddings/oleObject1.bin"/><Relationship Id="rId21" Type="http://schemas.openxmlformats.org/officeDocument/2006/relationships/image" Target="../media/image9.e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17" Type="http://schemas.openxmlformats.org/officeDocument/2006/relationships/image" Target="../media/image15.png"/><Relationship Id="rId25" Type="http://schemas.openxmlformats.org/officeDocument/2006/relationships/image" Target="../media/image11.e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wmf"/><Relationship Id="rId20" Type="http://schemas.openxmlformats.org/officeDocument/2006/relationships/oleObject" Target="../embeddings/oleObject9.bin"/><Relationship Id="rId29" Type="http://schemas.openxmlformats.org/officeDocument/2006/relationships/image" Target="../media/image13.w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oleObject" Target="../embeddings/oleObject11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0.emf"/><Relationship Id="rId28" Type="http://schemas.openxmlformats.org/officeDocument/2006/relationships/oleObject" Target="../embeddings/oleObject13.bin"/><Relationship Id="rId10" Type="http://schemas.openxmlformats.org/officeDocument/2006/relationships/image" Target="../media/image4.wmf"/><Relationship Id="rId19" Type="http://schemas.openxmlformats.org/officeDocument/2006/relationships/image" Target="../media/image8.emf"/><Relationship Id="rId31" Type="http://schemas.openxmlformats.org/officeDocument/2006/relationships/image" Target="../media/image1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image" Target="../media/image20.emf"/><Relationship Id="rId3" Type="http://schemas.openxmlformats.org/officeDocument/2006/relationships/oleObject" Target="../embeddings/oleObject15.bin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0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7.wmf"/><Relationship Id="rId11" Type="http://schemas.openxmlformats.org/officeDocument/2006/relationships/image" Target="../media/image19.wmf"/><Relationship Id="rId5" Type="http://schemas.openxmlformats.org/officeDocument/2006/relationships/oleObject" Target="../embeddings/oleObject16.bin"/><Relationship Id="rId10" Type="http://schemas.openxmlformats.org/officeDocument/2006/relationships/oleObject" Target="../embeddings/oleObject19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8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wmf"/><Relationship Id="rId13" Type="http://schemas.openxmlformats.org/officeDocument/2006/relationships/oleObject" Target="../embeddings/oleObject26.bin"/><Relationship Id="rId18" Type="http://schemas.openxmlformats.org/officeDocument/2006/relationships/image" Target="../media/image28.wmf"/><Relationship Id="rId3" Type="http://schemas.openxmlformats.org/officeDocument/2006/relationships/oleObject" Target="../embeddings/oleObject21.bin"/><Relationship Id="rId21" Type="http://schemas.openxmlformats.org/officeDocument/2006/relationships/oleObject" Target="../embeddings/oleObject30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5.wmf"/><Relationship Id="rId17" Type="http://schemas.openxmlformats.org/officeDocument/2006/relationships/oleObject" Target="../embeddings/oleObject2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7.wmf"/><Relationship Id="rId20" Type="http://schemas.openxmlformats.org/officeDocument/2006/relationships/image" Target="../media/image29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22.wmf"/><Relationship Id="rId11" Type="http://schemas.openxmlformats.org/officeDocument/2006/relationships/oleObject" Target="../embeddings/oleObject25.bin"/><Relationship Id="rId24" Type="http://schemas.openxmlformats.org/officeDocument/2006/relationships/image" Target="../media/image31.wmf"/><Relationship Id="rId5" Type="http://schemas.openxmlformats.org/officeDocument/2006/relationships/oleObject" Target="../embeddings/oleObject22.bin"/><Relationship Id="rId15" Type="http://schemas.openxmlformats.org/officeDocument/2006/relationships/oleObject" Target="../embeddings/oleObject27.bin"/><Relationship Id="rId23" Type="http://schemas.openxmlformats.org/officeDocument/2006/relationships/oleObject" Target="../embeddings/oleObject31.bin"/><Relationship Id="rId10" Type="http://schemas.openxmlformats.org/officeDocument/2006/relationships/image" Target="../media/image24.wmf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4.bin"/><Relationship Id="rId14" Type="http://schemas.openxmlformats.org/officeDocument/2006/relationships/image" Target="../media/image26.wmf"/><Relationship Id="rId22" Type="http://schemas.openxmlformats.org/officeDocument/2006/relationships/image" Target="../media/image30.emf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37.bin"/><Relationship Id="rId18" Type="http://schemas.openxmlformats.org/officeDocument/2006/relationships/image" Target="../media/image39.wmf"/><Relationship Id="rId26" Type="http://schemas.openxmlformats.org/officeDocument/2006/relationships/image" Target="../media/image43.wmf"/><Relationship Id="rId39" Type="http://schemas.openxmlformats.org/officeDocument/2006/relationships/oleObject" Target="../embeddings/oleObject50.bin"/><Relationship Id="rId21" Type="http://schemas.openxmlformats.org/officeDocument/2006/relationships/oleObject" Target="../embeddings/oleObject41.bin"/><Relationship Id="rId34" Type="http://schemas.openxmlformats.org/officeDocument/2006/relationships/image" Target="../media/image47.emf"/><Relationship Id="rId7" Type="http://schemas.openxmlformats.org/officeDocument/2006/relationships/oleObject" Target="../embeddings/oleObject34.bin"/><Relationship Id="rId12" Type="http://schemas.openxmlformats.org/officeDocument/2006/relationships/image" Target="../media/image36.wmf"/><Relationship Id="rId17" Type="http://schemas.openxmlformats.org/officeDocument/2006/relationships/oleObject" Target="../embeddings/oleObject39.bin"/><Relationship Id="rId25" Type="http://schemas.openxmlformats.org/officeDocument/2006/relationships/oleObject" Target="../embeddings/oleObject43.bin"/><Relationship Id="rId33" Type="http://schemas.openxmlformats.org/officeDocument/2006/relationships/oleObject" Target="../embeddings/oleObject47.bin"/><Relationship Id="rId38" Type="http://schemas.openxmlformats.org/officeDocument/2006/relationships/image" Target="../media/image49.e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8.wmf"/><Relationship Id="rId20" Type="http://schemas.openxmlformats.org/officeDocument/2006/relationships/image" Target="../media/image40.wmf"/><Relationship Id="rId29" Type="http://schemas.openxmlformats.org/officeDocument/2006/relationships/oleObject" Target="../embeddings/oleObject45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36.bin"/><Relationship Id="rId24" Type="http://schemas.openxmlformats.org/officeDocument/2006/relationships/image" Target="../media/image42.wmf"/><Relationship Id="rId32" Type="http://schemas.openxmlformats.org/officeDocument/2006/relationships/image" Target="../media/image46.wmf"/><Relationship Id="rId37" Type="http://schemas.openxmlformats.org/officeDocument/2006/relationships/oleObject" Target="../embeddings/oleObject49.bin"/><Relationship Id="rId40" Type="http://schemas.openxmlformats.org/officeDocument/2006/relationships/image" Target="../media/image50.emf"/><Relationship Id="rId5" Type="http://schemas.openxmlformats.org/officeDocument/2006/relationships/oleObject" Target="../embeddings/oleObject33.bin"/><Relationship Id="rId15" Type="http://schemas.openxmlformats.org/officeDocument/2006/relationships/oleObject" Target="../embeddings/oleObject38.bin"/><Relationship Id="rId23" Type="http://schemas.openxmlformats.org/officeDocument/2006/relationships/oleObject" Target="../embeddings/oleObject42.bin"/><Relationship Id="rId28" Type="http://schemas.openxmlformats.org/officeDocument/2006/relationships/image" Target="../media/image44.wmf"/><Relationship Id="rId36" Type="http://schemas.openxmlformats.org/officeDocument/2006/relationships/image" Target="../media/image48.emf"/><Relationship Id="rId10" Type="http://schemas.openxmlformats.org/officeDocument/2006/relationships/image" Target="../media/image35.wmf"/><Relationship Id="rId19" Type="http://schemas.openxmlformats.org/officeDocument/2006/relationships/oleObject" Target="../embeddings/oleObject40.bin"/><Relationship Id="rId31" Type="http://schemas.openxmlformats.org/officeDocument/2006/relationships/oleObject" Target="../embeddings/oleObject46.bin"/><Relationship Id="rId4" Type="http://schemas.openxmlformats.org/officeDocument/2006/relationships/image" Target="../media/image32.wmf"/><Relationship Id="rId9" Type="http://schemas.openxmlformats.org/officeDocument/2006/relationships/oleObject" Target="../embeddings/oleObject35.bin"/><Relationship Id="rId14" Type="http://schemas.openxmlformats.org/officeDocument/2006/relationships/image" Target="../media/image37.wmf"/><Relationship Id="rId22" Type="http://schemas.openxmlformats.org/officeDocument/2006/relationships/image" Target="../media/image41.wmf"/><Relationship Id="rId27" Type="http://schemas.openxmlformats.org/officeDocument/2006/relationships/oleObject" Target="../embeddings/oleObject44.bin"/><Relationship Id="rId30" Type="http://schemas.openxmlformats.org/officeDocument/2006/relationships/image" Target="../media/image45.wmf"/><Relationship Id="rId35" Type="http://schemas.openxmlformats.org/officeDocument/2006/relationships/oleObject" Target="../embeddings/oleObject48.bin"/><Relationship Id="rId8" Type="http://schemas.openxmlformats.org/officeDocument/2006/relationships/image" Target="../media/image34.wmf"/><Relationship Id="rId3" Type="http://schemas.openxmlformats.org/officeDocument/2006/relationships/oleObject" Target="../embeddings/oleObject32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6.bin"/><Relationship Id="rId18" Type="http://schemas.openxmlformats.org/officeDocument/2006/relationships/image" Target="../media/image58.wmf"/><Relationship Id="rId3" Type="http://schemas.openxmlformats.org/officeDocument/2006/relationships/oleObject" Target="../embeddings/oleObject51.bin"/><Relationship Id="rId21" Type="http://schemas.openxmlformats.org/officeDocument/2006/relationships/oleObject" Target="../embeddings/oleObject6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55.wmf"/><Relationship Id="rId17" Type="http://schemas.openxmlformats.org/officeDocument/2006/relationships/oleObject" Target="../embeddings/oleObject58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7.wmf"/><Relationship Id="rId20" Type="http://schemas.openxmlformats.org/officeDocument/2006/relationships/oleObject" Target="../embeddings/oleObject60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5" Type="http://schemas.openxmlformats.org/officeDocument/2006/relationships/oleObject" Target="../embeddings/oleObject57.bin"/><Relationship Id="rId10" Type="http://schemas.openxmlformats.org/officeDocument/2006/relationships/image" Target="../media/image54.wmf"/><Relationship Id="rId19" Type="http://schemas.openxmlformats.org/officeDocument/2006/relationships/oleObject" Target="../embeddings/oleObject59.bin"/><Relationship Id="rId4" Type="http://schemas.openxmlformats.org/officeDocument/2006/relationships/image" Target="../media/image51.wmf"/><Relationship Id="rId9" Type="http://schemas.openxmlformats.org/officeDocument/2006/relationships/oleObject" Target="../embeddings/oleObject54.bin"/><Relationship Id="rId14" Type="http://schemas.openxmlformats.org/officeDocument/2006/relationships/image" Target="../media/image56.wmf"/><Relationship Id="rId22" Type="http://schemas.openxmlformats.org/officeDocument/2006/relationships/oleObject" Target="../embeddings/oleObject62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2.wmf"/><Relationship Id="rId4" Type="http://schemas.openxmlformats.org/officeDocument/2006/relationships/image" Target="../media/image59.wmf"/><Relationship Id="rId9" Type="http://schemas.openxmlformats.org/officeDocument/2006/relationships/oleObject" Target="../embeddings/oleObject66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67.wmf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64.wmf"/><Relationship Id="rId12" Type="http://schemas.openxmlformats.org/officeDocument/2006/relationships/oleObject" Target="../embeddings/oleObject71.bin"/><Relationship Id="rId2" Type="http://schemas.openxmlformats.org/officeDocument/2006/relationships/tags" Target="../tags/tag1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5" Type="http://schemas.openxmlformats.org/officeDocument/2006/relationships/image" Target="../media/image68.wmf"/><Relationship Id="rId10" Type="http://schemas.openxmlformats.org/officeDocument/2006/relationships/oleObject" Target="../embeddings/oleObject70.bin"/><Relationship Id="rId4" Type="http://schemas.openxmlformats.org/officeDocument/2006/relationships/oleObject" Target="../embeddings/oleObject67.bin"/><Relationship Id="rId9" Type="http://schemas.openxmlformats.org/officeDocument/2006/relationships/image" Target="../media/image65.wmf"/><Relationship Id="rId14" Type="http://schemas.openxmlformats.org/officeDocument/2006/relationships/oleObject" Target="../embeddings/oleObject72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73.wmf"/><Relationship Id="rId3" Type="http://schemas.openxmlformats.org/officeDocument/2006/relationships/image" Target="../media/image75.jpeg"/><Relationship Id="rId7" Type="http://schemas.openxmlformats.org/officeDocument/2006/relationships/image" Target="../media/image70.wmf"/><Relationship Id="rId12" Type="http://schemas.openxmlformats.org/officeDocument/2006/relationships/oleObject" Target="../embeddings/oleObject7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72.wmf"/><Relationship Id="rId5" Type="http://schemas.openxmlformats.org/officeDocument/2006/relationships/image" Target="../media/image69.wmf"/><Relationship Id="rId15" Type="http://schemas.openxmlformats.org/officeDocument/2006/relationships/image" Target="../media/image74.wmf"/><Relationship Id="rId10" Type="http://schemas.openxmlformats.org/officeDocument/2006/relationships/oleObject" Target="../embeddings/oleObject76.bin"/><Relationship Id="rId4" Type="http://schemas.openxmlformats.org/officeDocument/2006/relationships/oleObject" Target="../embeddings/oleObject73.bin"/><Relationship Id="rId9" Type="http://schemas.openxmlformats.org/officeDocument/2006/relationships/image" Target="../media/image71.wmf"/><Relationship Id="rId14" Type="http://schemas.openxmlformats.org/officeDocument/2006/relationships/oleObject" Target="../embeddings/oleObject78.bin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w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9" Type="http://schemas.openxmlformats.org/officeDocument/2006/relationships/image" Target="../media/image56.wmf"/><Relationship Id="rId21" Type="http://schemas.openxmlformats.org/officeDocument/2006/relationships/image" Target="../media/image84.wmf"/><Relationship Id="rId34" Type="http://schemas.openxmlformats.org/officeDocument/2006/relationships/oleObject" Target="../embeddings/oleObject94.bin"/><Relationship Id="rId7" Type="http://schemas.openxmlformats.org/officeDocument/2006/relationships/image" Target="../media/image77.w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2.wmf"/><Relationship Id="rId25" Type="http://schemas.openxmlformats.org/officeDocument/2006/relationships/image" Target="../media/image86.wmf"/><Relationship Id="rId33" Type="http://schemas.openxmlformats.org/officeDocument/2006/relationships/image" Target="../media/image90.emf"/><Relationship Id="rId38" Type="http://schemas.openxmlformats.org/officeDocument/2006/relationships/oleObject" Target="../embeddings/oleObject96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29" Type="http://schemas.openxmlformats.org/officeDocument/2006/relationships/image" Target="../media/image88.wmf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79.wmf"/><Relationship Id="rId24" Type="http://schemas.openxmlformats.org/officeDocument/2006/relationships/oleObject" Target="../embeddings/oleObject89.bin"/><Relationship Id="rId32" Type="http://schemas.openxmlformats.org/officeDocument/2006/relationships/oleObject" Target="../embeddings/oleObject93.bin"/><Relationship Id="rId37" Type="http://schemas.openxmlformats.org/officeDocument/2006/relationships/image" Target="../media/image92.png"/><Relationship Id="rId5" Type="http://schemas.openxmlformats.org/officeDocument/2006/relationships/image" Target="../media/image76.wmf"/><Relationship Id="rId15" Type="http://schemas.openxmlformats.org/officeDocument/2006/relationships/image" Target="../media/image81.wmf"/><Relationship Id="rId23" Type="http://schemas.openxmlformats.org/officeDocument/2006/relationships/image" Target="../media/image85.wmf"/><Relationship Id="rId28" Type="http://schemas.openxmlformats.org/officeDocument/2006/relationships/oleObject" Target="../embeddings/oleObject91.bin"/><Relationship Id="rId36" Type="http://schemas.openxmlformats.org/officeDocument/2006/relationships/oleObject" Target="../embeddings/oleObject95.bin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3.wmf"/><Relationship Id="rId31" Type="http://schemas.openxmlformats.org/officeDocument/2006/relationships/image" Target="../media/image89.w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78.w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87.wmf"/><Relationship Id="rId30" Type="http://schemas.openxmlformats.org/officeDocument/2006/relationships/oleObject" Target="../embeddings/oleObject92.bin"/><Relationship Id="rId35" Type="http://schemas.openxmlformats.org/officeDocument/2006/relationships/image" Target="../media/image91.wmf"/><Relationship Id="rId8" Type="http://schemas.openxmlformats.org/officeDocument/2006/relationships/oleObject" Target="../embeddings/oleObject81.bin"/><Relationship Id="rId3" Type="http://schemas.openxmlformats.org/officeDocument/2006/relationships/image" Target="../media/image75.jpe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9.bin"/><Relationship Id="rId13" Type="http://schemas.openxmlformats.org/officeDocument/2006/relationships/image" Target="../media/image96.wmf"/><Relationship Id="rId18" Type="http://schemas.openxmlformats.org/officeDocument/2006/relationships/oleObject" Target="../embeddings/oleObject104.bin"/><Relationship Id="rId3" Type="http://schemas.openxmlformats.org/officeDocument/2006/relationships/image" Target="../media/image75.jpeg"/><Relationship Id="rId7" Type="http://schemas.openxmlformats.org/officeDocument/2006/relationships/image" Target="../media/image93.wmf"/><Relationship Id="rId12" Type="http://schemas.openxmlformats.org/officeDocument/2006/relationships/oleObject" Target="../embeddings/oleObject101.bin"/><Relationship Id="rId17" Type="http://schemas.openxmlformats.org/officeDocument/2006/relationships/image" Target="../media/image9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03.bin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98.bin"/><Relationship Id="rId11" Type="http://schemas.openxmlformats.org/officeDocument/2006/relationships/image" Target="../media/image95.wmf"/><Relationship Id="rId5" Type="http://schemas.openxmlformats.org/officeDocument/2006/relationships/image" Target="../media/image76.wmf"/><Relationship Id="rId15" Type="http://schemas.openxmlformats.org/officeDocument/2006/relationships/image" Target="../media/image97.emf"/><Relationship Id="rId10" Type="http://schemas.openxmlformats.org/officeDocument/2006/relationships/oleObject" Target="../embeddings/oleObject100.bin"/><Relationship Id="rId19" Type="http://schemas.openxmlformats.org/officeDocument/2006/relationships/image" Target="../media/image99.wmf"/><Relationship Id="rId4" Type="http://schemas.openxmlformats.org/officeDocument/2006/relationships/oleObject" Target="../embeddings/oleObject97.bin"/><Relationship Id="rId9" Type="http://schemas.openxmlformats.org/officeDocument/2006/relationships/image" Target="../media/image94.wmf"/><Relationship Id="rId14" Type="http://schemas.openxmlformats.org/officeDocument/2006/relationships/oleObject" Target="../embeddings/oleObject10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10.bin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04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06.e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01.e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5" Type="http://schemas.openxmlformats.org/officeDocument/2006/relationships/oleObject" Target="../embeddings/oleObject111.bin"/><Relationship Id="rId10" Type="http://schemas.openxmlformats.org/officeDocument/2006/relationships/image" Target="../media/image103.wmf"/><Relationship Id="rId4" Type="http://schemas.openxmlformats.org/officeDocument/2006/relationships/image" Target="../media/image100.emf"/><Relationship Id="rId9" Type="http://schemas.openxmlformats.org/officeDocument/2006/relationships/oleObject" Target="../embeddings/oleObject108.bin"/><Relationship Id="rId14" Type="http://schemas.openxmlformats.org/officeDocument/2006/relationships/image" Target="../media/image10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114.wm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111.wmf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1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108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110.wmf"/><Relationship Id="rId19" Type="http://schemas.openxmlformats.org/officeDocument/2006/relationships/image" Target="../media/image115.png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11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13" Type="http://schemas.openxmlformats.org/officeDocument/2006/relationships/oleObject" Target="../embeddings/oleObject125.bin"/><Relationship Id="rId18" Type="http://schemas.openxmlformats.org/officeDocument/2006/relationships/image" Target="../media/image123.wmf"/><Relationship Id="rId3" Type="http://schemas.openxmlformats.org/officeDocument/2006/relationships/oleObject" Target="../embeddings/oleObject120.bin"/><Relationship Id="rId7" Type="http://schemas.openxmlformats.org/officeDocument/2006/relationships/oleObject" Target="../embeddings/oleObject122.bin"/><Relationship Id="rId12" Type="http://schemas.openxmlformats.org/officeDocument/2006/relationships/image" Target="../media/image120.wmf"/><Relationship Id="rId17" Type="http://schemas.openxmlformats.org/officeDocument/2006/relationships/oleObject" Target="../embeddings/oleObject127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22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24.bin"/><Relationship Id="rId5" Type="http://schemas.openxmlformats.org/officeDocument/2006/relationships/oleObject" Target="../embeddings/oleObject121.bin"/><Relationship Id="rId15" Type="http://schemas.openxmlformats.org/officeDocument/2006/relationships/oleObject" Target="../embeddings/oleObject126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23.bin"/><Relationship Id="rId14" Type="http://schemas.openxmlformats.org/officeDocument/2006/relationships/image" Target="../media/image12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wmf"/><Relationship Id="rId13" Type="http://schemas.openxmlformats.org/officeDocument/2006/relationships/oleObject" Target="../embeddings/oleObject133.bin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12" Type="http://schemas.openxmlformats.org/officeDocument/2006/relationships/image" Target="../media/image128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125.emf"/><Relationship Id="rId11" Type="http://schemas.openxmlformats.org/officeDocument/2006/relationships/oleObject" Target="../embeddings/oleObject132.bin"/><Relationship Id="rId5" Type="http://schemas.openxmlformats.org/officeDocument/2006/relationships/oleObject" Target="../embeddings/oleObject129.bin"/><Relationship Id="rId10" Type="http://schemas.openxmlformats.org/officeDocument/2006/relationships/image" Target="../media/image127.wmf"/><Relationship Id="rId4" Type="http://schemas.openxmlformats.org/officeDocument/2006/relationships/image" Target="../media/image124.wmf"/><Relationship Id="rId9" Type="http://schemas.openxmlformats.org/officeDocument/2006/relationships/oleObject" Target="../embeddings/oleObject131.bin"/><Relationship Id="rId14" Type="http://schemas.openxmlformats.org/officeDocument/2006/relationships/image" Target="../media/image129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13" Type="http://schemas.openxmlformats.org/officeDocument/2006/relationships/oleObject" Target="../embeddings/oleObject139.bin"/><Relationship Id="rId18" Type="http://schemas.openxmlformats.org/officeDocument/2006/relationships/image" Target="../media/image133.wmf"/><Relationship Id="rId26" Type="http://schemas.openxmlformats.org/officeDocument/2006/relationships/image" Target="../media/image137.wmf"/><Relationship Id="rId3" Type="http://schemas.openxmlformats.org/officeDocument/2006/relationships/oleObject" Target="../embeddings/oleObject134.bin"/><Relationship Id="rId21" Type="http://schemas.openxmlformats.org/officeDocument/2006/relationships/oleObject" Target="../embeddings/oleObject143.bin"/><Relationship Id="rId7" Type="http://schemas.openxmlformats.org/officeDocument/2006/relationships/oleObject" Target="../embeddings/oleObject136.bin"/><Relationship Id="rId12" Type="http://schemas.openxmlformats.org/officeDocument/2006/relationships/image" Target="../media/image129.wmf"/><Relationship Id="rId17" Type="http://schemas.openxmlformats.org/officeDocument/2006/relationships/oleObject" Target="../embeddings/oleObject141.bin"/><Relationship Id="rId25" Type="http://schemas.openxmlformats.org/officeDocument/2006/relationships/oleObject" Target="../embeddings/oleObject14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32.wmf"/><Relationship Id="rId20" Type="http://schemas.openxmlformats.org/officeDocument/2006/relationships/image" Target="../media/image134.emf"/><Relationship Id="rId29" Type="http://schemas.openxmlformats.org/officeDocument/2006/relationships/oleObject" Target="../embeddings/oleObject147.bin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26.wmf"/><Relationship Id="rId11" Type="http://schemas.openxmlformats.org/officeDocument/2006/relationships/oleObject" Target="../embeddings/oleObject138.bin"/><Relationship Id="rId24" Type="http://schemas.openxmlformats.org/officeDocument/2006/relationships/image" Target="../media/image136.wmf"/><Relationship Id="rId5" Type="http://schemas.openxmlformats.org/officeDocument/2006/relationships/oleObject" Target="../embeddings/oleObject135.bin"/><Relationship Id="rId15" Type="http://schemas.openxmlformats.org/officeDocument/2006/relationships/oleObject" Target="../embeddings/oleObject140.bin"/><Relationship Id="rId23" Type="http://schemas.openxmlformats.org/officeDocument/2006/relationships/oleObject" Target="../embeddings/oleObject144.bin"/><Relationship Id="rId28" Type="http://schemas.openxmlformats.org/officeDocument/2006/relationships/image" Target="../media/image138.wmf"/><Relationship Id="rId10" Type="http://schemas.openxmlformats.org/officeDocument/2006/relationships/image" Target="../media/image128.wmf"/><Relationship Id="rId19" Type="http://schemas.openxmlformats.org/officeDocument/2006/relationships/oleObject" Target="../embeddings/oleObject142.bin"/><Relationship Id="rId4" Type="http://schemas.openxmlformats.org/officeDocument/2006/relationships/image" Target="../media/image130.emf"/><Relationship Id="rId9" Type="http://schemas.openxmlformats.org/officeDocument/2006/relationships/oleObject" Target="../embeddings/oleObject137.bin"/><Relationship Id="rId14" Type="http://schemas.openxmlformats.org/officeDocument/2006/relationships/image" Target="../media/image131.wmf"/><Relationship Id="rId22" Type="http://schemas.openxmlformats.org/officeDocument/2006/relationships/image" Target="../media/image135.emf"/><Relationship Id="rId27" Type="http://schemas.openxmlformats.org/officeDocument/2006/relationships/oleObject" Target="../embeddings/oleObject146.bin"/><Relationship Id="rId30" Type="http://schemas.openxmlformats.org/officeDocument/2006/relationships/image" Target="../media/image13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153.bin"/><Relationship Id="rId18" Type="http://schemas.openxmlformats.org/officeDocument/2006/relationships/image" Target="../media/image127.wmf"/><Relationship Id="rId3" Type="http://schemas.openxmlformats.org/officeDocument/2006/relationships/oleObject" Target="../embeddings/oleObject148.bin"/><Relationship Id="rId21" Type="http://schemas.openxmlformats.org/officeDocument/2006/relationships/oleObject" Target="../embeddings/oleObject157.bin"/><Relationship Id="rId7" Type="http://schemas.openxmlformats.org/officeDocument/2006/relationships/oleObject" Target="../embeddings/oleObject150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155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26.wmf"/><Relationship Id="rId20" Type="http://schemas.openxmlformats.org/officeDocument/2006/relationships/image" Target="../media/image146.wmf"/><Relationship Id="rId1" Type="http://schemas.openxmlformats.org/officeDocument/2006/relationships/vmlDrawing" Target="../drawings/vmlDrawing16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152.bin"/><Relationship Id="rId24" Type="http://schemas.openxmlformats.org/officeDocument/2006/relationships/image" Target="../media/image147.wmf"/><Relationship Id="rId5" Type="http://schemas.openxmlformats.org/officeDocument/2006/relationships/oleObject" Target="../embeddings/oleObject149.bin"/><Relationship Id="rId15" Type="http://schemas.openxmlformats.org/officeDocument/2006/relationships/oleObject" Target="../embeddings/oleObject154.bin"/><Relationship Id="rId23" Type="http://schemas.openxmlformats.org/officeDocument/2006/relationships/oleObject" Target="../embeddings/oleObject158.bin"/><Relationship Id="rId10" Type="http://schemas.openxmlformats.org/officeDocument/2006/relationships/image" Target="../media/image143.wmf"/><Relationship Id="rId19" Type="http://schemas.openxmlformats.org/officeDocument/2006/relationships/oleObject" Target="../embeddings/oleObject156.bin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151.bin"/><Relationship Id="rId14" Type="http://schemas.openxmlformats.org/officeDocument/2006/relationships/image" Target="../media/image145.emf"/><Relationship Id="rId22" Type="http://schemas.openxmlformats.org/officeDocument/2006/relationships/image" Target="../media/image129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3" Type="http://schemas.openxmlformats.org/officeDocument/2006/relationships/oleObject" Target="../embeddings/oleObject159.bin"/><Relationship Id="rId7" Type="http://schemas.openxmlformats.org/officeDocument/2006/relationships/oleObject" Target="../embeddings/oleObject16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149.wmf"/><Relationship Id="rId5" Type="http://schemas.openxmlformats.org/officeDocument/2006/relationships/oleObject" Target="../embeddings/oleObject160.bin"/><Relationship Id="rId10" Type="http://schemas.openxmlformats.org/officeDocument/2006/relationships/image" Target="../media/image151.wmf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16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wm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153.wmf"/><Relationship Id="rId5" Type="http://schemas.openxmlformats.org/officeDocument/2006/relationships/oleObject" Target="../embeddings/oleObject164.bin"/><Relationship Id="rId10" Type="http://schemas.openxmlformats.org/officeDocument/2006/relationships/image" Target="../media/image155.wmf"/><Relationship Id="rId4" Type="http://schemas.openxmlformats.org/officeDocument/2006/relationships/image" Target="../media/image152.wmf"/><Relationship Id="rId9" Type="http://schemas.openxmlformats.org/officeDocument/2006/relationships/oleObject" Target="../embeddings/oleObject166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7.bin"/><Relationship Id="rId7" Type="http://schemas.openxmlformats.org/officeDocument/2006/relationships/hyperlink" Target="https://www.bilibili.com/video/BV1FW411m7QP/?spm_id_from=333.337.search-card.all.click" TargetMode="Externa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157.wmf"/><Relationship Id="rId5" Type="http://schemas.openxmlformats.org/officeDocument/2006/relationships/oleObject" Target="../embeddings/oleObject168.bin"/><Relationship Id="rId4" Type="http://schemas.openxmlformats.org/officeDocument/2006/relationships/image" Target="../media/image156.wmf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74.bin"/><Relationship Id="rId18" Type="http://schemas.openxmlformats.org/officeDocument/2006/relationships/image" Target="../media/image165.wmf"/><Relationship Id="rId26" Type="http://schemas.openxmlformats.org/officeDocument/2006/relationships/image" Target="../media/image169.wmf"/><Relationship Id="rId39" Type="http://schemas.openxmlformats.org/officeDocument/2006/relationships/oleObject" Target="../embeddings/oleObject187.bin"/><Relationship Id="rId21" Type="http://schemas.openxmlformats.org/officeDocument/2006/relationships/oleObject" Target="../embeddings/oleObject178.bin"/><Relationship Id="rId34" Type="http://schemas.openxmlformats.org/officeDocument/2006/relationships/image" Target="../media/image173.wmf"/><Relationship Id="rId7" Type="http://schemas.openxmlformats.org/officeDocument/2006/relationships/oleObject" Target="../embeddings/oleObject171.bin"/><Relationship Id="rId12" Type="http://schemas.openxmlformats.org/officeDocument/2006/relationships/image" Target="../media/image162.wmf"/><Relationship Id="rId17" Type="http://schemas.openxmlformats.org/officeDocument/2006/relationships/oleObject" Target="../embeddings/oleObject176.bin"/><Relationship Id="rId25" Type="http://schemas.openxmlformats.org/officeDocument/2006/relationships/oleObject" Target="../embeddings/oleObject180.bin"/><Relationship Id="rId33" Type="http://schemas.openxmlformats.org/officeDocument/2006/relationships/oleObject" Target="../embeddings/oleObject184.bin"/><Relationship Id="rId38" Type="http://schemas.openxmlformats.org/officeDocument/2006/relationships/image" Target="../media/image17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164.wmf"/><Relationship Id="rId20" Type="http://schemas.openxmlformats.org/officeDocument/2006/relationships/image" Target="../media/image166.wmf"/><Relationship Id="rId29" Type="http://schemas.openxmlformats.org/officeDocument/2006/relationships/oleObject" Target="../embeddings/oleObject182.bin"/><Relationship Id="rId1" Type="http://schemas.openxmlformats.org/officeDocument/2006/relationships/vmlDrawing" Target="../drawings/vmlDrawing20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173.bin"/><Relationship Id="rId24" Type="http://schemas.openxmlformats.org/officeDocument/2006/relationships/image" Target="../media/image168.wmf"/><Relationship Id="rId32" Type="http://schemas.openxmlformats.org/officeDocument/2006/relationships/image" Target="../media/image172.emf"/><Relationship Id="rId37" Type="http://schemas.openxmlformats.org/officeDocument/2006/relationships/oleObject" Target="../embeddings/oleObject186.bin"/><Relationship Id="rId40" Type="http://schemas.openxmlformats.org/officeDocument/2006/relationships/image" Target="../media/image176.emf"/><Relationship Id="rId5" Type="http://schemas.openxmlformats.org/officeDocument/2006/relationships/oleObject" Target="../embeddings/oleObject170.bin"/><Relationship Id="rId15" Type="http://schemas.openxmlformats.org/officeDocument/2006/relationships/oleObject" Target="../embeddings/oleObject175.bin"/><Relationship Id="rId23" Type="http://schemas.openxmlformats.org/officeDocument/2006/relationships/oleObject" Target="../embeddings/oleObject179.bin"/><Relationship Id="rId28" Type="http://schemas.openxmlformats.org/officeDocument/2006/relationships/image" Target="../media/image170.wmf"/><Relationship Id="rId36" Type="http://schemas.openxmlformats.org/officeDocument/2006/relationships/image" Target="../media/image174.wmf"/><Relationship Id="rId10" Type="http://schemas.openxmlformats.org/officeDocument/2006/relationships/image" Target="../media/image161.wmf"/><Relationship Id="rId19" Type="http://schemas.openxmlformats.org/officeDocument/2006/relationships/oleObject" Target="../embeddings/oleObject177.bin"/><Relationship Id="rId31" Type="http://schemas.openxmlformats.org/officeDocument/2006/relationships/oleObject" Target="../embeddings/oleObject183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72.bin"/><Relationship Id="rId14" Type="http://schemas.openxmlformats.org/officeDocument/2006/relationships/image" Target="../media/image163.emf"/><Relationship Id="rId22" Type="http://schemas.openxmlformats.org/officeDocument/2006/relationships/image" Target="../media/image167.wmf"/><Relationship Id="rId27" Type="http://schemas.openxmlformats.org/officeDocument/2006/relationships/oleObject" Target="../embeddings/oleObject181.bin"/><Relationship Id="rId30" Type="http://schemas.openxmlformats.org/officeDocument/2006/relationships/image" Target="../media/image171.wmf"/><Relationship Id="rId35" Type="http://schemas.openxmlformats.org/officeDocument/2006/relationships/oleObject" Target="../embeddings/oleObject185.bin"/><Relationship Id="rId8" Type="http://schemas.openxmlformats.org/officeDocument/2006/relationships/image" Target="../media/image160.wmf"/><Relationship Id="rId3" Type="http://schemas.openxmlformats.org/officeDocument/2006/relationships/oleObject" Target="../embeddings/oleObject169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0.bin"/><Relationship Id="rId13" Type="http://schemas.openxmlformats.org/officeDocument/2006/relationships/image" Target="../media/image25.wmf"/><Relationship Id="rId18" Type="http://schemas.openxmlformats.org/officeDocument/2006/relationships/oleObject" Target="../embeddings/oleObject195.bin"/><Relationship Id="rId26" Type="http://schemas.openxmlformats.org/officeDocument/2006/relationships/oleObject" Target="../embeddings/oleObject199.bin"/><Relationship Id="rId3" Type="http://schemas.openxmlformats.org/officeDocument/2006/relationships/image" Target="../media/image180.png"/><Relationship Id="rId21" Type="http://schemas.openxmlformats.org/officeDocument/2006/relationships/image" Target="../media/image31.wmf"/><Relationship Id="rId7" Type="http://schemas.openxmlformats.org/officeDocument/2006/relationships/image" Target="../media/image178.wmf"/><Relationship Id="rId12" Type="http://schemas.openxmlformats.org/officeDocument/2006/relationships/oleObject" Target="../embeddings/oleObject192.bin"/><Relationship Id="rId17" Type="http://schemas.openxmlformats.org/officeDocument/2006/relationships/image" Target="../media/image27.wmf"/><Relationship Id="rId25" Type="http://schemas.openxmlformats.org/officeDocument/2006/relationships/image" Target="../media/image33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94.bin"/><Relationship Id="rId20" Type="http://schemas.openxmlformats.org/officeDocument/2006/relationships/oleObject" Target="../embeddings/oleObject196.bin"/><Relationship Id="rId29" Type="http://schemas.openxmlformats.org/officeDocument/2006/relationships/image" Target="../media/image35.wmf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189.bin"/><Relationship Id="rId11" Type="http://schemas.openxmlformats.org/officeDocument/2006/relationships/image" Target="../media/image24.wmf"/><Relationship Id="rId24" Type="http://schemas.openxmlformats.org/officeDocument/2006/relationships/oleObject" Target="../embeddings/oleObject198.bin"/><Relationship Id="rId5" Type="http://schemas.openxmlformats.org/officeDocument/2006/relationships/image" Target="../media/image177.wmf"/><Relationship Id="rId15" Type="http://schemas.openxmlformats.org/officeDocument/2006/relationships/image" Target="../media/image26.wmf"/><Relationship Id="rId23" Type="http://schemas.openxmlformats.org/officeDocument/2006/relationships/image" Target="../media/image32.wmf"/><Relationship Id="rId28" Type="http://schemas.openxmlformats.org/officeDocument/2006/relationships/oleObject" Target="../embeddings/oleObject200.bin"/><Relationship Id="rId10" Type="http://schemas.openxmlformats.org/officeDocument/2006/relationships/oleObject" Target="../embeddings/oleObject191.bin"/><Relationship Id="rId19" Type="http://schemas.openxmlformats.org/officeDocument/2006/relationships/image" Target="../media/image29.wmf"/><Relationship Id="rId31" Type="http://schemas.openxmlformats.org/officeDocument/2006/relationships/image" Target="../media/image179.wmf"/><Relationship Id="rId4" Type="http://schemas.openxmlformats.org/officeDocument/2006/relationships/oleObject" Target="../embeddings/oleObject188.bin"/><Relationship Id="rId9" Type="http://schemas.openxmlformats.org/officeDocument/2006/relationships/image" Target="../media/image23.wmf"/><Relationship Id="rId14" Type="http://schemas.openxmlformats.org/officeDocument/2006/relationships/oleObject" Target="../embeddings/oleObject193.bin"/><Relationship Id="rId22" Type="http://schemas.openxmlformats.org/officeDocument/2006/relationships/oleObject" Target="../embeddings/oleObject197.bin"/><Relationship Id="rId27" Type="http://schemas.openxmlformats.org/officeDocument/2006/relationships/image" Target="../media/image34.wmf"/><Relationship Id="rId30" Type="http://schemas.openxmlformats.org/officeDocument/2006/relationships/oleObject" Target="../embeddings/oleObject20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2">
            <a:extLst>
              <a:ext uri="{FF2B5EF4-FFF2-40B4-BE49-F238E27FC236}">
                <a16:creationId xmlns:a16="http://schemas.microsoft.com/office/drawing/2014/main" id="{6A53F943-9A39-4F18-843E-E1DE2F7C84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833438"/>
            <a:ext cx="91440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latin typeface="宋体" panose="02010600030101010101" pitchFamily="2" charset="-122"/>
              </a:rPr>
              <a:t>麦克斯韦方程组</a:t>
            </a:r>
          </a:p>
        </p:txBody>
      </p:sp>
      <p:sp>
        <p:nvSpPr>
          <p:cNvPr id="81923" name="Text Box 3">
            <a:extLst>
              <a:ext uri="{FF2B5EF4-FFF2-40B4-BE49-F238E27FC236}">
                <a16:creationId xmlns:a16="http://schemas.microsoft.com/office/drawing/2014/main" id="{023C8F8D-38F2-4D92-8DCB-419E2ED3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7100" y="2417763"/>
            <a:ext cx="53260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节  位移电流</a:t>
            </a:r>
          </a:p>
        </p:txBody>
      </p:sp>
      <p:sp>
        <p:nvSpPr>
          <p:cNvPr id="81925" name="Text Box 5">
            <a:extLst>
              <a:ext uri="{FF2B5EF4-FFF2-40B4-BE49-F238E27FC236}">
                <a16:creationId xmlns:a16="http://schemas.microsoft.com/office/drawing/2014/main" id="{4AE48D68-8E99-4CA6-8DBA-C495E69C7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3209925"/>
            <a:ext cx="55451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节 麦克斯韦方程组</a:t>
            </a:r>
          </a:p>
        </p:txBody>
      </p:sp>
      <p:sp>
        <p:nvSpPr>
          <p:cNvPr id="81926" name="Text Box 6">
            <a:extLst>
              <a:ext uri="{FF2B5EF4-FFF2-40B4-BE49-F238E27FC236}">
                <a16:creationId xmlns:a16="http://schemas.microsoft.com/office/drawing/2014/main" id="{1AF3ED95-9CA3-41D3-A41E-7D3A84DAF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1409700"/>
            <a:ext cx="6119812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Maxwell’s Equations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819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25"/>
                            </p:stCondLst>
                            <p:childTnLst>
                              <p:par>
                                <p:cTn id="10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" dur="500"/>
                                        <p:tgtEl>
                                          <p:spTgt spid="819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4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1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1525"/>
                            </p:stCondLst>
                            <p:childTnLst>
                              <p:par>
                                <p:cTn id="2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19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autoUpdateAnimBg="0"/>
      <p:bldP spid="81923" grpId="0"/>
      <p:bldP spid="81925" grpId="0"/>
      <p:bldP spid="819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AutoShape 2">
            <a:extLst>
              <a:ext uri="{FF2B5EF4-FFF2-40B4-BE49-F238E27FC236}">
                <a16:creationId xmlns:a16="http://schemas.microsoft.com/office/drawing/2014/main" id="{9F3BB05C-A960-4AE9-BFC3-CE021C3591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738" y="2281238"/>
            <a:ext cx="1581150" cy="1997075"/>
          </a:xfrm>
          <a:prstGeom prst="wedgeRectCallout">
            <a:avLst>
              <a:gd name="adj1" fmla="val 4819"/>
              <a:gd name="adj2" fmla="val 77218"/>
            </a:avLst>
          </a:prstGeom>
          <a:solidFill>
            <a:srgbClr val="CCFFCC"/>
          </a:solidFill>
          <a:ln w="19050">
            <a:solidFill>
              <a:srgbClr val="FF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 sz="2585"/>
          </a:p>
        </p:txBody>
      </p:sp>
      <p:sp>
        <p:nvSpPr>
          <p:cNvPr id="149508" name="Text Box 4">
            <a:extLst>
              <a:ext uri="{FF2B5EF4-FFF2-40B4-BE49-F238E27FC236}">
                <a16:creationId xmlns:a16="http://schemas.microsoft.com/office/drawing/2014/main" id="{BA889FF9-EFE5-4832-AA7F-D4480F0AC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425" y="2414588"/>
            <a:ext cx="1323975" cy="490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>
                <a:solidFill>
                  <a:srgbClr val="660033"/>
                </a:solidFill>
              </a:rPr>
              <a:t> </a:t>
            </a:r>
            <a:r>
              <a:rPr lang="zh-CN" altLang="en-US" sz="2585">
                <a:solidFill>
                  <a:srgbClr val="660033"/>
                </a:solidFill>
              </a:rPr>
              <a:t>静电场</a:t>
            </a:r>
          </a:p>
        </p:txBody>
      </p:sp>
      <p:sp>
        <p:nvSpPr>
          <p:cNvPr id="149509" name="AutoShape 5">
            <a:extLst>
              <a:ext uri="{FF2B5EF4-FFF2-40B4-BE49-F238E27FC236}">
                <a16:creationId xmlns:a16="http://schemas.microsoft.com/office/drawing/2014/main" id="{6B7765FC-925D-4CE1-AB3B-514441372A8B}"/>
              </a:ext>
            </a:extLst>
          </p:cNvPr>
          <p:cNvSpPr>
            <a:spLocks/>
          </p:cNvSpPr>
          <p:nvPr/>
        </p:nvSpPr>
        <p:spPr bwMode="auto">
          <a:xfrm>
            <a:off x="1905000" y="2233613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zh-CN" sz="2585">
              <a:solidFill>
                <a:schemeClr val="accent2"/>
              </a:solidFill>
            </a:endParaRPr>
          </a:p>
        </p:txBody>
      </p:sp>
      <p:graphicFrame>
        <p:nvGraphicFramePr>
          <p:cNvPr id="149511" name="Object 7">
            <a:extLst>
              <a:ext uri="{FF2B5EF4-FFF2-40B4-BE49-F238E27FC236}">
                <a16:creationId xmlns:a16="http://schemas.microsoft.com/office/drawing/2014/main" id="{A7CD5CFB-8133-4929-99FA-E9ED153E0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2709863"/>
          <a:ext cx="1325562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19" name="公式" r:id="rId3" imgW="571252" imgH="291973" progId="Equation.3">
                  <p:embed/>
                </p:oleObj>
              </mc:Choice>
              <mc:Fallback>
                <p:oleObj name="公式" r:id="rId3" imgW="571252" imgH="29197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709863"/>
                        <a:ext cx="1325562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4" name="Object 10">
            <a:extLst>
              <a:ext uri="{FF2B5EF4-FFF2-40B4-BE49-F238E27FC236}">
                <a16:creationId xmlns:a16="http://schemas.microsoft.com/office/drawing/2014/main" id="{9918F67F-13BB-4651-B533-CF5B2669D9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5038" y="1971675"/>
          <a:ext cx="1766887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" name="公式" r:id="rId5" imgW="787400" imgH="292100" progId="Equation.3">
                  <p:embed/>
                </p:oleObj>
              </mc:Choice>
              <mc:Fallback>
                <p:oleObj name="公式" r:id="rId5" imgW="787400" imgH="292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5038" y="1971675"/>
                        <a:ext cx="1766887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17" name="Object 13">
            <a:extLst>
              <a:ext uri="{FF2B5EF4-FFF2-40B4-BE49-F238E27FC236}">
                <a16:creationId xmlns:a16="http://schemas.microsoft.com/office/drawing/2014/main" id="{D8B320C5-732F-4C65-B0CA-15A5B5980C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82813" y="3305175"/>
          <a:ext cx="1306512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" name="公式" r:id="rId7" imgW="583947" imgH="291973" progId="Equation.3">
                  <p:embed/>
                </p:oleObj>
              </mc:Choice>
              <mc:Fallback>
                <p:oleObj name="公式" r:id="rId7" imgW="583947" imgH="291973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2813" y="3305175"/>
                        <a:ext cx="1306512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9520" name="Object 16">
            <a:extLst>
              <a:ext uri="{FF2B5EF4-FFF2-40B4-BE49-F238E27FC236}">
                <a16:creationId xmlns:a16="http://schemas.microsoft.com/office/drawing/2014/main" id="{1DA67BE4-0B48-4DAC-872D-55243F180C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62175" y="4011613"/>
          <a:ext cx="17954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2" name="公式" r:id="rId9" imgW="799753" imgH="291973" progId="Equation.3">
                  <p:embed/>
                </p:oleObj>
              </mc:Choice>
              <mc:Fallback>
                <p:oleObj name="公式" r:id="rId9" imgW="799753" imgH="29197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4011613"/>
                        <a:ext cx="17954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2" name="Text Box 18">
            <a:extLst>
              <a:ext uri="{FF2B5EF4-FFF2-40B4-BE49-F238E27FC236}">
                <a16:creationId xmlns:a16="http://schemas.microsoft.com/office/drawing/2014/main" id="{413D8475-4DA6-4328-BF79-145D8E624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609975"/>
            <a:ext cx="1585913" cy="490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660033"/>
                </a:solidFill>
              </a:rPr>
              <a:t>稳恒磁场</a:t>
            </a:r>
          </a:p>
        </p:txBody>
      </p:sp>
      <p:graphicFrame>
        <p:nvGraphicFramePr>
          <p:cNvPr id="149525" name="Object 21">
            <a:extLst>
              <a:ext uri="{FF2B5EF4-FFF2-40B4-BE49-F238E27FC236}">
                <a16:creationId xmlns:a16="http://schemas.microsoft.com/office/drawing/2014/main" id="{BAB5562E-1AFA-4996-B956-96D94C88E7C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0188" y="2581275"/>
          <a:ext cx="1944687" cy="695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3" name="公式" r:id="rId11" imgW="1054100" imgH="355600" progId="Equation.3">
                  <p:embed/>
                </p:oleObj>
              </mc:Choice>
              <mc:Fallback>
                <p:oleObj name="公式" r:id="rId11" imgW="1054100" imgH="355600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2581275"/>
                        <a:ext cx="1944687" cy="695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27" name="AutoShape 23">
            <a:extLst>
              <a:ext uri="{FF2B5EF4-FFF2-40B4-BE49-F238E27FC236}">
                <a16:creationId xmlns:a16="http://schemas.microsoft.com/office/drawing/2014/main" id="{8A90488A-AFBD-43B5-83FF-910072EB8C60}"/>
              </a:ext>
            </a:extLst>
          </p:cNvPr>
          <p:cNvSpPr>
            <a:spLocks/>
          </p:cNvSpPr>
          <p:nvPr/>
        </p:nvSpPr>
        <p:spPr bwMode="auto">
          <a:xfrm>
            <a:off x="1909763" y="3438525"/>
            <a:ext cx="228600" cy="914400"/>
          </a:xfrm>
          <a:prstGeom prst="leftBrace">
            <a:avLst>
              <a:gd name="adj1" fmla="val 33333"/>
              <a:gd name="adj2" fmla="val 50000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49528" name="Text Box 24">
            <a:extLst>
              <a:ext uri="{FF2B5EF4-FFF2-40B4-BE49-F238E27FC236}">
                <a16:creationId xmlns:a16="http://schemas.microsoft.com/office/drawing/2014/main" id="{B26A0107-033B-41D7-BC29-39483806EE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1319213"/>
            <a:ext cx="8839200" cy="49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zh-CN" altLang="en-US" sz="2585" dirty="0"/>
              <a:t>静电场、稳恒磁场的普遍规律及推广</a:t>
            </a:r>
          </a:p>
        </p:txBody>
      </p:sp>
      <p:sp>
        <p:nvSpPr>
          <p:cNvPr id="149529" name="AutoShape 25">
            <a:extLst>
              <a:ext uri="{FF2B5EF4-FFF2-40B4-BE49-F238E27FC236}">
                <a16:creationId xmlns:a16="http://schemas.microsoft.com/office/drawing/2014/main" id="{9C2CAE73-918D-4CC8-A8F4-A006BD0D433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29100" y="2162175"/>
            <a:ext cx="901700" cy="209550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49531" name="Object 27">
            <a:extLst>
              <a:ext uri="{FF2B5EF4-FFF2-40B4-BE49-F238E27FC236}">
                <a16:creationId xmlns:a16="http://schemas.microsoft.com/office/drawing/2014/main" id="{F3FF432D-8F0B-404E-8557-7BBC7F78AB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4950" y="1960563"/>
          <a:ext cx="15716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4" name="公式" r:id="rId13" imgW="787400" imgH="292100" progId="Equation.3">
                  <p:embed/>
                </p:oleObj>
              </mc:Choice>
              <mc:Fallback>
                <p:oleObj name="公式" r:id="rId13" imgW="787400" imgH="292100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4950" y="1960563"/>
                        <a:ext cx="15716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33" name="AutoShape 29">
            <a:extLst>
              <a:ext uri="{FF2B5EF4-FFF2-40B4-BE49-F238E27FC236}">
                <a16:creationId xmlns:a16="http://schemas.microsoft.com/office/drawing/2014/main" id="{69A88297-1C83-42E2-B949-2AAA2C11C07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25925" y="2795588"/>
            <a:ext cx="901700" cy="211137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49537" name="AutoShape 33">
            <a:extLst>
              <a:ext uri="{FF2B5EF4-FFF2-40B4-BE49-F238E27FC236}">
                <a16:creationId xmlns:a16="http://schemas.microsoft.com/office/drawing/2014/main" id="{1111C461-2265-48ED-BA04-A96967057A9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11638" y="3489325"/>
            <a:ext cx="901700" cy="211138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149538" name="AutoShape 34">
            <a:extLst>
              <a:ext uri="{FF2B5EF4-FFF2-40B4-BE49-F238E27FC236}">
                <a16:creationId xmlns:a16="http://schemas.microsoft.com/office/drawing/2014/main" id="{7FFC73C6-3212-4A41-8A9F-9B44C59A47F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232275" y="4122738"/>
            <a:ext cx="901700" cy="211137"/>
          </a:xfrm>
          <a:prstGeom prst="rightArrow">
            <a:avLst>
              <a:gd name="adj1" fmla="val 50000"/>
              <a:gd name="adj2" fmla="val 10677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graphicFrame>
        <p:nvGraphicFramePr>
          <p:cNvPr id="149539" name="Object 35">
            <a:extLst>
              <a:ext uri="{FF2B5EF4-FFF2-40B4-BE49-F238E27FC236}">
                <a16:creationId xmlns:a16="http://schemas.microsoft.com/office/drawing/2014/main" id="{7C9ABFFB-2AC5-4339-AC34-B3FB95521A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4600" y="544513"/>
          <a:ext cx="1235075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5" name="Equation" r:id="rId15" imgW="1206500" imgH="381000" progId="Equation.3">
                  <p:embed/>
                </p:oleObj>
              </mc:Choice>
              <mc:Fallback>
                <p:oleObj name="Equation" r:id="rId15" imgW="1206500" imgH="381000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4600" y="544513"/>
                        <a:ext cx="1235075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9540" name="Picture 36" descr="help2">
            <a:extLst>
              <a:ext uri="{FF2B5EF4-FFF2-40B4-BE49-F238E27FC236}">
                <a16:creationId xmlns:a16="http://schemas.microsoft.com/office/drawing/2014/main" id="{A9581E9E-0E82-4190-AAEF-4F16BED6E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3525" y="3902075"/>
            <a:ext cx="67468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9541" name="Group 37">
            <a:extLst>
              <a:ext uri="{FF2B5EF4-FFF2-40B4-BE49-F238E27FC236}">
                <a16:creationId xmlns:a16="http://schemas.microsoft.com/office/drawing/2014/main" id="{7C4AB5AC-4EE9-43F2-8442-A53DF66D33E3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4792663"/>
            <a:ext cx="4230688" cy="511175"/>
            <a:chOff x="528" y="3456"/>
            <a:chExt cx="2736" cy="348"/>
          </a:xfrm>
        </p:grpSpPr>
        <p:sp>
          <p:nvSpPr>
            <p:cNvPr id="5158" name="Text Box 38">
              <a:extLst>
                <a:ext uri="{FF2B5EF4-FFF2-40B4-BE49-F238E27FC236}">
                  <a16:creationId xmlns:a16="http://schemas.microsoft.com/office/drawing/2014/main" id="{E464F35E-941A-42E8-B5AB-6CA0A528B8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470"/>
              <a:ext cx="268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zh-CN" sz="2585"/>
                <a:t>   </a:t>
              </a:r>
              <a:r>
                <a:rPr lang="zh-CN" altLang="en-US" sz="2585"/>
                <a:t>、  随时间变化</a:t>
              </a:r>
            </a:p>
          </p:txBody>
        </p:sp>
        <p:graphicFrame>
          <p:nvGraphicFramePr>
            <p:cNvPr id="4133" name="Object 39">
              <a:extLst>
                <a:ext uri="{FF2B5EF4-FFF2-40B4-BE49-F238E27FC236}">
                  <a16:creationId xmlns:a16="http://schemas.microsoft.com/office/drawing/2014/main" id="{D6A99CC1-6727-4058-A26D-346C2050E7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3456"/>
            <a:ext cx="2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6" name="Equation" r:id="rId18" imgW="209623" imgH="247590" progId="Equation.3">
                    <p:embed/>
                  </p:oleObj>
                </mc:Choice>
                <mc:Fallback>
                  <p:oleObj name="Equation" r:id="rId18" imgW="209623" imgH="247590" progId="Equation.3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456"/>
                          <a:ext cx="2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34" name="Object 40">
              <a:extLst>
                <a:ext uri="{FF2B5EF4-FFF2-40B4-BE49-F238E27FC236}">
                  <a16:creationId xmlns:a16="http://schemas.microsoft.com/office/drawing/2014/main" id="{5D367042-7370-4B6B-B48F-142F431A4D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456"/>
            <a:ext cx="2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7" name="Equation" r:id="rId20" imgW="199898" imgH="247590" progId="Equation.3">
                    <p:embed/>
                  </p:oleObj>
                </mc:Choice>
                <mc:Fallback>
                  <p:oleObj name="Equation" r:id="rId20" imgW="199898" imgH="247590" progId="Equation.3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456"/>
                          <a:ext cx="24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45" name="Line 41">
            <a:extLst>
              <a:ext uri="{FF2B5EF4-FFF2-40B4-BE49-F238E27FC236}">
                <a16:creationId xmlns:a16="http://schemas.microsoft.com/office/drawing/2014/main" id="{3B3924F3-4D4C-4A11-B43C-79B97AC660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49663" y="5046663"/>
            <a:ext cx="1444625" cy="0"/>
          </a:xfrm>
          <a:prstGeom prst="line">
            <a:avLst/>
          </a:prstGeom>
          <a:noFill/>
          <a:ln w="57150">
            <a:solidFill>
              <a:srgbClr val="0066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585"/>
          </a:p>
        </p:txBody>
      </p:sp>
      <p:grpSp>
        <p:nvGrpSpPr>
          <p:cNvPr id="149546" name="Group 42">
            <a:extLst>
              <a:ext uri="{FF2B5EF4-FFF2-40B4-BE49-F238E27FC236}">
                <a16:creationId xmlns:a16="http://schemas.microsoft.com/office/drawing/2014/main" id="{0E0D956C-9B03-41E5-9A28-4A0B4266CDF3}"/>
              </a:ext>
            </a:extLst>
          </p:cNvPr>
          <p:cNvGrpSpPr>
            <a:grpSpLocks/>
          </p:cNvGrpSpPr>
          <p:nvPr/>
        </p:nvGrpSpPr>
        <p:grpSpPr bwMode="auto">
          <a:xfrm>
            <a:off x="320675" y="4811713"/>
            <a:ext cx="4230688" cy="511175"/>
            <a:chOff x="528" y="3456"/>
            <a:chExt cx="2736" cy="348"/>
          </a:xfrm>
        </p:grpSpPr>
        <p:sp>
          <p:nvSpPr>
            <p:cNvPr id="5155" name="Text Box 43">
              <a:extLst>
                <a:ext uri="{FF2B5EF4-FFF2-40B4-BE49-F238E27FC236}">
                  <a16:creationId xmlns:a16="http://schemas.microsoft.com/office/drawing/2014/main" id="{4D463F8C-6F58-4B18-8FAD-215A38051F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3470"/>
              <a:ext cx="2688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50000"/>
                </a:spcBef>
                <a:defRPr/>
              </a:pPr>
              <a:r>
                <a:rPr lang="en-US" altLang="zh-CN" sz="2585"/>
                <a:t>   </a:t>
              </a:r>
              <a:r>
                <a:rPr lang="zh-CN" altLang="en-US" sz="2585"/>
                <a:t>、  不随时间变化</a:t>
              </a:r>
            </a:p>
          </p:txBody>
        </p:sp>
        <p:graphicFrame>
          <p:nvGraphicFramePr>
            <p:cNvPr id="4130" name="Object 44">
              <a:extLst>
                <a:ext uri="{FF2B5EF4-FFF2-40B4-BE49-F238E27FC236}">
                  <a16:creationId xmlns:a16="http://schemas.microsoft.com/office/drawing/2014/main" id="{A3EAE10A-3400-4358-9496-EEC9C9DA65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8" y="3456"/>
            <a:ext cx="260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8" name="Equation" r:id="rId22" imgW="209623" imgH="247590" progId="Equation.3">
                    <p:embed/>
                  </p:oleObj>
                </mc:Choice>
                <mc:Fallback>
                  <p:oleObj name="Equation" r:id="rId22" imgW="209623" imgH="247590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8" y="3456"/>
                          <a:ext cx="260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31" name="Object 45">
              <a:extLst>
                <a:ext uri="{FF2B5EF4-FFF2-40B4-BE49-F238E27FC236}">
                  <a16:creationId xmlns:a16="http://schemas.microsoft.com/office/drawing/2014/main" id="{F9CCB745-A1DD-4FDE-8F0B-8B704D860AE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4" y="3456"/>
            <a:ext cx="248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29" name="Equation" r:id="rId24" imgW="199898" imgH="247590" progId="Equation.3">
                    <p:embed/>
                  </p:oleObj>
                </mc:Choice>
                <mc:Fallback>
                  <p:oleObj name="Equation" r:id="rId24" imgW="199898" imgH="247590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4" y="3456"/>
                          <a:ext cx="248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9550" name="Text Box 46">
            <a:extLst>
              <a:ext uri="{FF2B5EF4-FFF2-40B4-BE49-F238E27FC236}">
                <a16:creationId xmlns:a16="http://schemas.microsoft.com/office/drawing/2014/main" id="{98CA59EE-49CD-45C5-9CF7-647E9715AE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43125" y="5924550"/>
            <a:ext cx="379095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215">
                <a:solidFill>
                  <a:srgbClr val="800000"/>
                </a:solidFill>
              </a:rPr>
              <a:t>那么，如何做？</a:t>
            </a:r>
          </a:p>
        </p:txBody>
      </p:sp>
      <p:sp>
        <p:nvSpPr>
          <p:cNvPr id="149551" name="Text Box 47">
            <a:extLst>
              <a:ext uri="{FF2B5EF4-FFF2-40B4-BE49-F238E27FC236}">
                <a16:creationId xmlns:a16="http://schemas.microsoft.com/office/drawing/2014/main" id="{95D30FDA-7CAE-4AA1-91B4-488095FE76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8" y="4624388"/>
            <a:ext cx="1493837" cy="433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sz="2215"/>
              <a:t>推广</a:t>
            </a:r>
          </a:p>
        </p:txBody>
      </p:sp>
      <p:sp>
        <p:nvSpPr>
          <p:cNvPr id="149552" name="Rectangle 48">
            <a:extLst>
              <a:ext uri="{FF2B5EF4-FFF2-40B4-BE49-F238E27FC236}">
                <a16:creationId xmlns:a16="http://schemas.microsoft.com/office/drawing/2014/main" id="{0C112B87-15B0-4B8E-B647-A0DDBE54D2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5514975"/>
            <a:ext cx="833278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585"/>
              <a:t>麦克斯韦完成了此推广，得到了</a:t>
            </a:r>
            <a:r>
              <a:rPr lang="zh-CN" altLang="en-US" sz="2585">
                <a:solidFill>
                  <a:srgbClr val="660033"/>
                </a:solidFill>
              </a:rPr>
              <a:t>麦克斯韦</a:t>
            </a:r>
            <a:r>
              <a:rPr lang="zh-CN" altLang="en-US" sz="2585">
                <a:solidFill>
                  <a:srgbClr val="660033"/>
                </a:solidFill>
                <a:latin typeface="宋体" panose="02010600030101010101" pitchFamily="2" charset="-122"/>
              </a:rPr>
              <a:t>方程组</a:t>
            </a:r>
            <a:r>
              <a:rPr lang="zh-CN" altLang="en-US" sz="2585">
                <a:latin typeface="宋体" panose="02010600030101010101" pitchFamily="2" charset="-122"/>
              </a:rPr>
              <a:t>。</a:t>
            </a:r>
          </a:p>
        </p:txBody>
      </p:sp>
      <p:graphicFrame>
        <p:nvGraphicFramePr>
          <p:cNvPr id="149555" name="Object 51">
            <a:extLst>
              <a:ext uri="{FF2B5EF4-FFF2-40B4-BE49-F238E27FC236}">
                <a16:creationId xmlns:a16="http://schemas.microsoft.com/office/drawing/2014/main" id="{613C3C4B-08F0-4273-A494-F0B19AB8E7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54625" y="3322638"/>
          <a:ext cx="1306513" cy="601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0" name="公式" r:id="rId26" imgW="583947" imgH="291973" progId="Equation.3">
                  <p:embed/>
                </p:oleObj>
              </mc:Choice>
              <mc:Fallback>
                <p:oleObj name="公式" r:id="rId26" imgW="583947" imgH="291973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4625" y="3322638"/>
                        <a:ext cx="1306513" cy="601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9558" name="Group 54">
            <a:extLst>
              <a:ext uri="{FF2B5EF4-FFF2-40B4-BE49-F238E27FC236}">
                <a16:creationId xmlns:a16="http://schemas.microsoft.com/office/drawing/2014/main" id="{7DFBC602-BF4B-4B18-BAAD-A94A3B63711D}"/>
              </a:ext>
            </a:extLst>
          </p:cNvPr>
          <p:cNvGrpSpPr>
            <a:grpSpLocks/>
          </p:cNvGrpSpPr>
          <p:nvPr/>
        </p:nvGrpSpPr>
        <p:grpSpPr bwMode="auto">
          <a:xfrm>
            <a:off x="7653338" y="920750"/>
            <a:ext cx="955675" cy="715963"/>
            <a:chOff x="5153" y="1996"/>
            <a:chExt cx="652" cy="489"/>
          </a:xfrm>
        </p:grpSpPr>
        <p:graphicFrame>
          <p:nvGraphicFramePr>
            <p:cNvPr id="4127" name="Object 52">
              <a:extLst>
                <a:ext uri="{FF2B5EF4-FFF2-40B4-BE49-F238E27FC236}">
                  <a16:creationId xmlns:a16="http://schemas.microsoft.com/office/drawing/2014/main" id="{76698317-B4CC-4C39-AA84-03BC1A8E014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06" y="2257"/>
            <a:ext cx="186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1" name="公式" r:id="rId28" imgW="152268" imgH="164957" progId="Equation.3">
                    <p:embed/>
                  </p:oleObj>
                </mc:Choice>
                <mc:Fallback>
                  <p:oleObj name="公式" r:id="rId28" imgW="152268" imgH="164957" progId="Equation.3">
                    <p:embed/>
                    <p:pic>
                      <p:nvPicPr>
                        <p:cNvPr id="0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06" y="2257"/>
                          <a:ext cx="186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8" name="Object 53">
              <a:extLst>
                <a:ext uri="{FF2B5EF4-FFF2-40B4-BE49-F238E27FC236}">
                  <a16:creationId xmlns:a16="http://schemas.microsoft.com/office/drawing/2014/main" id="{B45894E4-5142-41E1-AAA3-820406B8E1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53" y="1996"/>
            <a:ext cx="652" cy="4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232" name="公式" r:id="rId30" imgW="508000" imgH="381000" progId="Equation.3">
                    <p:embed/>
                  </p:oleObj>
                </mc:Choice>
                <mc:Fallback>
                  <p:oleObj name="公式" r:id="rId30" imgW="508000" imgH="381000" progId="Equation.3">
                    <p:embed/>
                    <p:pic>
                      <p:nvPicPr>
                        <p:cNvPr id="0" name="Object 5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3" y="1996"/>
                          <a:ext cx="652" cy="4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51" name="Rectangle 55">
            <a:hlinkClick r:id="" action="ppaction://macro?name=TimerOnOff"/>
            <a:extLst>
              <a:ext uri="{FF2B5EF4-FFF2-40B4-BE49-F238E27FC236}">
                <a16:creationId xmlns:a16="http://schemas.microsoft.com/office/drawing/2014/main" id="{BBEA94FE-5BC9-48E0-812D-9E7F60F0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4125" name="AutoShape 88">
            <a:extLst>
              <a:ext uri="{FF2B5EF4-FFF2-40B4-BE49-F238E27FC236}">
                <a16:creationId xmlns:a16="http://schemas.microsoft.com/office/drawing/2014/main" id="{84D97DBA-EB6D-4204-B459-7752BC91B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5913"/>
            <a:ext cx="2016125" cy="936625"/>
          </a:xfrm>
          <a:prstGeom prst="doubleWave">
            <a:avLst>
              <a:gd name="adj1" fmla="val 6500"/>
              <a:gd name="adj2" fmla="val 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126" name="Text Box 3">
            <a:extLst>
              <a:ext uri="{FF2B5EF4-FFF2-40B4-BE49-F238E27FC236}">
                <a16:creationId xmlns:a16="http://schemas.microsoft.com/office/drawing/2014/main" id="{A90F6972-7E56-4F67-905A-9F6B6FBC55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6400"/>
            <a:ext cx="3278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0066"/>
                </a:solidFill>
                <a:ea typeface="隶书" panose="02010509060101010101" pitchFamily="49" charset="-122"/>
              </a:rPr>
              <a:t>  </a:t>
            </a:r>
            <a:r>
              <a:rPr lang="zh-CN" altLang="en-US" sz="4000">
                <a:solidFill>
                  <a:srgbClr val="FF0066"/>
                </a:solidFill>
                <a:ea typeface="隶书" panose="02010509060101010101" pitchFamily="49" charset="-122"/>
              </a:rPr>
              <a:t>引言：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9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95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49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9" dur="500"/>
                                        <p:tgtEl>
                                          <p:spTgt spid="149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49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9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95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149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49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149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495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9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2" dur="500"/>
                                        <p:tgtEl>
                                          <p:spTgt spid="149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" presetClass="entr" presetSubtype="0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49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149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49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49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495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500"/>
                                        <p:tgtEl>
                                          <p:spTgt spid="149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495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0" fill="hold"/>
                                        <p:tgtEl>
                                          <p:spTgt spid="1495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06" grpId="0" animBg="1" autoUpdateAnimBg="0"/>
      <p:bldP spid="149508" grpId="0" autoUpdateAnimBg="0"/>
      <p:bldP spid="149509" grpId="0" animBg="1" autoUpdateAnimBg="0"/>
      <p:bldP spid="149522" grpId="0" autoUpdateAnimBg="0"/>
      <p:bldP spid="149527" grpId="0" animBg="1"/>
      <p:bldP spid="149528" grpId="0" autoUpdateAnimBg="0"/>
      <p:bldP spid="149529" grpId="0" animBg="1"/>
      <p:bldP spid="149533" grpId="0" animBg="1"/>
      <p:bldP spid="149537" grpId="0" animBg="1"/>
      <p:bldP spid="149538" grpId="0" animBg="1"/>
      <p:bldP spid="149550" grpId="0" autoUpdateAnimBg="0"/>
      <p:bldP spid="149551" grpId="0" autoUpdateAnimBg="0"/>
      <p:bldP spid="1495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4" name="AutoShape 88">
            <a:extLst>
              <a:ext uri="{FF2B5EF4-FFF2-40B4-BE49-F238E27FC236}">
                <a16:creationId xmlns:a16="http://schemas.microsoft.com/office/drawing/2014/main" id="{65BF6ABA-1FD9-4BB6-931B-68063B105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315913"/>
            <a:ext cx="2016125" cy="936625"/>
          </a:xfrm>
          <a:prstGeom prst="doubleWave">
            <a:avLst>
              <a:gd name="adj1" fmla="val 6500"/>
              <a:gd name="adj2" fmla="val 0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339" name="Text Box 3">
            <a:extLst>
              <a:ext uri="{FF2B5EF4-FFF2-40B4-BE49-F238E27FC236}">
                <a16:creationId xmlns:a16="http://schemas.microsoft.com/office/drawing/2014/main" id="{668E33C2-E733-4F04-879F-EF958131BA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406400"/>
            <a:ext cx="327818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000">
                <a:solidFill>
                  <a:srgbClr val="FF0066"/>
                </a:solidFill>
                <a:ea typeface="隶书" panose="02010509060101010101" pitchFamily="49" charset="-122"/>
              </a:rPr>
              <a:t>  </a:t>
            </a:r>
            <a:r>
              <a:rPr lang="zh-CN" altLang="en-US" sz="4000">
                <a:solidFill>
                  <a:srgbClr val="FF0066"/>
                </a:solidFill>
                <a:ea typeface="隶书" panose="02010509060101010101" pitchFamily="49" charset="-122"/>
              </a:rPr>
              <a:t>引言：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  <p:graphicFrame>
        <p:nvGraphicFramePr>
          <p:cNvPr id="14437" name="Object 101">
            <a:extLst>
              <a:ext uri="{FF2B5EF4-FFF2-40B4-BE49-F238E27FC236}">
                <a16:creationId xmlns:a16="http://schemas.microsoft.com/office/drawing/2014/main" id="{955A7D1E-0C20-44C1-B49E-ECB1E5781F6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32413" y="2595563"/>
          <a:ext cx="133667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4" name="Equation" r:id="rId3" imgW="1752600" imgH="546100" progId="Equation.DSMT4">
                  <p:embed/>
                </p:oleObj>
              </mc:Choice>
              <mc:Fallback>
                <p:oleObj name="Equation" r:id="rId3" imgW="1752600" imgH="546100" progId="Equation.DSMT4">
                  <p:embed/>
                  <p:pic>
                    <p:nvPicPr>
                      <p:cNvPr id="0" name="Objec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13" y="2595563"/>
                        <a:ext cx="133667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8" name="Text Box 102">
            <a:extLst>
              <a:ext uri="{FF2B5EF4-FFF2-40B4-BE49-F238E27FC236}">
                <a16:creationId xmlns:a16="http://schemas.microsoft.com/office/drawing/2014/main" id="{C64175AD-642E-4FC8-B4D3-9A55A1CBB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692150"/>
            <a:ext cx="40084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电容的充放电过程中</a:t>
            </a:r>
          </a:p>
        </p:txBody>
      </p:sp>
      <p:sp>
        <p:nvSpPr>
          <p:cNvPr id="14439" name="Text Box 103">
            <a:extLst>
              <a:ext uri="{FF2B5EF4-FFF2-40B4-BE49-F238E27FC236}">
                <a16:creationId xmlns:a16="http://schemas.microsoft.com/office/drawing/2014/main" id="{007C7AEE-7E62-49E9-8D4A-909E2DCF5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4888" y="1279525"/>
            <a:ext cx="533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在一极板边缘取积分回路</a:t>
            </a:r>
            <a:r>
              <a:rPr lang="en-US" altLang="zh-CN" sz="2800" i="1"/>
              <a:t>L</a:t>
            </a:r>
            <a:endParaRPr lang="en-US" altLang="zh-CN" sz="2800"/>
          </a:p>
        </p:txBody>
      </p:sp>
      <p:sp>
        <p:nvSpPr>
          <p:cNvPr id="14440" name="Text Box 104">
            <a:extLst>
              <a:ext uri="{FF2B5EF4-FFF2-40B4-BE49-F238E27FC236}">
                <a16:creationId xmlns:a16="http://schemas.microsoft.com/office/drawing/2014/main" id="{CAF4F20D-0B88-4EBA-AD50-67EE485370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1831975"/>
            <a:ext cx="5064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并以</a:t>
            </a:r>
            <a:r>
              <a:rPr lang="en-US" altLang="zh-CN" sz="2800" i="1"/>
              <a:t>L</a:t>
            </a:r>
            <a:r>
              <a:rPr lang="zh-CN" altLang="en-US" sz="2800"/>
              <a:t>为边界作曲面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、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sp>
        <p:nvSpPr>
          <p:cNvPr id="14441" name="Text Box 105">
            <a:extLst>
              <a:ext uri="{FF2B5EF4-FFF2-40B4-BE49-F238E27FC236}">
                <a16:creationId xmlns:a16="http://schemas.microsoft.com/office/drawing/2014/main" id="{D60C8D07-2619-47E8-8F10-3B7AE5616F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2560638"/>
            <a:ext cx="2682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面</a:t>
            </a:r>
          </a:p>
        </p:txBody>
      </p:sp>
      <p:sp>
        <p:nvSpPr>
          <p:cNvPr id="14442" name="Text Box 106">
            <a:extLst>
              <a:ext uri="{FF2B5EF4-FFF2-40B4-BE49-F238E27FC236}">
                <a16:creationId xmlns:a16="http://schemas.microsoft.com/office/drawing/2014/main" id="{637A15C4-6E3D-40B6-9C2D-AC98B069D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3176588"/>
            <a:ext cx="2343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</a:t>
            </a:r>
          </a:p>
        </p:txBody>
      </p:sp>
      <p:grpSp>
        <p:nvGrpSpPr>
          <p:cNvPr id="2" name="Group 107">
            <a:extLst>
              <a:ext uri="{FF2B5EF4-FFF2-40B4-BE49-F238E27FC236}">
                <a16:creationId xmlns:a16="http://schemas.microsoft.com/office/drawing/2014/main" id="{7233149B-ED66-4120-8965-8BABDBF33844}"/>
              </a:ext>
            </a:extLst>
          </p:cNvPr>
          <p:cNvGrpSpPr>
            <a:grpSpLocks/>
          </p:cNvGrpSpPr>
          <p:nvPr/>
        </p:nvGrpSpPr>
        <p:grpSpPr bwMode="auto">
          <a:xfrm>
            <a:off x="6808788" y="2786063"/>
            <a:ext cx="419100" cy="574675"/>
            <a:chOff x="2736" y="1344"/>
            <a:chExt cx="192" cy="288"/>
          </a:xfrm>
        </p:grpSpPr>
        <p:sp>
          <p:nvSpPr>
            <p:cNvPr id="5196" name="Line 108">
              <a:extLst>
                <a:ext uri="{FF2B5EF4-FFF2-40B4-BE49-F238E27FC236}">
                  <a16:creationId xmlns:a16="http://schemas.microsoft.com/office/drawing/2014/main" id="{FD32D42C-BD1A-4338-8116-F8530568AD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36" y="1344"/>
              <a:ext cx="19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7" name="Line 109">
              <a:extLst>
                <a:ext uri="{FF2B5EF4-FFF2-40B4-BE49-F238E27FC236}">
                  <a16:creationId xmlns:a16="http://schemas.microsoft.com/office/drawing/2014/main" id="{8675E5D5-6B28-4AA8-8B06-B85E38F313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1488"/>
              <a:ext cx="192" cy="144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446" name="Text Box 110">
            <a:extLst>
              <a:ext uri="{FF2B5EF4-FFF2-40B4-BE49-F238E27FC236}">
                <a16:creationId xmlns:a16="http://schemas.microsoft.com/office/drawing/2014/main" id="{273240AD-70F4-45FD-A853-1E0E9BE5D3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10425" y="2760663"/>
            <a:ext cx="1779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相矛盾</a:t>
            </a:r>
            <a:r>
              <a:rPr lang="zh-CN" altLang="en-US" sz="2800">
                <a:solidFill>
                  <a:srgbClr val="FF0000"/>
                </a:solidFill>
              </a:rPr>
              <a:t>！</a:t>
            </a:r>
          </a:p>
        </p:txBody>
      </p:sp>
      <p:grpSp>
        <p:nvGrpSpPr>
          <p:cNvPr id="3" name="Group 125">
            <a:extLst>
              <a:ext uri="{FF2B5EF4-FFF2-40B4-BE49-F238E27FC236}">
                <a16:creationId xmlns:a16="http://schemas.microsoft.com/office/drawing/2014/main" id="{2BAAAF32-CABF-48C2-A2D2-7734AEFC08B8}"/>
              </a:ext>
            </a:extLst>
          </p:cNvPr>
          <p:cNvGrpSpPr>
            <a:grpSpLocks/>
          </p:cNvGrpSpPr>
          <p:nvPr/>
        </p:nvGrpSpPr>
        <p:grpSpPr bwMode="auto">
          <a:xfrm>
            <a:off x="1550988" y="1776413"/>
            <a:ext cx="863600" cy="1128712"/>
            <a:chOff x="1292" y="2024"/>
            <a:chExt cx="544" cy="711"/>
          </a:xfrm>
        </p:grpSpPr>
        <p:sp>
          <p:nvSpPr>
            <p:cNvPr id="5192" name="Arc 126">
              <a:extLst>
                <a:ext uri="{FF2B5EF4-FFF2-40B4-BE49-F238E27FC236}">
                  <a16:creationId xmlns:a16="http://schemas.microsoft.com/office/drawing/2014/main" id="{21F68031-5A65-4D49-9F9A-2A5267AA9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2" y="2024"/>
              <a:ext cx="454" cy="71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3" name="Arc 127">
              <a:extLst>
                <a:ext uri="{FF2B5EF4-FFF2-40B4-BE49-F238E27FC236}">
                  <a16:creationId xmlns:a16="http://schemas.microsoft.com/office/drawing/2014/main" id="{2622FA9F-209A-4BFF-9F12-A75B3C4CE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8" y="2122"/>
              <a:ext cx="429" cy="274"/>
            </a:xfrm>
            <a:custGeom>
              <a:avLst/>
              <a:gdLst>
                <a:gd name="T0" fmla="*/ 0 w 20378"/>
                <a:gd name="T1" fmla="*/ 0 h 16606"/>
                <a:gd name="T2" fmla="*/ 0 w 20378"/>
                <a:gd name="T3" fmla="*/ 0 h 16606"/>
                <a:gd name="T4" fmla="*/ 0 w 20378"/>
                <a:gd name="T5" fmla="*/ 0 h 16606"/>
                <a:gd name="T6" fmla="*/ 0 60000 65536"/>
                <a:gd name="T7" fmla="*/ 0 60000 65536"/>
                <a:gd name="T8" fmla="*/ 0 60000 65536"/>
                <a:gd name="T9" fmla="*/ 0 w 20378"/>
                <a:gd name="T10" fmla="*/ 0 h 16606"/>
                <a:gd name="T11" fmla="*/ 20378 w 20378"/>
                <a:gd name="T12" fmla="*/ 16606 h 166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6606" fill="none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</a:path>
                <a:path w="20378" h="16606" stroke="0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  <a:lnTo>
                    <a:pt x="0" y="16606"/>
                  </a:lnTo>
                  <a:lnTo>
                    <a:pt x="13813" y="-1"/>
                  </a:ln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4" name="Arc 128">
              <a:extLst>
                <a:ext uri="{FF2B5EF4-FFF2-40B4-BE49-F238E27FC236}">
                  <a16:creationId xmlns:a16="http://schemas.microsoft.com/office/drawing/2014/main" id="{6E90437E-4804-4031-ABBA-4D6417B6D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" y="2160"/>
              <a:ext cx="429" cy="236"/>
            </a:xfrm>
            <a:custGeom>
              <a:avLst/>
              <a:gdLst>
                <a:gd name="T0" fmla="*/ 0 w 20378"/>
                <a:gd name="T1" fmla="*/ 0 h 14284"/>
                <a:gd name="T2" fmla="*/ 0 w 20378"/>
                <a:gd name="T3" fmla="*/ 0 h 14284"/>
                <a:gd name="T4" fmla="*/ 0 w 20378"/>
                <a:gd name="T5" fmla="*/ 0 h 14284"/>
                <a:gd name="T6" fmla="*/ 0 60000 65536"/>
                <a:gd name="T7" fmla="*/ 0 60000 65536"/>
                <a:gd name="T8" fmla="*/ 0 60000 65536"/>
                <a:gd name="T9" fmla="*/ 0 w 20378"/>
                <a:gd name="T10" fmla="*/ 0 h 14284"/>
                <a:gd name="T11" fmla="*/ 20378 w 20378"/>
                <a:gd name="T12" fmla="*/ 14284 h 14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4284" fill="none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</a:path>
                <a:path w="20378" h="14284" stroke="0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  <a:lnTo>
                    <a:pt x="0" y="14284"/>
                  </a:lnTo>
                  <a:lnTo>
                    <a:pt x="16202" y="0"/>
                  </a:ln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95" name="Arc 129">
              <a:extLst>
                <a:ext uri="{FF2B5EF4-FFF2-40B4-BE49-F238E27FC236}">
                  <a16:creationId xmlns:a16="http://schemas.microsoft.com/office/drawing/2014/main" id="{EBEBD8E5-D5AB-4282-8EA4-FFBE2C513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206"/>
              <a:ext cx="429" cy="217"/>
            </a:xfrm>
            <a:custGeom>
              <a:avLst/>
              <a:gdLst>
                <a:gd name="T0" fmla="*/ 0 w 20378"/>
                <a:gd name="T1" fmla="*/ 0 h 13157"/>
                <a:gd name="T2" fmla="*/ 0 w 20378"/>
                <a:gd name="T3" fmla="*/ 0 h 13157"/>
                <a:gd name="T4" fmla="*/ 0 w 20378"/>
                <a:gd name="T5" fmla="*/ 0 h 13157"/>
                <a:gd name="T6" fmla="*/ 0 60000 65536"/>
                <a:gd name="T7" fmla="*/ 0 60000 65536"/>
                <a:gd name="T8" fmla="*/ 0 60000 65536"/>
                <a:gd name="T9" fmla="*/ 0 w 20378"/>
                <a:gd name="T10" fmla="*/ 0 h 13157"/>
                <a:gd name="T11" fmla="*/ 20378 w 20378"/>
                <a:gd name="T12" fmla="*/ 13157 h 13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3157" fill="none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</a:path>
                <a:path w="20378" h="13157" stroke="0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  <a:lnTo>
                    <a:pt x="0" y="13157"/>
                  </a:lnTo>
                  <a:lnTo>
                    <a:pt x="17130" y="0"/>
                  </a:lnTo>
                  <a:close/>
                </a:path>
              </a:pathLst>
            </a:custGeom>
            <a:noFill/>
            <a:ln w="127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30">
            <a:extLst>
              <a:ext uri="{FF2B5EF4-FFF2-40B4-BE49-F238E27FC236}">
                <a16:creationId xmlns:a16="http://schemas.microsoft.com/office/drawing/2014/main" id="{43F6F6E1-2007-4D1B-8C11-994E461DE3A1}"/>
              </a:ext>
            </a:extLst>
          </p:cNvPr>
          <p:cNvGrpSpPr>
            <a:grpSpLocks/>
          </p:cNvGrpSpPr>
          <p:nvPr/>
        </p:nvGrpSpPr>
        <p:grpSpPr bwMode="auto">
          <a:xfrm>
            <a:off x="1982788" y="1489075"/>
            <a:ext cx="527050" cy="457200"/>
            <a:chOff x="3515" y="466"/>
            <a:chExt cx="332" cy="288"/>
          </a:xfrm>
        </p:grpSpPr>
        <p:sp>
          <p:nvSpPr>
            <p:cNvPr id="5190" name="Text Box 131">
              <a:extLst>
                <a:ext uri="{FF2B5EF4-FFF2-40B4-BE49-F238E27FC236}">
                  <a16:creationId xmlns:a16="http://schemas.microsoft.com/office/drawing/2014/main" id="{7386CD93-3F17-4E5F-A297-49EC07E12E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466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S</a:t>
              </a:r>
              <a:r>
                <a:rPr lang="en-US" altLang="zh-CN" sz="2400" baseline="-25000"/>
                <a:t>2</a:t>
              </a:r>
              <a:endParaRPr lang="en-US" altLang="zh-CN" sz="2400"/>
            </a:p>
          </p:txBody>
        </p:sp>
        <p:sp>
          <p:nvSpPr>
            <p:cNvPr id="5191" name="Line 132">
              <a:extLst>
                <a:ext uri="{FF2B5EF4-FFF2-40B4-BE49-F238E27FC236}">
                  <a16:creationId xmlns:a16="http://schemas.microsoft.com/office/drawing/2014/main" id="{730B88F0-3B6B-4E2D-9CE6-82A0BCC291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515" y="663"/>
              <a:ext cx="90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4469" name="Text Box 133">
            <a:extLst>
              <a:ext uri="{FF2B5EF4-FFF2-40B4-BE49-F238E27FC236}">
                <a16:creationId xmlns:a16="http://schemas.microsoft.com/office/drawing/2014/main" id="{2EB9042F-B8B5-499A-91A9-084E3F239F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79550" y="1392238"/>
            <a:ext cx="446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zh-CN" sz="2400" i="1"/>
              <a:t>L</a:t>
            </a:r>
          </a:p>
        </p:txBody>
      </p:sp>
      <p:grpSp>
        <p:nvGrpSpPr>
          <p:cNvPr id="5" name="Group 134">
            <a:extLst>
              <a:ext uri="{FF2B5EF4-FFF2-40B4-BE49-F238E27FC236}">
                <a16:creationId xmlns:a16="http://schemas.microsoft.com/office/drawing/2014/main" id="{29150073-6CE1-4056-BFC9-58A515B8839E}"/>
              </a:ext>
            </a:extLst>
          </p:cNvPr>
          <p:cNvGrpSpPr>
            <a:grpSpLocks/>
          </p:cNvGrpSpPr>
          <p:nvPr/>
        </p:nvGrpSpPr>
        <p:grpSpPr bwMode="auto">
          <a:xfrm>
            <a:off x="660400" y="1849438"/>
            <a:ext cx="2835275" cy="2393950"/>
            <a:chOff x="2682" y="709"/>
            <a:chExt cx="1786" cy="1508"/>
          </a:xfrm>
        </p:grpSpPr>
        <p:sp>
          <p:nvSpPr>
            <p:cNvPr id="5170" name="Rectangle 135">
              <a:extLst>
                <a:ext uri="{FF2B5EF4-FFF2-40B4-BE49-F238E27FC236}">
                  <a16:creationId xmlns:a16="http://schemas.microsoft.com/office/drawing/2014/main" id="{247A27B9-69BF-4867-92CF-8FFB851F1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2" y="709"/>
              <a:ext cx="117" cy="63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5171" name="Line 136">
              <a:extLst>
                <a:ext uri="{FF2B5EF4-FFF2-40B4-BE49-F238E27FC236}">
                  <a16:creationId xmlns:a16="http://schemas.microsoft.com/office/drawing/2014/main" id="{67AE74B2-6BAA-4143-A55C-BC8F76A02B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026"/>
              <a:ext cx="4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2" name="Line 137">
              <a:extLst>
                <a:ext uri="{FF2B5EF4-FFF2-40B4-BE49-F238E27FC236}">
                  <a16:creationId xmlns:a16="http://schemas.microsoft.com/office/drawing/2014/main" id="{5C0115D7-8A20-4AF0-9F75-1E8831AD36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026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3" name="Line 138">
              <a:extLst>
                <a:ext uri="{FF2B5EF4-FFF2-40B4-BE49-F238E27FC236}">
                  <a16:creationId xmlns:a16="http://schemas.microsoft.com/office/drawing/2014/main" id="{52465B8F-51ED-4978-BEDB-67FCB61B7E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1026"/>
              <a:ext cx="0" cy="90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4" name="Line 139">
              <a:extLst>
                <a:ext uri="{FF2B5EF4-FFF2-40B4-BE49-F238E27FC236}">
                  <a16:creationId xmlns:a16="http://schemas.microsoft.com/office/drawing/2014/main" id="{C1709EA1-D4DA-4F33-B9A1-824AA3AA0B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28" y="1794"/>
              <a:ext cx="0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5" name="Line 140">
              <a:extLst>
                <a:ext uri="{FF2B5EF4-FFF2-40B4-BE49-F238E27FC236}">
                  <a16:creationId xmlns:a16="http://schemas.microsoft.com/office/drawing/2014/main" id="{2C7A9DE9-B2CE-49BC-BCD6-7EA4FA6A8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842"/>
              <a:ext cx="0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6" name="Rectangle 141">
              <a:extLst>
                <a:ext uri="{FF2B5EF4-FFF2-40B4-BE49-F238E27FC236}">
                  <a16:creationId xmlns:a16="http://schemas.microsoft.com/office/drawing/2014/main" id="{F3267A91-D8F5-4A1E-8D3C-09FD515568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7" y="1888"/>
              <a:ext cx="288" cy="96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5177" name="Line 142">
              <a:extLst>
                <a:ext uri="{FF2B5EF4-FFF2-40B4-BE49-F238E27FC236}">
                  <a16:creationId xmlns:a16="http://schemas.microsoft.com/office/drawing/2014/main" id="{992D4F50-B6B4-47AF-8EB2-D16FC5DB5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933"/>
              <a:ext cx="4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8" name="Text Box 143">
              <a:extLst>
                <a:ext uri="{FF2B5EF4-FFF2-40B4-BE49-F238E27FC236}">
                  <a16:creationId xmlns:a16="http://schemas.microsoft.com/office/drawing/2014/main" id="{0FFCAD95-F6D6-47D5-A29F-6F7E887A4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4" y="1606"/>
              <a:ext cx="40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R</a:t>
              </a:r>
            </a:p>
          </p:txBody>
        </p:sp>
        <p:grpSp>
          <p:nvGrpSpPr>
            <p:cNvPr id="5179" name="Group 144">
              <a:extLst>
                <a:ext uri="{FF2B5EF4-FFF2-40B4-BE49-F238E27FC236}">
                  <a16:creationId xmlns:a16="http://schemas.microsoft.com/office/drawing/2014/main" id="{666AC190-234C-4A24-A0B6-9FCF9D732C4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2" y="1379"/>
              <a:ext cx="289" cy="327"/>
              <a:chOff x="2682" y="1379"/>
              <a:chExt cx="289" cy="327"/>
            </a:xfrm>
          </p:grpSpPr>
          <p:sp>
            <p:nvSpPr>
              <p:cNvPr id="5188" name="Line 145">
                <a:extLst>
                  <a:ext uri="{FF2B5EF4-FFF2-40B4-BE49-F238E27FC236}">
                    <a16:creationId xmlns:a16="http://schemas.microsoft.com/office/drawing/2014/main" id="{BD5DE942-89C5-4761-A23B-02E6B29B1C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43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89" name="Text Box 146">
                <a:extLst>
                  <a:ext uri="{FF2B5EF4-FFF2-40B4-BE49-F238E27FC236}">
                    <a16:creationId xmlns:a16="http://schemas.microsoft.com/office/drawing/2014/main" id="{D61641EF-0D8C-40A4-A73E-1C53CBD601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" y="1379"/>
                <a:ext cx="289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i</a:t>
                </a:r>
              </a:p>
            </p:txBody>
          </p:sp>
        </p:grpSp>
        <p:sp>
          <p:nvSpPr>
            <p:cNvPr id="5180" name="Text Box 147">
              <a:extLst>
                <a:ext uri="{FF2B5EF4-FFF2-40B4-BE49-F238E27FC236}">
                  <a16:creationId xmlns:a16="http://schemas.microsoft.com/office/drawing/2014/main" id="{0985F92D-29F5-4BAD-AED7-216FEB7FB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15" y="1253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5181" name="Text Box 148">
              <a:extLst>
                <a:ext uri="{FF2B5EF4-FFF2-40B4-BE49-F238E27FC236}">
                  <a16:creationId xmlns:a16="http://schemas.microsoft.com/office/drawing/2014/main" id="{AB486F38-650A-4738-9286-85F3B2006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709"/>
              <a:ext cx="195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 b="0"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182" name="Text Box 149">
              <a:extLst>
                <a:ext uri="{FF2B5EF4-FFF2-40B4-BE49-F238E27FC236}">
                  <a16:creationId xmlns:a16="http://schemas.microsoft.com/office/drawing/2014/main" id="{3B6DB2AB-7620-4B62-B11D-FF8665A8D8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56" y="1890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i="1"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5183" name="Line 150">
              <a:extLst>
                <a:ext uri="{FF2B5EF4-FFF2-40B4-BE49-F238E27FC236}">
                  <a16:creationId xmlns:a16="http://schemas.microsoft.com/office/drawing/2014/main" id="{D4F4F3D2-4E41-4BBC-BCE8-8E073BE3A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80" y="1026"/>
              <a:ext cx="40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84" name="Line 151">
              <a:extLst>
                <a:ext uri="{FF2B5EF4-FFF2-40B4-BE49-F238E27FC236}">
                  <a16:creationId xmlns:a16="http://schemas.microsoft.com/office/drawing/2014/main" id="{0EA4178D-A152-4D81-A92A-C1B4EFBA57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1933"/>
              <a:ext cx="36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5" name="Line 152">
              <a:extLst>
                <a:ext uri="{FF2B5EF4-FFF2-40B4-BE49-F238E27FC236}">
                  <a16:creationId xmlns:a16="http://schemas.microsoft.com/office/drawing/2014/main" id="{6B927BF4-B2D5-4AEF-A33B-738C406F3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9" y="1933"/>
              <a:ext cx="40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86" name="Rectangle 153">
              <a:extLst>
                <a:ext uri="{FF2B5EF4-FFF2-40B4-BE49-F238E27FC236}">
                  <a16:creationId xmlns:a16="http://schemas.microsoft.com/office/drawing/2014/main" id="{EF4391CB-4CFA-4C58-B66B-DE5ED4E052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5" y="709"/>
              <a:ext cx="117" cy="635"/>
            </a:xfrm>
            <a:prstGeom prst="rect">
              <a:avLst/>
            </a:prstGeom>
            <a:solidFill>
              <a:srgbClr val="FF66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5187" name="Text Box 154">
              <a:extLst>
                <a:ext uri="{FF2B5EF4-FFF2-40B4-BE49-F238E27FC236}">
                  <a16:creationId xmlns:a16="http://schemas.microsoft.com/office/drawing/2014/main" id="{3FDF5158-0C66-4AFE-B615-5DFD59F5DE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725"/>
              <a:ext cx="1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 b="0"/>
                <a:t>+</a:t>
              </a:r>
            </a:p>
          </p:txBody>
        </p:sp>
      </p:grpSp>
      <p:sp>
        <p:nvSpPr>
          <p:cNvPr id="14491" name="Oval 155" descr="宽下对角线">
            <a:extLst>
              <a:ext uri="{FF2B5EF4-FFF2-40B4-BE49-F238E27FC236}">
                <a16:creationId xmlns:a16="http://schemas.microsoft.com/office/drawing/2014/main" id="{94B23C9B-A79B-4978-8AE1-2D701DE9B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0988" y="1776413"/>
            <a:ext cx="215900" cy="1152525"/>
          </a:xfrm>
          <a:prstGeom prst="ellipse">
            <a:avLst/>
          </a:prstGeom>
          <a:noFill/>
          <a:ln w="28575">
            <a:solidFill>
              <a:schemeClr val="tx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7" name="Group 156">
            <a:extLst>
              <a:ext uri="{FF2B5EF4-FFF2-40B4-BE49-F238E27FC236}">
                <a16:creationId xmlns:a16="http://schemas.microsoft.com/office/drawing/2014/main" id="{05911EBB-30DC-4A8E-A616-D5AA34075C6C}"/>
              </a:ext>
            </a:extLst>
          </p:cNvPr>
          <p:cNvGrpSpPr>
            <a:grpSpLocks/>
          </p:cNvGrpSpPr>
          <p:nvPr/>
        </p:nvGrpSpPr>
        <p:grpSpPr bwMode="auto">
          <a:xfrm>
            <a:off x="1190625" y="1776413"/>
            <a:ext cx="868363" cy="1128712"/>
            <a:chOff x="1837" y="1026"/>
            <a:chExt cx="547" cy="711"/>
          </a:xfrm>
        </p:grpSpPr>
        <p:sp>
          <p:nvSpPr>
            <p:cNvPr id="5163" name="Arc 157">
              <a:extLst>
                <a:ext uri="{FF2B5EF4-FFF2-40B4-BE49-F238E27FC236}">
                  <a16:creationId xmlns:a16="http://schemas.microsoft.com/office/drawing/2014/main" id="{E1EB36F9-422F-4123-8853-67434BC97F2E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837" y="1026"/>
              <a:ext cx="318" cy="711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11"/>
                    <a:pt x="11957" y="43174"/>
                    <a:pt x="46" y="43199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4" name="Arc 158">
              <a:extLst>
                <a:ext uri="{FF2B5EF4-FFF2-40B4-BE49-F238E27FC236}">
                  <a16:creationId xmlns:a16="http://schemas.microsoft.com/office/drawing/2014/main" id="{707AC31B-1E1A-442C-944C-C9834BD290BD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906" y="1387"/>
              <a:ext cx="429" cy="274"/>
            </a:xfrm>
            <a:custGeom>
              <a:avLst/>
              <a:gdLst>
                <a:gd name="T0" fmla="*/ 0 w 20378"/>
                <a:gd name="T1" fmla="*/ 0 h 16606"/>
                <a:gd name="T2" fmla="*/ 0 w 20378"/>
                <a:gd name="T3" fmla="*/ 0 h 16606"/>
                <a:gd name="T4" fmla="*/ 0 w 20378"/>
                <a:gd name="T5" fmla="*/ 0 h 16606"/>
                <a:gd name="T6" fmla="*/ 0 60000 65536"/>
                <a:gd name="T7" fmla="*/ 0 60000 65536"/>
                <a:gd name="T8" fmla="*/ 0 60000 65536"/>
                <a:gd name="T9" fmla="*/ 0 w 20378"/>
                <a:gd name="T10" fmla="*/ 0 h 16606"/>
                <a:gd name="T11" fmla="*/ 20378 w 20378"/>
                <a:gd name="T12" fmla="*/ 16606 h 166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6606" fill="none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</a:path>
                <a:path w="20378" h="16606" stroke="0" extrusionOk="0">
                  <a:moveTo>
                    <a:pt x="13813" y="-1"/>
                  </a:moveTo>
                  <a:cubicBezTo>
                    <a:pt x="16814" y="2496"/>
                    <a:pt x="19083" y="5759"/>
                    <a:pt x="20377" y="9443"/>
                  </a:cubicBezTo>
                  <a:lnTo>
                    <a:pt x="0" y="16606"/>
                  </a:lnTo>
                  <a:lnTo>
                    <a:pt x="13813" y="-1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5" name="Arc 159">
              <a:extLst>
                <a:ext uri="{FF2B5EF4-FFF2-40B4-BE49-F238E27FC236}">
                  <a16:creationId xmlns:a16="http://schemas.microsoft.com/office/drawing/2014/main" id="{8D2E808B-1CE5-4CB8-AF74-4D51762D7AE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931" y="1387"/>
              <a:ext cx="429" cy="236"/>
            </a:xfrm>
            <a:custGeom>
              <a:avLst/>
              <a:gdLst>
                <a:gd name="T0" fmla="*/ 0 w 20378"/>
                <a:gd name="T1" fmla="*/ 0 h 14284"/>
                <a:gd name="T2" fmla="*/ 0 w 20378"/>
                <a:gd name="T3" fmla="*/ 0 h 14284"/>
                <a:gd name="T4" fmla="*/ 0 w 20378"/>
                <a:gd name="T5" fmla="*/ 0 h 14284"/>
                <a:gd name="T6" fmla="*/ 0 60000 65536"/>
                <a:gd name="T7" fmla="*/ 0 60000 65536"/>
                <a:gd name="T8" fmla="*/ 0 60000 65536"/>
                <a:gd name="T9" fmla="*/ 0 w 20378"/>
                <a:gd name="T10" fmla="*/ 0 h 14284"/>
                <a:gd name="T11" fmla="*/ 20378 w 20378"/>
                <a:gd name="T12" fmla="*/ 14284 h 14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4284" fill="none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</a:path>
                <a:path w="20378" h="14284" stroke="0" extrusionOk="0">
                  <a:moveTo>
                    <a:pt x="16202" y="0"/>
                  </a:moveTo>
                  <a:cubicBezTo>
                    <a:pt x="18039" y="2083"/>
                    <a:pt x="19456" y="4501"/>
                    <a:pt x="20377" y="7121"/>
                  </a:cubicBezTo>
                  <a:lnTo>
                    <a:pt x="0" y="14284"/>
                  </a:lnTo>
                  <a:lnTo>
                    <a:pt x="16202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Arc 160">
              <a:extLst>
                <a:ext uri="{FF2B5EF4-FFF2-40B4-BE49-F238E27FC236}">
                  <a16:creationId xmlns:a16="http://schemas.microsoft.com/office/drawing/2014/main" id="{454A27C6-FC96-4D25-BB96-ACA8A4071317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1952" y="1360"/>
              <a:ext cx="429" cy="217"/>
            </a:xfrm>
            <a:custGeom>
              <a:avLst/>
              <a:gdLst>
                <a:gd name="T0" fmla="*/ 0 w 20378"/>
                <a:gd name="T1" fmla="*/ 0 h 13157"/>
                <a:gd name="T2" fmla="*/ 0 w 20378"/>
                <a:gd name="T3" fmla="*/ 0 h 13157"/>
                <a:gd name="T4" fmla="*/ 0 w 20378"/>
                <a:gd name="T5" fmla="*/ 0 h 13157"/>
                <a:gd name="T6" fmla="*/ 0 60000 65536"/>
                <a:gd name="T7" fmla="*/ 0 60000 65536"/>
                <a:gd name="T8" fmla="*/ 0 60000 65536"/>
                <a:gd name="T9" fmla="*/ 0 w 20378"/>
                <a:gd name="T10" fmla="*/ 0 h 13157"/>
                <a:gd name="T11" fmla="*/ 20378 w 20378"/>
                <a:gd name="T12" fmla="*/ 13157 h 13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378" h="13157" fill="none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</a:path>
                <a:path w="20378" h="13157" stroke="0" extrusionOk="0">
                  <a:moveTo>
                    <a:pt x="17130" y="0"/>
                  </a:moveTo>
                  <a:cubicBezTo>
                    <a:pt x="18523" y="1813"/>
                    <a:pt x="19619" y="3836"/>
                    <a:pt x="20377" y="5994"/>
                  </a:cubicBezTo>
                  <a:lnTo>
                    <a:pt x="0" y="13157"/>
                  </a:lnTo>
                  <a:lnTo>
                    <a:pt x="17130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7" name="Arc 161">
              <a:extLst>
                <a:ext uri="{FF2B5EF4-FFF2-40B4-BE49-F238E27FC236}">
                  <a16:creationId xmlns:a16="http://schemas.microsoft.com/office/drawing/2014/main" id="{338C43A4-9989-41DE-8612-3593E75665A5}"/>
                </a:ext>
              </a:extLst>
            </p:cNvPr>
            <p:cNvSpPr>
              <a:spLocks/>
            </p:cNvSpPr>
            <p:nvPr/>
          </p:nvSpPr>
          <p:spPr bwMode="auto">
            <a:xfrm rot="477185" flipH="1">
              <a:off x="1973" y="1115"/>
              <a:ext cx="372" cy="274"/>
            </a:xfrm>
            <a:custGeom>
              <a:avLst/>
              <a:gdLst>
                <a:gd name="T0" fmla="*/ 0 w 17679"/>
                <a:gd name="T1" fmla="*/ 0 h 16606"/>
                <a:gd name="T2" fmla="*/ 0 w 17679"/>
                <a:gd name="T3" fmla="*/ 0 h 16606"/>
                <a:gd name="T4" fmla="*/ 0 w 17679"/>
                <a:gd name="T5" fmla="*/ 0 h 16606"/>
                <a:gd name="T6" fmla="*/ 0 60000 65536"/>
                <a:gd name="T7" fmla="*/ 0 60000 65536"/>
                <a:gd name="T8" fmla="*/ 0 60000 65536"/>
                <a:gd name="T9" fmla="*/ 0 w 17679"/>
                <a:gd name="T10" fmla="*/ 0 h 16606"/>
                <a:gd name="T11" fmla="*/ 17679 w 17679"/>
                <a:gd name="T12" fmla="*/ 16606 h 166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679" h="16606" fill="none" extrusionOk="0">
                  <a:moveTo>
                    <a:pt x="13813" y="-1"/>
                  </a:moveTo>
                  <a:cubicBezTo>
                    <a:pt x="15281" y="1221"/>
                    <a:pt x="16581" y="2632"/>
                    <a:pt x="17679" y="4195"/>
                  </a:cubicBezTo>
                </a:path>
                <a:path w="17679" h="16606" stroke="0" extrusionOk="0">
                  <a:moveTo>
                    <a:pt x="13813" y="-1"/>
                  </a:moveTo>
                  <a:cubicBezTo>
                    <a:pt x="15281" y="1221"/>
                    <a:pt x="16581" y="2632"/>
                    <a:pt x="17679" y="4195"/>
                  </a:cubicBezTo>
                  <a:lnTo>
                    <a:pt x="0" y="16606"/>
                  </a:lnTo>
                  <a:lnTo>
                    <a:pt x="13813" y="-1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Arc 162">
              <a:extLst>
                <a:ext uri="{FF2B5EF4-FFF2-40B4-BE49-F238E27FC236}">
                  <a16:creationId xmlns:a16="http://schemas.microsoft.com/office/drawing/2014/main" id="{BDFF8524-DE21-4DD3-894A-44A8CEE3FE0D}"/>
                </a:ext>
              </a:extLst>
            </p:cNvPr>
            <p:cNvSpPr>
              <a:spLocks/>
            </p:cNvSpPr>
            <p:nvPr/>
          </p:nvSpPr>
          <p:spPr bwMode="auto">
            <a:xfrm rot="755685" flipH="1">
              <a:off x="1973" y="1099"/>
              <a:ext cx="411" cy="236"/>
            </a:xfrm>
            <a:custGeom>
              <a:avLst/>
              <a:gdLst>
                <a:gd name="T0" fmla="*/ 0 w 19500"/>
                <a:gd name="T1" fmla="*/ 0 h 14284"/>
                <a:gd name="T2" fmla="*/ 0 w 19500"/>
                <a:gd name="T3" fmla="*/ 0 h 14284"/>
                <a:gd name="T4" fmla="*/ 0 w 19500"/>
                <a:gd name="T5" fmla="*/ 0 h 14284"/>
                <a:gd name="T6" fmla="*/ 0 60000 65536"/>
                <a:gd name="T7" fmla="*/ 0 60000 65536"/>
                <a:gd name="T8" fmla="*/ 0 60000 65536"/>
                <a:gd name="T9" fmla="*/ 0 w 19500"/>
                <a:gd name="T10" fmla="*/ 0 h 14284"/>
                <a:gd name="T11" fmla="*/ 19500 w 19500"/>
                <a:gd name="T12" fmla="*/ 14284 h 14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00" h="14284" fill="none" extrusionOk="0">
                  <a:moveTo>
                    <a:pt x="16202" y="0"/>
                  </a:moveTo>
                  <a:cubicBezTo>
                    <a:pt x="17528" y="1503"/>
                    <a:pt x="18638" y="3184"/>
                    <a:pt x="19500" y="4993"/>
                  </a:cubicBezTo>
                </a:path>
                <a:path w="19500" h="14284" stroke="0" extrusionOk="0">
                  <a:moveTo>
                    <a:pt x="16202" y="0"/>
                  </a:moveTo>
                  <a:cubicBezTo>
                    <a:pt x="17528" y="1503"/>
                    <a:pt x="18638" y="3184"/>
                    <a:pt x="19500" y="4993"/>
                  </a:cubicBezTo>
                  <a:lnTo>
                    <a:pt x="0" y="14284"/>
                  </a:lnTo>
                  <a:lnTo>
                    <a:pt x="16202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9" name="Arc 163">
              <a:extLst>
                <a:ext uri="{FF2B5EF4-FFF2-40B4-BE49-F238E27FC236}">
                  <a16:creationId xmlns:a16="http://schemas.microsoft.com/office/drawing/2014/main" id="{921E6C5B-B1D4-4223-8489-9463E12CFF04}"/>
                </a:ext>
              </a:extLst>
            </p:cNvPr>
            <p:cNvSpPr>
              <a:spLocks/>
            </p:cNvSpPr>
            <p:nvPr/>
          </p:nvSpPr>
          <p:spPr bwMode="auto">
            <a:xfrm rot="1258976" flipH="1">
              <a:off x="1978" y="1208"/>
              <a:ext cx="404" cy="217"/>
            </a:xfrm>
            <a:custGeom>
              <a:avLst/>
              <a:gdLst>
                <a:gd name="T0" fmla="*/ 0 w 19172"/>
                <a:gd name="T1" fmla="*/ 0 h 13157"/>
                <a:gd name="T2" fmla="*/ 0 w 19172"/>
                <a:gd name="T3" fmla="*/ 0 h 13157"/>
                <a:gd name="T4" fmla="*/ 0 w 19172"/>
                <a:gd name="T5" fmla="*/ 0 h 13157"/>
                <a:gd name="T6" fmla="*/ 0 60000 65536"/>
                <a:gd name="T7" fmla="*/ 0 60000 65536"/>
                <a:gd name="T8" fmla="*/ 0 60000 65536"/>
                <a:gd name="T9" fmla="*/ 0 w 19172"/>
                <a:gd name="T10" fmla="*/ 0 h 13157"/>
                <a:gd name="T11" fmla="*/ 19172 w 19172"/>
                <a:gd name="T12" fmla="*/ 13157 h 13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172" h="13157" fill="none" extrusionOk="0">
                  <a:moveTo>
                    <a:pt x="17130" y="0"/>
                  </a:moveTo>
                  <a:cubicBezTo>
                    <a:pt x="17904" y="1007"/>
                    <a:pt x="18587" y="2080"/>
                    <a:pt x="19172" y="3207"/>
                  </a:cubicBezTo>
                </a:path>
                <a:path w="19172" h="13157" stroke="0" extrusionOk="0">
                  <a:moveTo>
                    <a:pt x="17130" y="0"/>
                  </a:moveTo>
                  <a:cubicBezTo>
                    <a:pt x="17904" y="1007"/>
                    <a:pt x="18587" y="2080"/>
                    <a:pt x="19172" y="3207"/>
                  </a:cubicBezTo>
                  <a:lnTo>
                    <a:pt x="0" y="13157"/>
                  </a:lnTo>
                  <a:lnTo>
                    <a:pt x="17130" y="0"/>
                  </a:lnTo>
                  <a:close/>
                </a:path>
              </a:pathLst>
            </a:custGeom>
            <a:noFill/>
            <a:ln w="12700">
              <a:solidFill>
                <a:srgbClr val="A500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164">
            <a:extLst>
              <a:ext uri="{FF2B5EF4-FFF2-40B4-BE49-F238E27FC236}">
                <a16:creationId xmlns:a16="http://schemas.microsoft.com/office/drawing/2014/main" id="{ADD1DF64-75CD-41B5-97F5-642011FA50DF}"/>
              </a:ext>
            </a:extLst>
          </p:cNvPr>
          <p:cNvGrpSpPr>
            <a:grpSpLocks/>
          </p:cNvGrpSpPr>
          <p:nvPr/>
        </p:nvGrpSpPr>
        <p:grpSpPr bwMode="auto">
          <a:xfrm>
            <a:off x="830263" y="1704975"/>
            <a:ext cx="576262" cy="457200"/>
            <a:chOff x="2744" y="618"/>
            <a:chExt cx="363" cy="288"/>
          </a:xfrm>
        </p:grpSpPr>
        <p:sp>
          <p:nvSpPr>
            <p:cNvPr id="5161" name="Text Box 165">
              <a:extLst>
                <a:ext uri="{FF2B5EF4-FFF2-40B4-BE49-F238E27FC236}">
                  <a16:creationId xmlns:a16="http://schemas.microsoft.com/office/drawing/2014/main" id="{DE51FDF0-C8FC-419A-B026-94EA651B7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44" y="618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i="1"/>
                <a:t>S</a:t>
              </a:r>
              <a:r>
                <a:rPr lang="en-US" altLang="zh-CN" sz="2400" baseline="-25000"/>
                <a:t>1</a:t>
              </a:r>
              <a:endParaRPr lang="en-US" altLang="zh-CN" sz="2400"/>
            </a:p>
          </p:txBody>
        </p:sp>
        <p:sp>
          <p:nvSpPr>
            <p:cNvPr id="5162" name="Line 166">
              <a:extLst>
                <a:ext uri="{FF2B5EF4-FFF2-40B4-BE49-F238E27FC236}">
                  <a16:creationId xmlns:a16="http://schemas.microsoft.com/office/drawing/2014/main" id="{10FF18BE-43C1-428E-8F5E-8F911A90C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" y="799"/>
              <a:ext cx="136" cy="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4503" name="Object 167">
            <a:extLst>
              <a:ext uri="{FF2B5EF4-FFF2-40B4-BE49-F238E27FC236}">
                <a16:creationId xmlns:a16="http://schemas.microsoft.com/office/drawing/2014/main" id="{8E457F5B-2B04-4C06-8136-3943B2CA6C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4313" y="3189288"/>
          <a:ext cx="1481137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5" name="Equation" r:id="rId5" imgW="1803400" imgH="546100" progId="Equation.DSMT4">
                  <p:embed/>
                </p:oleObj>
              </mc:Choice>
              <mc:Fallback>
                <p:oleObj name="Equation" r:id="rId5" imgW="1803400" imgH="546100" progId="Equation.DSMT4">
                  <p:embed/>
                  <p:pic>
                    <p:nvPicPr>
                      <p:cNvPr id="0" name="Object 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4313" y="3189288"/>
                        <a:ext cx="1481137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09" name="Oval 173">
            <a:extLst>
              <a:ext uri="{FF2B5EF4-FFF2-40B4-BE49-F238E27FC236}">
                <a16:creationId xmlns:a16="http://schemas.microsoft.com/office/drawing/2014/main" id="{667A5ABF-4AE9-4027-9F02-E7F4C2A0B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4950" y="33766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4510" name="Oval 174">
            <a:extLst>
              <a:ext uri="{FF2B5EF4-FFF2-40B4-BE49-F238E27FC236}">
                <a16:creationId xmlns:a16="http://schemas.microsoft.com/office/drawing/2014/main" id="{72736127-FE16-478E-A352-C928ACF967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27828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5" name="Rectangle 55">
            <a:extLst>
              <a:ext uri="{FF2B5EF4-FFF2-40B4-BE49-F238E27FC236}">
                <a16:creationId xmlns:a16="http://schemas.microsoft.com/office/drawing/2014/main" id="{429C587B-C130-4D07-B5E1-4DC7193B5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4098925"/>
            <a:ext cx="3467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麦克斯韦大胆假设：    </a:t>
            </a:r>
          </a:p>
        </p:txBody>
      </p:sp>
      <p:sp>
        <p:nvSpPr>
          <p:cNvPr id="66" name="Rectangle 56">
            <a:extLst>
              <a:ext uri="{FF2B5EF4-FFF2-40B4-BE49-F238E27FC236}">
                <a16:creationId xmlns:a16="http://schemas.microsoft.com/office/drawing/2014/main" id="{7DF507AC-71C2-43DB-8893-4BEAA80F0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5" y="5629275"/>
            <a:ext cx="2454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则对于  </a:t>
            </a:r>
            <a:r>
              <a:rPr lang="en-US" altLang="zh-CN" sz="2800" i="1"/>
              <a:t>s</a:t>
            </a:r>
            <a:r>
              <a:rPr lang="en-US" altLang="zh-CN" sz="2000" baseline="-25000"/>
              <a:t>2</a:t>
            </a:r>
            <a:r>
              <a:rPr lang="zh-CN" altLang="en-US" sz="2000"/>
              <a:t>：</a:t>
            </a:r>
            <a:endParaRPr lang="zh-CN" altLang="en-US" sz="2400"/>
          </a:p>
        </p:txBody>
      </p:sp>
      <p:grpSp>
        <p:nvGrpSpPr>
          <p:cNvPr id="67" name="Group 57">
            <a:extLst>
              <a:ext uri="{FF2B5EF4-FFF2-40B4-BE49-F238E27FC236}">
                <a16:creationId xmlns:a16="http://schemas.microsoft.com/office/drawing/2014/main" id="{E7390EEE-842D-4A3F-BCEA-CB6E6A7CA21D}"/>
              </a:ext>
            </a:extLst>
          </p:cNvPr>
          <p:cNvGrpSpPr>
            <a:grpSpLocks/>
          </p:cNvGrpSpPr>
          <p:nvPr/>
        </p:nvGrpSpPr>
        <p:grpSpPr bwMode="auto">
          <a:xfrm>
            <a:off x="844550" y="4502150"/>
            <a:ext cx="5273675" cy="990600"/>
            <a:chOff x="1954" y="2536"/>
            <a:chExt cx="3067" cy="624"/>
          </a:xfrm>
        </p:grpSpPr>
        <p:sp>
          <p:nvSpPr>
            <p:cNvPr id="5153" name="Line 58">
              <a:extLst>
                <a:ext uri="{FF2B5EF4-FFF2-40B4-BE49-F238E27FC236}">
                  <a16:creationId xmlns:a16="http://schemas.microsoft.com/office/drawing/2014/main" id="{91A0DB27-337B-4061-B11F-2F15B7B524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4" y="2968"/>
              <a:ext cx="1047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59">
              <a:extLst>
                <a:ext uri="{FF2B5EF4-FFF2-40B4-BE49-F238E27FC236}">
                  <a16:creationId xmlns:a16="http://schemas.microsoft.com/office/drawing/2014/main" id="{C6632E23-7D45-4A54-86A7-4E21C06F4F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2968"/>
              <a:ext cx="1108" cy="0"/>
            </a:xfrm>
            <a:prstGeom prst="line">
              <a:avLst/>
            </a:prstGeom>
            <a:noFill/>
            <a:ln w="57150">
              <a:solidFill>
                <a:schemeClr val="accent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5" name="Line 60">
              <a:extLst>
                <a:ext uri="{FF2B5EF4-FFF2-40B4-BE49-F238E27FC236}">
                  <a16:creationId xmlns:a16="http://schemas.microsoft.com/office/drawing/2014/main" id="{8A2FF8BB-A7C3-4E51-8625-CE3BAF5FEF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1" y="2728"/>
              <a:ext cx="0" cy="43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Line 61">
              <a:extLst>
                <a:ext uri="{FF2B5EF4-FFF2-40B4-BE49-F238E27FC236}">
                  <a16:creationId xmlns:a16="http://schemas.microsoft.com/office/drawing/2014/main" id="{53E7ACC2-3BFE-4A46-9D01-EF026193B3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3" y="2728"/>
              <a:ext cx="0" cy="432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Line 62">
              <a:extLst>
                <a:ext uri="{FF2B5EF4-FFF2-40B4-BE49-F238E27FC236}">
                  <a16:creationId xmlns:a16="http://schemas.microsoft.com/office/drawing/2014/main" id="{188E7CB4-6C42-4E3D-BFC2-6E364A8D0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1" y="2968"/>
              <a:ext cx="912" cy="0"/>
            </a:xfrm>
            <a:prstGeom prst="line">
              <a:avLst/>
            </a:prstGeom>
            <a:noFill/>
            <a:ln w="76200">
              <a:solidFill>
                <a:srgbClr val="FF0066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5158" name="Object 63">
              <a:extLst>
                <a:ext uri="{FF2B5EF4-FFF2-40B4-BE49-F238E27FC236}">
                  <a16:creationId xmlns:a16="http://schemas.microsoft.com/office/drawing/2014/main" id="{7356C87E-8016-415C-A136-B6317164B29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36" y="2637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6" name="公式" r:id="rId7" imgW="203024" imgH="266469" progId="Equation.3">
                    <p:embed/>
                  </p:oleObj>
                </mc:Choice>
                <mc:Fallback>
                  <p:oleObj name="公式" r:id="rId7" imgW="203024" imgH="266469" progId="Equation.3">
                    <p:embed/>
                    <p:pic>
                      <p:nvPicPr>
                        <p:cNvPr id="0" name="Object 6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6" y="2637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9" name="Text Box 64">
              <a:extLst>
                <a:ext uri="{FF2B5EF4-FFF2-40B4-BE49-F238E27FC236}">
                  <a16:creationId xmlns:a16="http://schemas.microsoft.com/office/drawing/2014/main" id="{82064A86-EA76-4C89-8689-36D0199EF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1" y="2536"/>
              <a:ext cx="38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i="1">
                  <a:solidFill>
                    <a:srgbClr val="660033"/>
                  </a:solidFill>
                </a:rPr>
                <a:t>I</a:t>
              </a:r>
              <a:r>
                <a:rPr lang="en-US" altLang="zh-CN" sz="1800" i="1">
                  <a:solidFill>
                    <a:srgbClr val="660033"/>
                  </a:solidFill>
                </a:rPr>
                <a:t>D</a:t>
              </a:r>
              <a:endParaRPr lang="en-US" altLang="zh-CN" sz="5400" b="0" i="1">
                <a:solidFill>
                  <a:srgbClr val="660033"/>
                </a:solidFill>
              </a:endParaRPr>
            </a:p>
          </p:txBody>
        </p:sp>
        <p:graphicFrame>
          <p:nvGraphicFramePr>
            <p:cNvPr id="5160" name="Object 65">
              <a:extLst>
                <a:ext uri="{FF2B5EF4-FFF2-40B4-BE49-F238E27FC236}">
                  <a16:creationId xmlns:a16="http://schemas.microsoft.com/office/drawing/2014/main" id="{75C47F61-FE47-4D16-872F-B5687A8F501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368" y="2691"/>
            <a:ext cx="164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7" name="公式" r:id="rId9" imgW="203024" imgH="266469" progId="Equation.3">
                    <p:embed/>
                  </p:oleObj>
                </mc:Choice>
                <mc:Fallback>
                  <p:oleObj name="公式" r:id="rId9" imgW="203024" imgH="266469" progId="Equation.3">
                    <p:embed/>
                    <p:pic>
                      <p:nvPicPr>
                        <p:cNvPr id="0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68" y="2691"/>
                          <a:ext cx="164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6" name="Text Box 66">
            <a:extLst>
              <a:ext uri="{FF2B5EF4-FFF2-40B4-BE49-F238E27FC236}">
                <a16:creationId xmlns:a16="http://schemas.microsoft.com/office/drawing/2014/main" id="{4B811616-B42C-4A9D-BEB6-1953DA43B5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9388" y="4845050"/>
            <a:ext cx="23209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/>
              <a:t>, </a:t>
            </a:r>
            <a:r>
              <a:rPr lang="zh-CN" altLang="en-US" sz="2800"/>
              <a:t>且</a:t>
            </a:r>
            <a:r>
              <a:rPr lang="zh-CN" altLang="en-US" sz="2800">
                <a:solidFill>
                  <a:schemeClr val="accent2"/>
                </a:solidFill>
              </a:rPr>
              <a:t> </a:t>
            </a:r>
            <a:r>
              <a:rPr lang="en-US" altLang="zh-CN" i="1">
                <a:solidFill>
                  <a:srgbClr val="660033"/>
                </a:solidFill>
              </a:rPr>
              <a:t>I</a:t>
            </a:r>
            <a:r>
              <a:rPr lang="en-US" altLang="zh-CN" sz="2800" i="1" baseline="-25000">
                <a:solidFill>
                  <a:srgbClr val="660033"/>
                </a:solidFill>
              </a:rPr>
              <a:t>D</a:t>
            </a:r>
            <a:r>
              <a:rPr lang="en-US" altLang="zh-CN" sz="2800" baseline="-25000">
                <a:solidFill>
                  <a:srgbClr val="FF0000"/>
                </a:solidFill>
              </a:rPr>
              <a:t>  </a:t>
            </a:r>
            <a:r>
              <a:rPr lang="en-US" altLang="zh-CN" sz="2800"/>
              <a:t>=</a:t>
            </a:r>
            <a:r>
              <a:rPr lang="en-US" altLang="zh-CN" i="1"/>
              <a:t>I  .</a:t>
            </a:r>
          </a:p>
        </p:txBody>
      </p:sp>
      <p:sp>
        <p:nvSpPr>
          <p:cNvPr id="77" name="AutoShape 67">
            <a:extLst>
              <a:ext uri="{FF2B5EF4-FFF2-40B4-BE49-F238E27FC236}">
                <a16:creationId xmlns:a16="http://schemas.microsoft.com/office/drawing/2014/main" id="{CFBC9170-AEE2-4901-BE3C-94F7A5D16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9013" y="5835650"/>
            <a:ext cx="1727200" cy="669925"/>
          </a:xfrm>
          <a:prstGeom prst="wedgeRoundRectCallout">
            <a:avLst>
              <a:gd name="adj1" fmla="val -51144"/>
              <a:gd name="adj2" fmla="val -119907"/>
              <a:gd name="adj3" fmla="val 16667"/>
            </a:avLst>
          </a:prstGeom>
          <a:solidFill>
            <a:srgbClr val="CC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800"/>
              <a:t>位移电流</a:t>
            </a:r>
          </a:p>
        </p:txBody>
      </p:sp>
      <p:sp>
        <p:nvSpPr>
          <p:cNvPr id="78" name="Text Box 68">
            <a:extLst>
              <a:ext uri="{FF2B5EF4-FFF2-40B4-BE49-F238E27FC236}">
                <a16:creationId xmlns:a16="http://schemas.microsoft.com/office/drawing/2014/main" id="{A25192E5-7EFE-43CD-A8D4-B445266185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216650"/>
            <a:ext cx="7216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矛盾不复存在。 问题是</a:t>
            </a:r>
            <a:r>
              <a:rPr lang="en-US" altLang="zh-CN" sz="2800"/>
              <a:t>:  </a:t>
            </a:r>
            <a:r>
              <a:rPr lang="en-US" altLang="zh-CN" i="1">
                <a:solidFill>
                  <a:srgbClr val="660033"/>
                </a:solidFill>
              </a:rPr>
              <a:t>I</a:t>
            </a:r>
            <a:r>
              <a:rPr lang="en-US" altLang="zh-CN" sz="2800" i="1" baseline="-25000">
                <a:solidFill>
                  <a:srgbClr val="660033"/>
                </a:solidFill>
              </a:rPr>
              <a:t>D</a:t>
            </a:r>
            <a:r>
              <a:rPr lang="en-US" altLang="zh-CN" sz="2800" baseline="-25000"/>
              <a:t>  </a:t>
            </a:r>
            <a:r>
              <a:rPr lang="zh-CN" altLang="en-US" sz="2800"/>
              <a:t>到底是什么？</a:t>
            </a:r>
          </a:p>
        </p:txBody>
      </p:sp>
      <p:graphicFrame>
        <p:nvGraphicFramePr>
          <p:cNvPr id="79" name="Object 82">
            <a:extLst>
              <a:ext uri="{FF2B5EF4-FFF2-40B4-BE49-F238E27FC236}">
                <a16:creationId xmlns:a16="http://schemas.microsoft.com/office/drawing/2014/main" id="{CE338F62-4B1F-4CEA-A46A-62304239B3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0350" y="5586413"/>
          <a:ext cx="1990725" cy="693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8" name="公式" r:id="rId10" imgW="837836" imgH="291973" progId="Equation.3">
                  <p:embed/>
                </p:oleObj>
              </mc:Choice>
              <mc:Fallback>
                <p:oleObj name="公式" r:id="rId10" imgW="837836" imgH="291973" progId="Equation.3">
                  <p:embed/>
                  <p:pic>
                    <p:nvPicPr>
                      <p:cNvPr id="0" name="Objec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0350" y="5586413"/>
                        <a:ext cx="1990725" cy="693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D2F3871D-E4ED-4234-B5B0-923EAE6C8B99}"/>
              </a:ext>
            </a:extLst>
          </p:cNvPr>
          <p:cNvGrpSpPr>
            <a:grpSpLocks/>
          </p:cNvGrpSpPr>
          <p:nvPr/>
        </p:nvGrpSpPr>
        <p:grpSpPr bwMode="auto">
          <a:xfrm>
            <a:off x="4589463" y="0"/>
            <a:ext cx="4476750" cy="701675"/>
            <a:chOff x="4589253" y="0"/>
            <a:chExt cx="4476960" cy="701674"/>
          </a:xfrm>
        </p:grpSpPr>
        <p:graphicFrame>
          <p:nvGraphicFramePr>
            <p:cNvPr id="5150" name="对象 5">
              <a:extLst>
                <a:ext uri="{FF2B5EF4-FFF2-40B4-BE49-F238E27FC236}">
                  <a16:creationId xmlns:a16="http://schemas.microsoft.com/office/drawing/2014/main" id="{E5705AE7-0D34-49A4-B279-D61D93A9543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88188" y="101599"/>
            <a:ext cx="1790700" cy="600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239" name="Equation" r:id="rId12" imgW="1790711" imgH="600210" progId="Equation.DSMT4">
                    <p:embed/>
                  </p:oleObj>
                </mc:Choice>
                <mc:Fallback>
                  <p:oleObj name="Equation" r:id="rId12" imgW="1790711" imgH="600210" progId="Equation.DSMT4">
                    <p:embed/>
                    <p:pic>
                      <p:nvPicPr>
                        <p:cNvPr id="0" name="对象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88188" y="101599"/>
                          <a:ext cx="1790700" cy="6000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1" name="Text Box 102">
              <a:extLst>
                <a:ext uri="{FF2B5EF4-FFF2-40B4-BE49-F238E27FC236}">
                  <a16:creationId xmlns:a16="http://schemas.microsoft.com/office/drawing/2014/main" id="{E9C65D5C-2BAA-4B4F-AA68-1FE89AC5E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4869" y="114299"/>
              <a:ext cx="4008437" cy="5191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2800">
                  <a:solidFill>
                    <a:srgbClr val="FF0000"/>
                  </a:solidFill>
                </a:rPr>
                <a:t>安培环路定理</a:t>
              </a:r>
            </a:p>
          </p:txBody>
        </p:sp>
        <p:sp>
          <p:nvSpPr>
            <p:cNvPr id="5152" name="矩形 8">
              <a:extLst>
                <a:ext uri="{FF2B5EF4-FFF2-40B4-BE49-F238E27FC236}">
                  <a16:creationId xmlns:a16="http://schemas.microsoft.com/office/drawing/2014/main" id="{39A55314-A1C6-4A34-8821-8A6BFE957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9253" y="0"/>
              <a:ext cx="4476960" cy="701674"/>
            </a:xfrm>
            <a:prstGeom prst="rect">
              <a:avLst/>
            </a:prstGeom>
            <a:noFill/>
            <a:ln w="15875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zh-CN" sz="2800"/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14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75"/>
                                        <p:tgtEl>
                                          <p:spTgt spid="14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7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75"/>
                                        <p:tgtEl>
                                          <p:spTgt spid="14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4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4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7" dur="75"/>
                                        <p:tgtEl>
                                          <p:spTgt spid="14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59" dur="500"/>
                                        <p:tgtEl>
                                          <p:spTgt spid="14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4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2" dur="500"/>
                                        <p:tgtEl>
                                          <p:spTgt spid="14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45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75" fill="hold"/>
                                        <p:tgtEl>
                                          <p:spTgt spid="144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75" fill="hold"/>
                                        <p:tgtEl>
                                          <p:spTgt spid="144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75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75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24" grpId="0" animBg="1"/>
      <p:bldP spid="14339" grpId="0" autoUpdateAnimBg="0"/>
      <p:bldP spid="14438" grpId="0" autoUpdateAnimBg="0"/>
      <p:bldP spid="14439" grpId="0" autoUpdateAnimBg="0"/>
      <p:bldP spid="14440" grpId="0" autoUpdateAnimBg="0"/>
      <p:bldP spid="14441" grpId="0" autoUpdateAnimBg="0"/>
      <p:bldP spid="14442" grpId="0" autoUpdateAnimBg="0"/>
      <p:bldP spid="14446" grpId="0" autoUpdateAnimBg="0"/>
      <p:bldP spid="14469" grpId="0"/>
      <p:bldP spid="14491" grpId="0" animBg="1"/>
      <p:bldP spid="14509" grpId="0" animBg="1"/>
      <p:bldP spid="14510" grpId="0" animBg="1"/>
      <p:bldP spid="65" grpId="0" autoUpdateAnimBg="0"/>
      <p:bldP spid="66" grpId="0" autoUpdateAnimBg="0"/>
      <p:bldP spid="76" grpId="0" autoUpdateAnimBg="0"/>
      <p:bldP spid="77" grpId="0" animBg="1" autoUpdateAnimBg="0"/>
      <p:bldP spid="7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8" name="AutoShape 306">
            <a:extLst>
              <a:ext uri="{FF2B5EF4-FFF2-40B4-BE49-F238E27FC236}">
                <a16:creationId xmlns:a16="http://schemas.microsoft.com/office/drawing/2014/main" id="{EE960D6B-130D-40A4-B39E-A2DB0CF162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7713" y="4279900"/>
            <a:ext cx="949325" cy="1135063"/>
          </a:xfrm>
          <a:prstGeom prst="wedgeEllipseCallout">
            <a:avLst>
              <a:gd name="adj1" fmla="val 132944"/>
              <a:gd name="adj2" fmla="val -22028"/>
            </a:avLst>
          </a:prstGeom>
          <a:solidFill>
            <a:schemeClr val="bg1"/>
          </a:solidFill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49457" name="Rectangle 305">
            <a:extLst>
              <a:ext uri="{FF2B5EF4-FFF2-40B4-BE49-F238E27FC236}">
                <a16:creationId xmlns:a16="http://schemas.microsoft.com/office/drawing/2014/main" id="{14B68132-9E12-4A39-8897-F5CFABD9C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5138" y="1309688"/>
            <a:ext cx="4306887" cy="20828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9154" name="Text Box 2">
            <a:extLst>
              <a:ext uri="{FF2B5EF4-FFF2-40B4-BE49-F238E27FC236}">
                <a16:creationId xmlns:a16="http://schemas.microsoft.com/office/drawing/2014/main" id="{E9D1DB0F-8DD8-4CC9-A445-0E3AE40C7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725" y="1263650"/>
            <a:ext cx="4695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一、位移电流</a:t>
            </a:r>
          </a:p>
        </p:txBody>
      </p:sp>
      <p:sp>
        <p:nvSpPr>
          <p:cNvPr id="49219" name="Text Box 67">
            <a:extLst>
              <a:ext uri="{FF2B5EF4-FFF2-40B4-BE49-F238E27FC236}">
                <a16:creationId xmlns:a16="http://schemas.microsoft.com/office/drawing/2014/main" id="{9418107A-109E-4886-9C79-A47A819E80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2</a:t>
            </a:r>
          </a:p>
        </p:txBody>
      </p:sp>
      <p:sp>
        <p:nvSpPr>
          <p:cNvPr id="49270" name="Text Box 118">
            <a:extLst>
              <a:ext uri="{FF2B5EF4-FFF2-40B4-BE49-F238E27FC236}">
                <a16:creationId xmlns:a16="http://schemas.microsoft.com/office/drawing/2014/main" id="{ECF21676-8710-4E70-B946-6A7D778D3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39725"/>
            <a:ext cx="91440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2"/>
                </a:solidFill>
              </a:rPr>
              <a:t>第</a:t>
            </a:r>
            <a:r>
              <a:rPr lang="en-US" altLang="zh-CN">
                <a:solidFill>
                  <a:schemeClr val="tx2"/>
                </a:solidFill>
              </a:rPr>
              <a:t>1</a:t>
            </a:r>
            <a:r>
              <a:rPr lang="zh-CN" altLang="en-US">
                <a:solidFill>
                  <a:schemeClr val="tx2"/>
                </a:solidFill>
              </a:rPr>
              <a:t>节    位移电流</a:t>
            </a:r>
          </a:p>
        </p:txBody>
      </p:sp>
      <p:sp>
        <p:nvSpPr>
          <p:cNvPr id="49271" name="Text Box 119">
            <a:extLst>
              <a:ext uri="{FF2B5EF4-FFF2-40B4-BE49-F238E27FC236}">
                <a16:creationId xmlns:a16="http://schemas.microsoft.com/office/drawing/2014/main" id="{21FDAE68-6981-43FE-90ED-C030BDE78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300" y="762000"/>
            <a:ext cx="61198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Displacement  Current</a:t>
            </a:r>
          </a:p>
        </p:txBody>
      </p:sp>
      <p:sp>
        <p:nvSpPr>
          <p:cNvPr id="49348" name="Text Box 196">
            <a:extLst>
              <a:ext uri="{FF2B5EF4-FFF2-40B4-BE49-F238E27FC236}">
                <a16:creationId xmlns:a16="http://schemas.microsoft.com/office/drawing/2014/main" id="{D0A9BDBC-E9F0-489D-843B-014171748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5588" y="1238250"/>
            <a:ext cx="503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endParaRPr lang="en-US" altLang="zh-CN" sz="2800"/>
          </a:p>
        </p:txBody>
      </p:sp>
      <p:sp>
        <p:nvSpPr>
          <p:cNvPr id="49349" name="Text Box 197">
            <a:extLst>
              <a:ext uri="{FF2B5EF4-FFF2-40B4-BE49-F238E27FC236}">
                <a16:creationId xmlns:a16="http://schemas.microsoft.com/office/drawing/2014/main" id="{424C2F1A-E28F-498D-AB97-BF67481C83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9313" y="1260475"/>
            <a:ext cx="503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sp>
        <p:nvSpPr>
          <p:cNvPr id="49350" name="Text Box 198">
            <a:extLst>
              <a:ext uri="{FF2B5EF4-FFF2-40B4-BE49-F238E27FC236}">
                <a16:creationId xmlns:a16="http://schemas.microsoft.com/office/drawing/2014/main" id="{BA8FF2D9-F4FC-41E5-8C94-02E6CD8E81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2393950"/>
            <a:ext cx="3889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如图取高斯面</a:t>
            </a:r>
            <a:r>
              <a:rPr lang="en-US" altLang="zh-CN" sz="2800" i="1"/>
              <a:t>S</a:t>
            </a:r>
            <a:endParaRPr lang="en-US" altLang="zh-CN" sz="2800"/>
          </a:p>
        </p:txBody>
      </p:sp>
      <p:graphicFrame>
        <p:nvGraphicFramePr>
          <p:cNvPr id="49351" name="Object 199">
            <a:extLst>
              <a:ext uri="{FF2B5EF4-FFF2-40B4-BE49-F238E27FC236}">
                <a16:creationId xmlns:a16="http://schemas.microsoft.com/office/drawing/2014/main" id="{6721E65B-7E80-4669-A707-CA741D32D77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0" y="2982913"/>
          <a:ext cx="26812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" name="Equation" r:id="rId3" imgW="3086100" imgH="787400" progId="Equation.DSMT4">
                  <p:embed/>
                </p:oleObj>
              </mc:Choice>
              <mc:Fallback>
                <p:oleObj name="Equation" r:id="rId3" imgW="3086100" imgH="787400" progId="Equation.DSMT4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0" y="2982913"/>
                        <a:ext cx="26812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2" name="Object 200">
            <a:extLst>
              <a:ext uri="{FF2B5EF4-FFF2-40B4-BE49-F238E27FC236}">
                <a16:creationId xmlns:a16="http://schemas.microsoft.com/office/drawing/2014/main" id="{D48B2594-DF69-4D48-9588-78F96D14DD7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55850" y="3775075"/>
          <a:ext cx="3517900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5" imgW="4470400" imgH="635000" progId="Equation.DSMT4">
                  <p:embed/>
                </p:oleObj>
              </mc:Choice>
              <mc:Fallback>
                <p:oleObj name="Equation" r:id="rId5" imgW="4470400" imgH="635000" progId="Equation.DSMT4">
                  <p:embed/>
                  <p:pic>
                    <p:nvPicPr>
                      <p:cNvPr id="0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3775075"/>
                        <a:ext cx="3517900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3" name="Line 201">
            <a:extLst>
              <a:ext uri="{FF2B5EF4-FFF2-40B4-BE49-F238E27FC236}">
                <a16:creationId xmlns:a16="http://schemas.microsoft.com/office/drawing/2014/main" id="{2B639C62-A6DD-45F5-99D2-9D73EFDE7C2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57625" y="3827463"/>
            <a:ext cx="647700" cy="36036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9354" name="Text Box 202">
            <a:extLst>
              <a:ext uri="{FF2B5EF4-FFF2-40B4-BE49-F238E27FC236}">
                <a16:creationId xmlns:a16="http://schemas.microsoft.com/office/drawing/2014/main" id="{8071E64E-ACC5-4119-93FA-08A7386A76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0713" y="35464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49355" name="Object 203">
            <a:extLst>
              <a:ext uri="{FF2B5EF4-FFF2-40B4-BE49-F238E27FC236}">
                <a16:creationId xmlns:a16="http://schemas.microsoft.com/office/drawing/2014/main" id="{8BEB74E4-5EC9-41C0-9D58-B8ACFD1376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00738" y="3843338"/>
          <a:ext cx="8667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5" name="Equation" r:id="rId7" imgW="1002865" imgH="495085" progId="Equation.DSMT4">
                  <p:embed/>
                </p:oleObj>
              </mc:Choice>
              <mc:Fallback>
                <p:oleObj name="Equation" r:id="rId7" imgW="1002865" imgH="495085" progId="Equation.DSMT4">
                  <p:embed/>
                  <p:pic>
                    <p:nvPicPr>
                      <p:cNvPr id="0" name="Object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0738" y="3843338"/>
                        <a:ext cx="8667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6" name="Object 204">
            <a:extLst>
              <a:ext uri="{FF2B5EF4-FFF2-40B4-BE49-F238E27FC236}">
                <a16:creationId xmlns:a16="http://schemas.microsoft.com/office/drawing/2014/main" id="{87AA2105-496C-4C76-BCBB-63FE8366CB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6075" y="3806825"/>
          <a:ext cx="8636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6" name="公式" r:id="rId9" imgW="812447" imgH="431613" progId="Equation.3">
                  <p:embed/>
                </p:oleObj>
              </mc:Choice>
              <mc:Fallback>
                <p:oleObj name="公式" r:id="rId9" imgW="812447" imgH="431613" progId="Equation.3">
                  <p:embed/>
                  <p:pic>
                    <p:nvPicPr>
                      <p:cNvPr id="0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6075" y="3806825"/>
                        <a:ext cx="8636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57" name="Text Box 205">
            <a:extLst>
              <a:ext uri="{FF2B5EF4-FFF2-40B4-BE49-F238E27FC236}">
                <a16:creationId xmlns:a16="http://schemas.microsoft.com/office/drawing/2014/main" id="{8D72CC68-41C8-41BA-9005-46307E072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4543425"/>
            <a:ext cx="3741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穿过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的电流</a:t>
            </a:r>
          </a:p>
        </p:txBody>
      </p:sp>
      <p:graphicFrame>
        <p:nvGraphicFramePr>
          <p:cNvPr id="49358" name="Object 206">
            <a:extLst>
              <a:ext uri="{FF2B5EF4-FFF2-40B4-BE49-F238E27FC236}">
                <a16:creationId xmlns:a16="http://schemas.microsoft.com/office/drawing/2014/main" id="{6465D038-B988-442E-95FD-30B54E5FE8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4400550"/>
          <a:ext cx="966788" cy="865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7" name="Equation" r:id="rId11" imgW="1117600" imgH="850900" progId="Equation.DSMT4">
                  <p:embed/>
                </p:oleObj>
              </mc:Choice>
              <mc:Fallback>
                <p:oleObj name="Equation" r:id="rId11" imgW="1117600" imgH="850900" progId="Equation.DSMT4">
                  <p:embed/>
                  <p:pic>
                    <p:nvPicPr>
                      <p:cNvPr id="0" name="Object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400550"/>
                        <a:ext cx="966788" cy="865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59" name="Object 207">
            <a:extLst>
              <a:ext uri="{FF2B5EF4-FFF2-40B4-BE49-F238E27FC236}">
                <a16:creationId xmlns:a16="http://schemas.microsoft.com/office/drawing/2014/main" id="{CE4AE36F-4894-46DA-8E04-870CEC0C1F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79950" y="4395788"/>
          <a:ext cx="785813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8" name="Equation" r:id="rId13" imgW="875920" imgH="863225" progId="Equation.DSMT4">
                  <p:embed/>
                </p:oleObj>
              </mc:Choice>
              <mc:Fallback>
                <p:oleObj name="Equation" r:id="rId13" imgW="875920" imgH="863225" progId="Equation.DSMT4">
                  <p:embed/>
                  <p:pic>
                    <p:nvPicPr>
                      <p:cNvPr id="0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9950" y="4395788"/>
                        <a:ext cx="785813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60" name="Text Box 208">
            <a:extLst>
              <a:ext uri="{FF2B5EF4-FFF2-40B4-BE49-F238E27FC236}">
                <a16:creationId xmlns:a16="http://schemas.microsoft.com/office/drawing/2014/main" id="{FDBB3286-13B3-45F7-9A25-CA649F2D8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0300" y="5235575"/>
            <a:ext cx="5359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若</a:t>
            </a: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面不随时间</a:t>
            </a:r>
            <a:r>
              <a:rPr lang="en-US" altLang="zh-CN" sz="2800" i="1"/>
              <a:t>t </a:t>
            </a:r>
            <a:r>
              <a:rPr lang="zh-CN" altLang="en-US" sz="2800"/>
              <a:t>变化</a:t>
            </a:r>
          </a:p>
        </p:txBody>
      </p:sp>
      <p:graphicFrame>
        <p:nvGraphicFramePr>
          <p:cNvPr id="49361" name="Object 209">
            <a:extLst>
              <a:ext uri="{FF2B5EF4-FFF2-40B4-BE49-F238E27FC236}">
                <a16:creationId xmlns:a16="http://schemas.microsoft.com/office/drawing/2014/main" id="{A7E76061-5815-4E16-88F0-588A4D1883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4550" y="5826125"/>
          <a:ext cx="236537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9" name="Equation" r:id="rId15" imgW="2209800" imgH="711200" progId="Equation.DSMT4">
                  <p:embed/>
                </p:oleObj>
              </mc:Choice>
              <mc:Fallback>
                <p:oleObj name="Equation" r:id="rId15" imgW="2209800" imgH="711200" progId="Equation.DSMT4">
                  <p:embed/>
                  <p:pic>
                    <p:nvPicPr>
                      <p:cNvPr id="0" name="Object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4550" y="5826125"/>
                        <a:ext cx="236537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62" name="Object 210">
            <a:extLst>
              <a:ext uri="{FF2B5EF4-FFF2-40B4-BE49-F238E27FC236}">
                <a16:creationId xmlns:a16="http://schemas.microsoft.com/office/drawing/2014/main" id="{2B2A7FAB-5214-428C-B91A-6BB9196054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36713" y="5721350"/>
          <a:ext cx="1652587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0" name="Equation" r:id="rId17" imgW="1676400" imgH="876300" progId="Equation.DSMT4">
                  <p:embed/>
                </p:oleObj>
              </mc:Choice>
              <mc:Fallback>
                <p:oleObj name="Equation" r:id="rId17" imgW="1676400" imgH="876300" progId="Equation.DSMT4">
                  <p:embed/>
                  <p:pic>
                    <p:nvPicPr>
                      <p:cNvPr id="0" name="Object 2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6713" y="5721350"/>
                        <a:ext cx="1652587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91" name="Object 239">
            <a:extLst>
              <a:ext uri="{FF2B5EF4-FFF2-40B4-BE49-F238E27FC236}">
                <a16:creationId xmlns:a16="http://schemas.microsoft.com/office/drawing/2014/main" id="{F2C3E045-BB13-4A8B-A55A-EB7B5F1447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7525" y="4437063"/>
          <a:ext cx="99536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1" name="Equation" r:id="rId19" imgW="1054100" imgH="787400" progId="Equation.DSMT4">
                  <p:embed/>
                </p:oleObj>
              </mc:Choice>
              <mc:Fallback>
                <p:oleObj name="Equation" r:id="rId19" imgW="1054100" imgH="787400" progId="Equation.DSMT4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7525" y="4437063"/>
                        <a:ext cx="995363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392" name="Object 240">
            <a:extLst>
              <a:ext uri="{FF2B5EF4-FFF2-40B4-BE49-F238E27FC236}">
                <a16:creationId xmlns:a16="http://schemas.microsoft.com/office/drawing/2014/main" id="{2D94E0BD-9829-4B50-BC22-51AFA24C727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03938" y="4437063"/>
          <a:ext cx="604837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2" name="Equation" r:id="rId21" imgW="581056" imgH="362070" progId="Equation.DSMT4">
                  <p:embed/>
                </p:oleObj>
              </mc:Choice>
              <mc:Fallback>
                <p:oleObj name="Equation" r:id="rId21" imgW="581056" imgH="362070" progId="Equation.DSMT4">
                  <p:embed/>
                  <p:pic>
                    <p:nvPicPr>
                      <p:cNvPr id="0" name="Object 2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3938" y="4437063"/>
                        <a:ext cx="604837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393" name="Text Box 241">
            <a:extLst>
              <a:ext uri="{FF2B5EF4-FFF2-40B4-BE49-F238E27FC236}">
                <a16:creationId xmlns:a16="http://schemas.microsoft.com/office/drawing/2014/main" id="{772FF970-A1F2-477D-9775-D041F6BF8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833563"/>
            <a:ext cx="46958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位移电流的定义</a:t>
            </a:r>
          </a:p>
        </p:txBody>
      </p:sp>
      <p:sp>
        <p:nvSpPr>
          <p:cNvPr id="49394" name="Text Box 242">
            <a:extLst>
              <a:ext uri="{FF2B5EF4-FFF2-40B4-BE49-F238E27FC236}">
                <a16:creationId xmlns:a16="http://schemas.microsoft.com/office/drawing/2014/main" id="{01615DBA-7B7C-4917-89B5-9F000B693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3188" y="4545013"/>
            <a:ext cx="110013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极板</a:t>
            </a:r>
          </a:p>
        </p:txBody>
      </p:sp>
      <p:sp>
        <p:nvSpPr>
          <p:cNvPr id="49395" name="Text Box 243">
            <a:extLst>
              <a:ext uri="{FF2B5EF4-FFF2-40B4-BE49-F238E27FC236}">
                <a16:creationId xmlns:a16="http://schemas.microsoft.com/office/drawing/2014/main" id="{150DD415-5ED6-4F5A-88CD-4D9416260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59200" y="3440113"/>
            <a:ext cx="3889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内</a:t>
            </a:r>
          </a:p>
        </p:txBody>
      </p:sp>
      <p:sp>
        <p:nvSpPr>
          <p:cNvPr id="49396" name="Oval 244">
            <a:extLst>
              <a:ext uri="{FF2B5EF4-FFF2-40B4-BE49-F238E27FC236}">
                <a16:creationId xmlns:a16="http://schemas.microsoft.com/office/drawing/2014/main" id="{1A4EE767-D97C-45E0-A1DD-E0376C28F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59025" y="398780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9397" name="Oval 245">
            <a:extLst>
              <a:ext uri="{FF2B5EF4-FFF2-40B4-BE49-F238E27FC236}">
                <a16:creationId xmlns:a16="http://schemas.microsoft.com/office/drawing/2014/main" id="{B5E0F992-D816-4D64-9A81-47C2F36B2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0450" y="31797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49398" name="Text Box 246">
            <a:extLst>
              <a:ext uri="{FF2B5EF4-FFF2-40B4-BE49-F238E27FC236}">
                <a16:creationId xmlns:a16="http://schemas.microsoft.com/office/drawing/2014/main" id="{3AFBACE0-2D11-46FE-A4B0-023693834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7300" y="3697288"/>
            <a:ext cx="611188" cy="237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有电流的量纲</a:t>
            </a:r>
          </a:p>
        </p:txBody>
      </p:sp>
      <p:graphicFrame>
        <p:nvGraphicFramePr>
          <p:cNvPr id="49399" name="Object 247">
            <a:extLst>
              <a:ext uri="{FF2B5EF4-FFF2-40B4-BE49-F238E27FC236}">
                <a16:creationId xmlns:a16="http://schemas.microsoft.com/office/drawing/2014/main" id="{C0EBE42F-622F-4077-8907-5F06132E0D8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80088" y="5759450"/>
          <a:ext cx="191928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303" name="Equation" r:id="rId23" imgW="1790700" imgH="774700" progId="Equation.DSMT4">
                  <p:embed/>
                </p:oleObj>
              </mc:Choice>
              <mc:Fallback>
                <p:oleObj name="Equation" r:id="rId23" imgW="1790700" imgH="774700" progId="Equation.DSMT4">
                  <p:embed/>
                  <p:pic>
                    <p:nvPicPr>
                      <p:cNvPr id="0" name="Object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80088" y="5759450"/>
                        <a:ext cx="191928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61">
            <a:extLst>
              <a:ext uri="{FF2B5EF4-FFF2-40B4-BE49-F238E27FC236}">
                <a16:creationId xmlns:a16="http://schemas.microsoft.com/office/drawing/2014/main" id="{9321FD76-1EF0-456C-AA18-7111CCCB31D1}"/>
              </a:ext>
            </a:extLst>
          </p:cNvPr>
          <p:cNvGrpSpPr>
            <a:grpSpLocks/>
          </p:cNvGrpSpPr>
          <p:nvPr/>
        </p:nvGrpSpPr>
        <p:grpSpPr bwMode="auto">
          <a:xfrm>
            <a:off x="4392613" y="1677988"/>
            <a:ext cx="4049712" cy="1481137"/>
            <a:chOff x="859" y="710"/>
            <a:chExt cx="2551" cy="933"/>
          </a:xfrm>
        </p:grpSpPr>
        <p:sp>
          <p:nvSpPr>
            <p:cNvPr id="6184" name="Line 262">
              <a:extLst>
                <a:ext uri="{FF2B5EF4-FFF2-40B4-BE49-F238E27FC236}">
                  <a16:creationId xmlns:a16="http://schemas.microsoft.com/office/drawing/2014/main" id="{F622E49C-9B03-4C33-B347-D1D4EC60E6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4" y="932"/>
              <a:ext cx="1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185" name="Group 263">
              <a:extLst>
                <a:ext uri="{FF2B5EF4-FFF2-40B4-BE49-F238E27FC236}">
                  <a16:creationId xmlns:a16="http://schemas.microsoft.com/office/drawing/2014/main" id="{914C324A-EBDF-4890-80CD-C86A68FB84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9" y="772"/>
              <a:ext cx="972" cy="871"/>
              <a:chOff x="615" y="1320"/>
              <a:chExt cx="972" cy="871"/>
            </a:xfrm>
          </p:grpSpPr>
          <p:sp>
            <p:nvSpPr>
              <p:cNvPr id="6209" name="Rectangle 264">
                <a:extLst>
                  <a:ext uri="{FF2B5EF4-FFF2-40B4-BE49-F238E27FC236}">
                    <a16:creationId xmlns:a16="http://schemas.microsoft.com/office/drawing/2014/main" id="{FF340F44-028B-40B3-BB9B-7352E5D7EC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" y="1320"/>
                <a:ext cx="358" cy="87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210" name="Line 265">
                <a:extLst>
                  <a:ext uri="{FF2B5EF4-FFF2-40B4-BE49-F238E27FC236}">
                    <a16:creationId xmlns:a16="http://schemas.microsoft.com/office/drawing/2014/main" id="{18DFE828-DF9D-4A0B-BA03-8550E1172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648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1" name="Line 266">
                <a:extLst>
                  <a:ext uri="{FF2B5EF4-FFF2-40B4-BE49-F238E27FC236}">
                    <a16:creationId xmlns:a16="http://schemas.microsoft.com/office/drawing/2014/main" id="{5C3B3682-9BDE-46AA-A8E8-730280DA33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827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2" name="Rectangle 267">
                <a:extLst>
                  <a:ext uri="{FF2B5EF4-FFF2-40B4-BE49-F238E27FC236}">
                    <a16:creationId xmlns:a16="http://schemas.microsoft.com/office/drawing/2014/main" id="{2392F8C2-4664-4ACD-8896-7D36E6E10B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1659"/>
                <a:ext cx="493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213" name="Text Box 268">
                <a:extLst>
                  <a:ext uri="{FF2B5EF4-FFF2-40B4-BE49-F238E27FC236}">
                    <a16:creationId xmlns:a16="http://schemas.microsoft.com/office/drawing/2014/main" id="{ED546BCB-7231-4B06-B133-F211EB7F085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" y="1395"/>
                <a:ext cx="517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i="1">
                    <a:solidFill>
                      <a:srgbClr val="FF3300"/>
                    </a:solidFill>
                  </a:rPr>
                  <a:t>i</a:t>
                </a:r>
              </a:p>
            </p:txBody>
          </p:sp>
          <p:grpSp>
            <p:nvGrpSpPr>
              <p:cNvPr id="6214" name="Group 269">
                <a:extLst>
                  <a:ext uri="{FF2B5EF4-FFF2-40B4-BE49-F238E27FC236}">
                    <a16:creationId xmlns:a16="http://schemas.microsoft.com/office/drawing/2014/main" id="{31004727-7401-4D26-8739-EFCA05E451C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0" y="1453"/>
                <a:ext cx="565" cy="565"/>
                <a:chOff x="520" y="1453"/>
                <a:chExt cx="565" cy="565"/>
              </a:xfrm>
            </p:grpSpPr>
            <p:grpSp>
              <p:nvGrpSpPr>
                <p:cNvPr id="6219" name="Group 270">
                  <a:extLst>
                    <a:ext uri="{FF2B5EF4-FFF2-40B4-BE49-F238E27FC236}">
                      <a16:creationId xmlns:a16="http://schemas.microsoft.com/office/drawing/2014/main" id="{37AC6A96-C14A-4D02-82FC-B0CB625387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2" y="1453"/>
                  <a:ext cx="556" cy="229"/>
                  <a:chOff x="1313" y="1911"/>
                  <a:chExt cx="556" cy="229"/>
                </a:xfrm>
              </p:grpSpPr>
              <p:sp>
                <p:nvSpPr>
                  <p:cNvPr id="6225" name="Line 271">
                    <a:extLst>
                      <a:ext uri="{FF2B5EF4-FFF2-40B4-BE49-F238E27FC236}">
                        <a16:creationId xmlns:a16="http://schemas.microsoft.com/office/drawing/2014/main" id="{C4AB4078-DDB9-4F02-B73A-219BF8A78D1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26" name="Freeform 272">
                    <a:extLst>
                      <a:ext uri="{FF2B5EF4-FFF2-40B4-BE49-F238E27FC236}">
                        <a16:creationId xmlns:a16="http://schemas.microsoft.com/office/drawing/2014/main" id="{ABA38643-58A8-46C4-86AD-A33B64A1A5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6220" name="Group 273">
                  <a:extLst>
                    <a:ext uri="{FF2B5EF4-FFF2-40B4-BE49-F238E27FC236}">
                      <a16:creationId xmlns:a16="http://schemas.microsoft.com/office/drawing/2014/main" id="{4B75181F-13FD-4C51-BBA2-DECE6FFF45A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29" y="1789"/>
                  <a:ext cx="556" cy="229"/>
                  <a:chOff x="1313" y="1911"/>
                  <a:chExt cx="556" cy="229"/>
                </a:xfrm>
              </p:grpSpPr>
              <p:sp>
                <p:nvSpPr>
                  <p:cNvPr id="6223" name="Line 274">
                    <a:extLst>
                      <a:ext uri="{FF2B5EF4-FFF2-40B4-BE49-F238E27FC236}">
                        <a16:creationId xmlns:a16="http://schemas.microsoft.com/office/drawing/2014/main" id="{5BD5BB67-46A9-4C69-ACBF-BF1B48DDB11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6224" name="Freeform 275">
                    <a:extLst>
                      <a:ext uri="{FF2B5EF4-FFF2-40B4-BE49-F238E27FC236}">
                        <a16:creationId xmlns:a16="http://schemas.microsoft.com/office/drawing/2014/main" id="{D6012BAF-4D15-445E-BAE5-74887E2C263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6221" name="Line 276">
                  <a:extLst>
                    <a:ext uri="{FF2B5EF4-FFF2-40B4-BE49-F238E27FC236}">
                      <a16:creationId xmlns:a16="http://schemas.microsoft.com/office/drawing/2014/main" id="{93802E04-CE88-4833-BD89-A01503E33FB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743"/>
                  <a:ext cx="551" cy="0"/>
                </a:xfrm>
                <a:prstGeom prst="line">
                  <a:avLst/>
                </a:prstGeom>
                <a:noFill/>
                <a:ln w="190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222" name="Line 277">
                  <a:extLst>
                    <a:ext uri="{FF2B5EF4-FFF2-40B4-BE49-F238E27FC236}">
                      <a16:creationId xmlns:a16="http://schemas.microsoft.com/office/drawing/2014/main" id="{CB9B9729-51EC-4C31-83A8-48E631C4EB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7" y="1738"/>
                  <a:ext cx="1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6215" name="Oval 278">
                <a:extLst>
                  <a:ext uri="{FF2B5EF4-FFF2-40B4-BE49-F238E27FC236}">
                    <a16:creationId xmlns:a16="http://schemas.microsoft.com/office/drawing/2014/main" id="{0DF18D6E-28A3-4C9A-9CA5-5F122C2047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3" y="1368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6216" name="Oval 279">
                <a:extLst>
                  <a:ext uri="{FF2B5EF4-FFF2-40B4-BE49-F238E27FC236}">
                    <a16:creationId xmlns:a16="http://schemas.microsoft.com/office/drawing/2014/main" id="{709118B8-B92E-426F-BCFD-E62197485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4" y="1639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6217" name="Oval 280">
                <a:extLst>
                  <a:ext uri="{FF2B5EF4-FFF2-40B4-BE49-F238E27FC236}">
                    <a16:creationId xmlns:a16="http://schemas.microsoft.com/office/drawing/2014/main" id="{9945345D-ACAF-4B94-ABB3-7F6F8387A4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" y="1931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6218" name="AutoShape 281">
                <a:extLst>
                  <a:ext uri="{FF2B5EF4-FFF2-40B4-BE49-F238E27FC236}">
                    <a16:creationId xmlns:a16="http://schemas.microsoft.com/office/drawing/2014/main" id="{3A36E0B1-26DC-4707-9DCE-1E0676879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" y="1652"/>
                <a:ext cx="291" cy="159"/>
              </a:xfrm>
              <a:prstGeom prst="rightArrow">
                <a:avLst>
                  <a:gd name="adj1" fmla="val 49685"/>
                  <a:gd name="adj2" fmla="val 67920"/>
                </a:avLst>
              </a:prstGeom>
              <a:solidFill>
                <a:srgbClr val="FF9933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grpSp>
          <p:nvGrpSpPr>
            <p:cNvPr id="6186" name="Group 282">
              <a:extLst>
                <a:ext uri="{FF2B5EF4-FFF2-40B4-BE49-F238E27FC236}">
                  <a16:creationId xmlns:a16="http://schemas.microsoft.com/office/drawing/2014/main" id="{3129E2F6-574E-4CC1-9D88-1F3CFEA54F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47" y="710"/>
              <a:ext cx="963" cy="927"/>
              <a:chOff x="2517" y="710"/>
              <a:chExt cx="963" cy="927"/>
            </a:xfrm>
          </p:grpSpPr>
          <p:sp>
            <p:nvSpPr>
              <p:cNvPr id="6192" name="Rectangle 283">
                <a:extLst>
                  <a:ext uri="{FF2B5EF4-FFF2-40B4-BE49-F238E27FC236}">
                    <a16:creationId xmlns:a16="http://schemas.microsoft.com/office/drawing/2014/main" id="{00D8950E-654C-4160-ABC7-97C8FC780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H="1">
                <a:off x="2561" y="766"/>
                <a:ext cx="358" cy="871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193" name="Line 284">
                <a:extLst>
                  <a:ext uri="{FF2B5EF4-FFF2-40B4-BE49-F238E27FC236}">
                    <a16:creationId xmlns:a16="http://schemas.microsoft.com/office/drawing/2014/main" id="{C29D8872-35C1-4C2E-9B03-EE0D66432E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122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4" name="Line 285">
                <a:extLst>
                  <a:ext uri="{FF2B5EF4-FFF2-40B4-BE49-F238E27FC236}">
                    <a16:creationId xmlns:a16="http://schemas.microsoft.com/office/drawing/2014/main" id="{DF4176FE-9C9C-4621-B9B5-EC2928AD6A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10" y="1301"/>
                <a:ext cx="4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5" name="Rectangle 286">
                <a:extLst>
                  <a:ext uri="{FF2B5EF4-FFF2-40B4-BE49-F238E27FC236}">
                    <a16:creationId xmlns:a16="http://schemas.microsoft.com/office/drawing/2014/main" id="{AD10B594-A679-4047-84A5-2F0BBE842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56" y="1133"/>
                <a:ext cx="493" cy="15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196" name="Line 287">
                <a:extLst>
                  <a:ext uri="{FF2B5EF4-FFF2-40B4-BE49-F238E27FC236}">
                    <a16:creationId xmlns:a16="http://schemas.microsoft.com/office/drawing/2014/main" id="{8698F881-C3F8-4BA4-8199-B8A3A5C88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01" y="934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7" name="Freeform 288">
                <a:extLst>
                  <a:ext uri="{FF2B5EF4-FFF2-40B4-BE49-F238E27FC236}">
                    <a16:creationId xmlns:a16="http://schemas.microsoft.com/office/drawing/2014/main" id="{72C0A6A0-E2DD-428C-AF04-6F8C430AE29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2653" y="935"/>
                <a:ext cx="556" cy="228"/>
              </a:xfrm>
              <a:custGeom>
                <a:avLst/>
                <a:gdLst>
                  <a:gd name="T0" fmla="*/ 0 w 1673"/>
                  <a:gd name="T1" fmla="*/ 0 h 836"/>
                  <a:gd name="T2" fmla="*/ 0 w 1673"/>
                  <a:gd name="T3" fmla="*/ 0 h 836"/>
                  <a:gd name="T4" fmla="*/ 0 w 1673"/>
                  <a:gd name="T5" fmla="*/ 0 h 836"/>
                  <a:gd name="T6" fmla="*/ 0 w 1673"/>
                  <a:gd name="T7" fmla="*/ 0 h 836"/>
                  <a:gd name="T8" fmla="*/ 0 w 1673"/>
                  <a:gd name="T9" fmla="*/ 0 h 836"/>
                  <a:gd name="T10" fmla="*/ 0 w 1673"/>
                  <a:gd name="T11" fmla="*/ 0 h 836"/>
                  <a:gd name="T12" fmla="*/ 0 w 1673"/>
                  <a:gd name="T13" fmla="*/ 0 h 836"/>
                  <a:gd name="T14" fmla="*/ 0 w 1673"/>
                  <a:gd name="T15" fmla="*/ 0 h 8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73"/>
                  <a:gd name="T25" fmla="*/ 0 h 836"/>
                  <a:gd name="T26" fmla="*/ 1673 w 1673"/>
                  <a:gd name="T27" fmla="*/ 836 h 8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73" h="836">
                    <a:moveTo>
                      <a:pt x="0" y="836"/>
                    </a:moveTo>
                    <a:lnTo>
                      <a:pt x="805" y="836"/>
                    </a:lnTo>
                    <a:lnTo>
                      <a:pt x="900" y="804"/>
                    </a:lnTo>
                    <a:lnTo>
                      <a:pt x="986" y="662"/>
                    </a:lnTo>
                    <a:lnTo>
                      <a:pt x="986" y="173"/>
                    </a:lnTo>
                    <a:lnTo>
                      <a:pt x="1010" y="63"/>
                    </a:lnTo>
                    <a:lnTo>
                      <a:pt x="1105" y="0"/>
                    </a:lnTo>
                    <a:lnTo>
                      <a:pt x="1673" y="0"/>
                    </a:lnTo>
                  </a:path>
                </a:pathLst>
              </a:custGeom>
              <a:noFill/>
              <a:ln w="19050">
                <a:solidFill>
                  <a:srgbClr val="FF66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8" name="Line 289">
                <a:extLst>
                  <a:ext uri="{FF2B5EF4-FFF2-40B4-BE49-F238E27FC236}">
                    <a16:creationId xmlns:a16="http://schemas.microsoft.com/office/drawing/2014/main" id="{A5ECF0E4-E46D-41F6-B200-CB91BE2ED3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77" y="1485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 type="triangle" w="sm" len="lg"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199" name="Freeform 290">
                <a:extLst>
                  <a:ext uri="{FF2B5EF4-FFF2-40B4-BE49-F238E27FC236}">
                    <a16:creationId xmlns:a16="http://schemas.microsoft.com/office/drawing/2014/main" id="{51B39A3E-FC94-4584-B458-F544409AD55F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2643" y="1256"/>
                <a:ext cx="556" cy="228"/>
              </a:xfrm>
              <a:custGeom>
                <a:avLst/>
                <a:gdLst>
                  <a:gd name="T0" fmla="*/ 0 w 1673"/>
                  <a:gd name="T1" fmla="*/ 0 h 836"/>
                  <a:gd name="T2" fmla="*/ 0 w 1673"/>
                  <a:gd name="T3" fmla="*/ 0 h 836"/>
                  <a:gd name="T4" fmla="*/ 0 w 1673"/>
                  <a:gd name="T5" fmla="*/ 0 h 836"/>
                  <a:gd name="T6" fmla="*/ 0 w 1673"/>
                  <a:gd name="T7" fmla="*/ 0 h 836"/>
                  <a:gd name="T8" fmla="*/ 0 w 1673"/>
                  <a:gd name="T9" fmla="*/ 0 h 836"/>
                  <a:gd name="T10" fmla="*/ 0 w 1673"/>
                  <a:gd name="T11" fmla="*/ 0 h 836"/>
                  <a:gd name="T12" fmla="*/ 0 w 1673"/>
                  <a:gd name="T13" fmla="*/ 0 h 836"/>
                  <a:gd name="T14" fmla="*/ 0 w 1673"/>
                  <a:gd name="T15" fmla="*/ 0 h 8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673"/>
                  <a:gd name="T25" fmla="*/ 0 h 836"/>
                  <a:gd name="T26" fmla="*/ 1673 w 1673"/>
                  <a:gd name="T27" fmla="*/ 836 h 8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673" h="836">
                    <a:moveTo>
                      <a:pt x="0" y="836"/>
                    </a:moveTo>
                    <a:lnTo>
                      <a:pt x="805" y="836"/>
                    </a:lnTo>
                    <a:lnTo>
                      <a:pt x="900" y="804"/>
                    </a:lnTo>
                    <a:lnTo>
                      <a:pt x="986" y="662"/>
                    </a:lnTo>
                    <a:lnTo>
                      <a:pt x="986" y="173"/>
                    </a:lnTo>
                    <a:lnTo>
                      <a:pt x="1010" y="63"/>
                    </a:lnTo>
                    <a:lnTo>
                      <a:pt x="1105" y="0"/>
                    </a:lnTo>
                    <a:lnTo>
                      <a:pt x="1673" y="0"/>
                    </a:lnTo>
                  </a:path>
                </a:pathLst>
              </a:custGeom>
              <a:noFill/>
              <a:ln w="19050">
                <a:solidFill>
                  <a:srgbClr val="FF6600"/>
                </a:solidFill>
                <a:round/>
                <a:headEnd/>
                <a:tailEnd type="none" w="med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0" name="Line 291">
                <a:extLst>
                  <a:ext uri="{FF2B5EF4-FFF2-40B4-BE49-F238E27FC236}">
                    <a16:creationId xmlns:a16="http://schemas.microsoft.com/office/drawing/2014/main" id="{33A1EE5E-0E04-409A-8C2C-F063BDA67A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65" y="1203"/>
                <a:ext cx="551" cy="0"/>
              </a:xfrm>
              <a:prstGeom prst="line">
                <a:avLst/>
              </a:prstGeom>
              <a:noFill/>
              <a:ln w="19050">
                <a:solidFill>
                  <a:srgbClr val="FF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1" name="Line 292">
                <a:extLst>
                  <a:ext uri="{FF2B5EF4-FFF2-40B4-BE49-F238E27FC236}">
                    <a16:creationId xmlns:a16="http://schemas.microsoft.com/office/drawing/2014/main" id="{4D0C2605-A2F9-4C12-9B7E-D20C4DD909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97" y="1198"/>
                <a:ext cx="168" cy="0"/>
              </a:xfrm>
              <a:prstGeom prst="line">
                <a:avLst/>
              </a:prstGeom>
              <a:noFill/>
              <a:ln w="38100">
                <a:solidFill>
                  <a:srgbClr val="FF66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202" name="Oval 293">
                <a:extLst>
                  <a:ext uri="{FF2B5EF4-FFF2-40B4-BE49-F238E27FC236}">
                    <a16:creationId xmlns:a16="http://schemas.microsoft.com/office/drawing/2014/main" id="{48B9672D-F344-44E9-B8A6-CC1A0617B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63" y="849"/>
                <a:ext cx="146" cy="159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800">
                  <a:solidFill>
                    <a:schemeClr val="bg1"/>
                  </a:solidFill>
                  <a:sym typeface="Symbol" panose="05050102010706020507" pitchFamily="18" charset="2"/>
                </a:endParaRPr>
              </a:p>
            </p:txBody>
          </p:sp>
          <p:sp>
            <p:nvSpPr>
              <p:cNvPr id="6203" name="Oval 294">
                <a:extLst>
                  <a:ext uri="{FF2B5EF4-FFF2-40B4-BE49-F238E27FC236}">
                    <a16:creationId xmlns:a16="http://schemas.microsoft.com/office/drawing/2014/main" id="{FD2BB344-C8F2-4728-A031-2146FD4CE9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2" y="1113"/>
                <a:ext cx="146" cy="159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/>
              </a:p>
            </p:txBody>
          </p:sp>
          <p:sp>
            <p:nvSpPr>
              <p:cNvPr id="6204" name="Oval 295">
                <a:extLst>
                  <a:ext uri="{FF2B5EF4-FFF2-40B4-BE49-F238E27FC236}">
                    <a16:creationId xmlns:a16="http://schemas.microsoft.com/office/drawing/2014/main" id="{BB0C7A4D-6BAA-4415-A41F-85114220C0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38" y="1377"/>
                <a:ext cx="146" cy="159"/>
              </a:xfrm>
              <a:prstGeom prst="ellipse">
                <a:avLst/>
              </a:prstGeom>
              <a:solidFill>
                <a:srgbClr val="CCECFF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400">
                  <a:solidFill>
                    <a:schemeClr val="bg1"/>
                  </a:solidFill>
                </a:endParaRPr>
              </a:p>
            </p:txBody>
          </p:sp>
          <p:sp>
            <p:nvSpPr>
              <p:cNvPr id="6205" name="AutoShape 296">
                <a:extLst>
                  <a:ext uri="{FF2B5EF4-FFF2-40B4-BE49-F238E27FC236}">
                    <a16:creationId xmlns:a16="http://schemas.microsoft.com/office/drawing/2014/main" id="{A6DDE38C-8963-4776-BD72-DF1ACA8FD0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89" y="1126"/>
                <a:ext cx="291" cy="159"/>
              </a:xfrm>
              <a:prstGeom prst="rightArrow">
                <a:avLst>
                  <a:gd name="adj1" fmla="val 49685"/>
                  <a:gd name="adj2" fmla="val 67920"/>
                </a:avLst>
              </a:prstGeom>
              <a:solidFill>
                <a:srgbClr val="FF9933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6206" name="Text Box 297">
                <a:extLst>
                  <a:ext uri="{FF2B5EF4-FFF2-40B4-BE49-F238E27FC236}">
                    <a16:creationId xmlns:a16="http://schemas.microsoft.com/office/drawing/2014/main" id="{6A699D15-8122-4BB5-8FCE-8ABD821BE6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7" y="710"/>
                <a:ext cx="20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0"/>
                  <a:t>-</a:t>
                </a:r>
              </a:p>
            </p:txBody>
          </p:sp>
          <p:sp>
            <p:nvSpPr>
              <p:cNvPr id="6207" name="Text Box 298">
                <a:extLst>
                  <a:ext uri="{FF2B5EF4-FFF2-40B4-BE49-F238E27FC236}">
                    <a16:creationId xmlns:a16="http://schemas.microsoft.com/office/drawing/2014/main" id="{44D873CA-DF38-40B9-B32C-B713BB6BED6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1" y="981"/>
                <a:ext cx="20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0"/>
                  <a:t>-</a:t>
                </a:r>
              </a:p>
            </p:txBody>
          </p:sp>
          <p:sp>
            <p:nvSpPr>
              <p:cNvPr id="6208" name="Text Box 299">
                <a:extLst>
                  <a:ext uri="{FF2B5EF4-FFF2-40B4-BE49-F238E27FC236}">
                    <a16:creationId xmlns:a16="http://schemas.microsoft.com/office/drawing/2014/main" id="{980B1F9C-99AB-4653-8119-8FFB7E07C32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17" y="1238"/>
                <a:ext cx="201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b="0"/>
                  <a:t>-</a:t>
                </a:r>
              </a:p>
            </p:txBody>
          </p:sp>
        </p:grpSp>
        <p:sp>
          <p:nvSpPr>
            <p:cNvPr id="6187" name="Line 300">
              <a:extLst>
                <a:ext uri="{FF2B5EF4-FFF2-40B4-BE49-F238E27FC236}">
                  <a16:creationId xmlns:a16="http://schemas.microsoft.com/office/drawing/2014/main" id="{BEB80BBF-561D-4A64-AA6E-9ABBD1BEDC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6" y="930"/>
              <a:ext cx="5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8" name="Line 301">
              <a:extLst>
                <a:ext uri="{FF2B5EF4-FFF2-40B4-BE49-F238E27FC236}">
                  <a16:creationId xmlns:a16="http://schemas.microsoft.com/office/drawing/2014/main" id="{A51F987B-0661-405D-B4C8-36CAC0442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1183"/>
              <a:ext cx="1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9" name="Line 302">
              <a:extLst>
                <a:ext uri="{FF2B5EF4-FFF2-40B4-BE49-F238E27FC236}">
                  <a16:creationId xmlns:a16="http://schemas.microsoft.com/office/drawing/2014/main" id="{B80E98AA-CAE5-4510-9C78-C0AE3B4F77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4" y="1181"/>
              <a:ext cx="5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90" name="Line 303">
              <a:extLst>
                <a:ext uri="{FF2B5EF4-FFF2-40B4-BE49-F238E27FC236}">
                  <a16:creationId xmlns:a16="http://schemas.microsoft.com/office/drawing/2014/main" id="{F7868C76-2796-47B5-BDF5-F5CD19C91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72" y="1468"/>
              <a:ext cx="163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91" name="Line 304">
              <a:extLst>
                <a:ext uri="{FF2B5EF4-FFF2-40B4-BE49-F238E27FC236}">
                  <a16:creationId xmlns:a16="http://schemas.microsoft.com/office/drawing/2014/main" id="{B2C8D3ED-7169-4F13-B593-3F6D7533EA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4" y="1466"/>
              <a:ext cx="597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234">
            <a:extLst>
              <a:ext uri="{FF2B5EF4-FFF2-40B4-BE49-F238E27FC236}">
                <a16:creationId xmlns:a16="http://schemas.microsoft.com/office/drawing/2014/main" id="{57F2640A-2E4A-41D5-AD78-BBEBC1A5661A}"/>
              </a:ext>
            </a:extLst>
          </p:cNvPr>
          <p:cNvGrpSpPr>
            <a:grpSpLocks/>
          </p:cNvGrpSpPr>
          <p:nvPr/>
        </p:nvGrpSpPr>
        <p:grpSpPr bwMode="auto">
          <a:xfrm>
            <a:off x="5678488" y="1766888"/>
            <a:ext cx="377825" cy="1393825"/>
            <a:chOff x="4921" y="1480"/>
            <a:chExt cx="227" cy="816"/>
          </a:xfrm>
        </p:grpSpPr>
        <p:sp>
          <p:nvSpPr>
            <p:cNvPr id="6180" name="Line 235">
              <a:extLst>
                <a:ext uri="{FF2B5EF4-FFF2-40B4-BE49-F238E27FC236}">
                  <a16:creationId xmlns:a16="http://schemas.microsoft.com/office/drawing/2014/main" id="{2247DF7D-D4EC-4C68-9844-D9581B8D49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480"/>
              <a:ext cx="0" cy="816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1" name="Line 236">
              <a:extLst>
                <a:ext uri="{FF2B5EF4-FFF2-40B4-BE49-F238E27FC236}">
                  <a16:creationId xmlns:a16="http://schemas.microsoft.com/office/drawing/2014/main" id="{422619A8-9888-4DE6-BA0D-72658B0270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1480"/>
              <a:ext cx="227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2" name="Line 237">
              <a:extLst>
                <a:ext uri="{FF2B5EF4-FFF2-40B4-BE49-F238E27FC236}">
                  <a16:creationId xmlns:a16="http://schemas.microsoft.com/office/drawing/2014/main" id="{A3F128F3-E0BA-4BC5-A6DD-E793566599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1" y="2296"/>
              <a:ext cx="227" cy="0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83" name="Line 238">
              <a:extLst>
                <a:ext uri="{FF2B5EF4-FFF2-40B4-BE49-F238E27FC236}">
                  <a16:creationId xmlns:a16="http://schemas.microsoft.com/office/drawing/2014/main" id="{E9D344A9-CD2A-443A-AD11-294626F4C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48" y="1480"/>
              <a:ext cx="0" cy="816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9459" name="Text Box 307">
            <a:extLst>
              <a:ext uri="{FF2B5EF4-FFF2-40B4-BE49-F238E27FC236}">
                <a16:creationId xmlns:a16="http://schemas.microsoft.com/office/drawing/2014/main" id="{9C10C3FD-CA76-4CC3-AE81-CAA7EC3397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425" y="5932488"/>
            <a:ext cx="757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= </a:t>
            </a:r>
            <a:r>
              <a:rPr lang="en-US" altLang="zh-CN" sz="2800" i="1"/>
              <a:t>I</a:t>
            </a:r>
          </a:p>
        </p:txBody>
      </p:sp>
      <p:sp>
        <p:nvSpPr>
          <p:cNvPr id="49460" name="Text Box 308">
            <a:extLst>
              <a:ext uri="{FF2B5EF4-FFF2-40B4-BE49-F238E27FC236}">
                <a16:creationId xmlns:a16="http://schemas.microsoft.com/office/drawing/2014/main" id="{8330B3F2-F732-4554-9B35-20FBB76AAD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8638" y="6067425"/>
            <a:ext cx="722312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baseline="-25000"/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9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4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4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6" dur="75"/>
                                        <p:tgtEl>
                                          <p:spTgt spid="4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4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6" dur="500"/>
                                        <p:tgtEl>
                                          <p:spTgt spid="49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4" dur="500"/>
                                        <p:tgtEl>
                                          <p:spTgt spid="4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49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3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3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93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93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92" dur="75"/>
                                        <p:tgtEl>
                                          <p:spTgt spid="4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97" dur="500"/>
                                        <p:tgtEl>
                                          <p:spTgt spid="49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49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49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14" dur="500"/>
                                        <p:tgtEl>
                                          <p:spTgt spid="4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9" dur="500"/>
                                        <p:tgtEl>
                                          <p:spTgt spid="49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4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1000"/>
                                        <p:tgtEl>
                                          <p:spTgt spid="4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2" dur="75"/>
                                        <p:tgtEl>
                                          <p:spTgt spid="49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3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45" dur="500"/>
                                        <p:tgtEl>
                                          <p:spTgt spid="49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0" dur="500"/>
                                        <p:tgtEl>
                                          <p:spTgt spid="4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55" dur="500"/>
                                        <p:tgtEl>
                                          <p:spTgt spid="4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9" dur="500"/>
                                        <p:tgtEl>
                                          <p:spTgt spid="4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458" grpId="0" animBg="1"/>
      <p:bldP spid="49457" grpId="0" animBg="1"/>
      <p:bldP spid="49154" grpId="0" autoUpdateAnimBg="0"/>
      <p:bldP spid="49219" grpId="0" autoUpdateAnimBg="0"/>
      <p:bldP spid="49270" grpId="0"/>
      <p:bldP spid="49271" grpId="0"/>
      <p:bldP spid="49348" grpId="0"/>
      <p:bldP spid="49349" grpId="0"/>
      <p:bldP spid="49350" grpId="0" autoUpdateAnimBg="0"/>
      <p:bldP spid="49354" grpId="0" autoUpdateAnimBg="0"/>
      <p:bldP spid="49357" grpId="0" autoUpdateAnimBg="0"/>
      <p:bldP spid="49360" grpId="0" autoUpdateAnimBg="0"/>
      <p:bldP spid="49393" grpId="0" autoUpdateAnimBg="0"/>
      <p:bldP spid="49394" grpId="0"/>
      <p:bldP spid="49395" grpId="0"/>
      <p:bldP spid="49396" grpId="0" animBg="1"/>
      <p:bldP spid="49397" grpId="0" animBg="1"/>
      <p:bldP spid="49459" grpId="0"/>
      <p:bldP spid="4946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78" name="Rectangle 274">
            <a:extLst>
              <a:ext uri="{FF2B5EF4-FFF2-40B4-BE49-F238E27FC236}">
                <a16:creationId xmlns:a16="http://schemas.microsoft.com/office/drawing/2014/main" id="{2CB54893-48F0-4136-BAF7-48CEB928EA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1275" y="3514725"/>
            <a:ext cx="6356350" cy="2159000"/>
          </a:xfrm>
          <a:prstGeom prst="rect">
            <a:avLst/>
          </a:prstGeom>
          <a:solidFill>
            <a:srgbClr val="EAEAEA"/>
          </a:solidFill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8329" name="Text Box 25">
            <a:extLst>
              <a:ext uri="{FF2B5EF4-FFF2-40B4-BE49-F238E27FC236}">
                <a16:creationId xmlns:a16="http://schemas.microsoft.com/office/drawing/2014/main" id="{BB6BB02E-2F04-47CA-92BB-97132DF72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571500"/>
            <a:ext cx="2514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定义：</a:t>
            </a:r>
            <a:endParaRPr lang="zh-CN" altLang="en-US" sz="2800"/>
          </a:p>
        </p:txBody>
      </p:sp>
      <p:graphicFrame>
        <p:nvGraphicFramePr>
          <p:cNvPr id="98330" name="Object 26">
            <a:extLst>
              <a:ext uri="{FF2B5EF4-FFF2-40B4-BE49-F238E27FC236}">
                <a16:creationId xmlns:a16="http://schemas.microsoft.com/office/drawing/2014/main" id="{9EEDAC98-F18E-4F6D-945C-4A169D0FD9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5800" y="455613"/>
          <a:ext cx="12842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5" name="Equation" r:id="rId3" imgW="1600200" imgH="838200" progId="Equation.DSMT4">
                  <p:embed/>
                </p:oleObj>
              </mc:Choice>
              <mc:Fallback>
                <p:oleObj name="Equation" r:id="rId3" imgW="1600200" imgH="838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5800" y="455613"/>
                        <a:ext cx="12842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31" name="Object 27">
            <a:extLst>
              <a:ext uri="{FF2B5EF4-FFF2-40B4-BE49-F238E27FC236}">
                <a16:creationId xmlns:a16="http://schemas.microsoft.com/office/drawing/2014/main" id="{D25FFD5D-C599-4208-91F4-417ACB009F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8825" y="436563"/>
          <a:ext cx="1897063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6" name="Equation" r:id="rId5" imgW="1701800" imgH="774700" progId="Equation.DSMT4">
                  <p:embed/>
                </p:oleObj>
              </mc:Choice>
              <mc:Fallback>
                <p:oleObj name="Equation" r:id="rId5" imgW="1701800" imgH="774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8825" y="436563"/>
                        <a:ext cx="1897063" cy="817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2" name="AutoShape 28">
            <a:extLst>
              <a:ext uri="{FF2B5EF4-FFF2-40B4-BE49-F238E27FC236}">
                <a16:creationId xmlns:a16="http://schemas.microsoft.com/office/drawing/2014/main" id="{BFE5D85B-3C04-4A73-BAF8-923A3C692924}"/>
              </a:ext>
            </a:extLst>
          </p:cNvPr>
          <p:cNvSpPr>
            <a:spLocks/>
          </p:cNvSpPr>
          <p:nvPr/>
        </p:nvSpPr>
        <p:spPr bwMode="auto">
          <a:xfrm>
            <a:off x="5408613" y="625475"/>
            <a:ext cx="1701800" cy="557213"/>
          </a:xfrm>
          <a:prstGeom prst="borderCallout1">
            <a:avLst>
              <a:gd name="adj1" fmla="val 113676"/>
              <a:gd name="adj2" fmla="val 93282"/>
              <a:gd name="adj3" fmla="val 113676"/>
              <a:gd name="adj4" fmla="val -199162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98333" name="Text Box 29">
            <a:extLst>
              <a:ext uri="{FF2B5EF4-FFF2-40B4-BE49-F238E27FC236}">
                <a16:creationId xmlns:a16="http://schemas.microsoft.com/office/drawing/2014/main" id="{D3FC4D86-B82F-4322-8640-C9D45421DE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1484313"/>
            <a:ext cx="39036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位移电流密度</a:t>
            </a:r>
          </a:p>
        </p:txBody>
      </p:sp>
      <p:graphicFrame>
        <p:nvGraphicFramePr>
          <p:cNvPr id="98334" name="Object 30">
            <a:extLst>
              <a:ext uri="{FF2B5EF4-FFF2-40B4-BE49-F238E27FC236}">
                <a16:creationId xmlns:a16="http://schemas.microsoft.com/office/drawing/2014/main" id="{593B3761-CF42-41D9-9F7C-BD8148EB4E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5675" y="1327150"/>
          <a:ext cx="1198563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7" name="Equation" r:id="rId7" imgW="1231366" imgH="774364" progId="Equation.DSMT4">
                  <p:embed/>
                </p:oleObj>
              </mc:Choice>
              <mc:Fallback>
                <p:oleObj name="Equation" r:id="rId7" imgW="1231366" imgH="77436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5675" y="1327150"/>
                        <a:ext cx="1198563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335" name="Object 31">
            <a:extLst>
              <a:ext uri="{FF2B5EF4-FFF2-40B4-BE49-F238E27FC236}">
                <a16:creationId xmlns:a16="http://schemas.microsoft.com/office/drawing/2014/main" id="{1AF70C29-BF81-4A70-85C0-CC7CF2EAEE9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32338" y="1316038"/>
          <a:ext cx="1373187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8" name="Equation" r:id="rId9" imgW="1371600" imgH="774700" progId="Equation.DSMT4">
                  <p:embed/>
                </p:oleObj>
              </mc:Choice>
              <mc:Fallback>
                <p:oleObj name="Equation" r:id="rId9" imgW="1371600" imgH="7747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2338" y="1316038"/>
                        <a:ext cx="1373187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336" name="Text Box 32">
            <a:extLst>
              <a:ext uri="{FF2B5EF4-FFF2-40B4-BE49-F238E27FC236}">
                <a16:creationId xmlns:a16="http://schemas.microsoft.com/office/drawing/2014/main" id="{0164540E-B26D-4D95-94F5-A3908D0166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25" y="64500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3</a:t>
            </a:r>
          </a:p>
        </p:txBody>
      </p:sp>
      <p:sp>
        <p:nvSpPr>
          <p:cNvPr id="98365" name="Text Box 61">
            <a:extLst>
              <a:ext uri="{FF2B5EF4-FFF2-40B4-BE49-F238E27FC236}">
                <a16:creationId xmlns:a16="http://schemas.microsoft.com/office/drawing/2014/main" id="{A4743558-B588-4EDD-99B4-554DFCABA7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593725"/>
            <a:ext cx="25225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位移电流</a:t>
            </a:r>
          </a:p>
        </p:txBody>
      </p:sp>
      <p:sp>
        <p:nvSpPr>
          <p:cNvPr id="98516" name="Text Box 212">
            <a:extLst>
              <a:ext uri="{FF2B5EF4-FFF2-40B4-BE49-F238E27FC236}">
                <a16:creationId xmlns:a16="http://schemas.microsoft.com/office/drawing/2014/main" id="{1068E60B-CCEE-42F6-87BA-E1D3399E4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2178050"/>
            <a:ext cx="3048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电容充电</a:t>
            </a:r>
          </a:p>
        </p:txBody>
      </p:sp>
      <p:graphicFrame>
        <p:nvGraphicFramePr>
          <p:cNvPr id="98517" name="Object 213">
            <a:extLst>
              <a:ext uri="{FF2B5EF4-FFF2-40B4-BE49-F238E27FC236}">
                <a16:creationId xmlns:a16="http://schemas.microsoft.com/office/drawing/2014/main" id="{6FBCA8E0-678F-4D3A-B12C-2AD586F596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89250" y="2149475"/>
          <a:ext cx="935038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9" name="公式" r:id="rId11" imgW="431613" imgH="253890" progId="Equation.3">
                  <p:embed/>
                </p:oleObj>
              </mc:Choice>
              <mc:Fallback>
                <p:oleObj name="公式" r:id="rId11" imgW="431613" imgH="253890" progId="Equation.3">
                  <p:embed/>
                  <p:pic>
                    <p:nvPicPr>
                      <p:cNvPr id="0" name="Object 2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9250" y="2149475"/>
                        <a:ext cx="935038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18" name="Object 214">
            <a:extLst>
              <a:ext uri="{FF2B5EF4-FFF2-40B4-BE49-F238E27FC236}">
                <a16:creationId xmlns:a16="http://schemas.microsoft.com/office/drawing/2014/main" id="{6155C48A-76E2-4C99-9CEF-C3ACEEAB00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2203450"/>
          <a:ext cx="496888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0" name="公式" r:id="rId13" imgW="558558" imgH="393529" progId="Equation.3">
                  <p:embed/>
                </p:oleObj>
              </mc:Choice>
              <mc:Fallback>
                <p:oleObj name="公式" r:id="rId13" imgW="558558" imgH="393529" progId="Equation.3">
                  <p:embed/>
                  <p:pic>
                    <p:nvPicPr>
                      <p:cNvPr id="0" name="Object 2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2203450"/>
                        <a:ext cx="496888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19" name="Object 215">
            <a:extLst>
              <a:ext uri="{FF2B5EF4-FFF2-40B4-BE49-F238E27FC236}">
                <a16:creationId xmlns:a16="http://schemas.microsoft.com/office/drawing/2014/main" id="{FBC6396A-6B6D-4397-8536-61D2759DF6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266310"/>
              </p:ext>
            </p:extLst>
          </p:nvPr>
        </p:nvGraphicFramePr>
        <p:xfrm>
          <a:off x="4572000" y="2089150"/>
          <a:ext cx="11049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1" name="Equation" r:id="rId15" imgW="1104900" imgH="774700" progId="Equation.DSMT4">
                  <p:embed/>
                </p:oleObj>
              </mc:Choice>
              <mc:Fallback>
                <p:oleObj name="Equation" r:id="rId15" imgW="1104900" imgH="774700" progId="Equation.DSMT4">
                  <p:embed/>
                  <p:pic>
                    <p:nvPicPr>
                      <p:cNvPr id="0" name="Object 2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089150"/>
                        <a:ext cx="11049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0" name="Object 216">
            <a:extLst>
              <a:ext uri="{FF2B5EF4-FFF2-40B4-BE49-F238E27FC236}">
                <a16:creationId xmlns:a16="http://schemas.microsoft.com/office/drawing/2014/main" id="{0D7B507D-97B8-45B0-95EF-A9113D14CE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7413" y="2203450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2" name="公式" r:id="rId17" imgW="876300" imgH="457200" progId="Equation.3">
                  <p:embed/>
                </p:oleObj>
              </mc:Choice>
              <mc:Fallback>
                <p:oleObj name="公式" r:id="rId17" imgW="876300" imgH="457200" progId="Equation.3">
                  <p:embed/>
                  <p:pic>
                    <p:nvPicPr>
                      <p:cNvPr id="0" name="Object 2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2203450"/>
                        <a:ext cx="876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1" name="Object 217">
            <a:extLst>
              <a:ext uri="{FF2B5EF4-FFF2-40B4-BE49-F238E27FC236}">
                <a16:creationId xmlns:a16="http://schemas.microsoft.com/office/drawing/2014/main" id="{5B4303E7-BC92-4B5F-B114-6D54656A51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32600" y="2168525"/>
          <a:ext cx="50323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3" name="Equation" r:id="rId19" imgW="469696" imgH="406224" progId="Equation.DSMT4">
                  <p:embed/>
                </p:oleObj>
              </mc:Choice>
              <mc:Fallback>
                <p:oleObj name="Equation" r:id="rId19" imgW="469696" imgH="406224" progId="Equation.DSMT4">
                  <p:embed/>
                  <p:pic>
                    <p:nvPicPr>
                      <p:cNvPr id="0" name="Object 2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00" y="2168525"/>
                        <a:ext cx="50323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22" name="Text Box 218">
            <a:extLst>
              <a:ext uri="{FF2B5EF4-FFF2-40B4-BE49-F238E27FC236}">
                <a16:creationId xmlns:a16="http://schemas.microsoft.com/office/drawing/2014/main" id="{86E4077C-684F-4AE8-B045-C01E92EE19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27138" y="2892425"/>
            <a:ext cx="27225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电容放电</a:t>
            </a:r>
          </a:p>
        </p:txBody>
      </p:sp>
      <p:graphicFrame>
        <p:nvGraphicFramePr>
          <p:cNvPr id="98523" name="Object 219">
            <a:extLst>
              <a:ext uri="{FF2B5EF4-FFF2-40B4-BE49-F238E27FC236}">
                <a16:creationId xmlns:a16="http://schemas.microsoft.com/office/drawing/2014/main" id="{F810452E-49A9-4E22-89DD-F00BD4042A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2909888"/>
          <a:ext cx="865187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4" name="公式" r:id="rId21" imgW="457002" imgH="253890" progId="Equation.3">
                  <p:embed/>
                </p:oleObj>
              </mc:Choice>
              <mc:Fallback>
                <p:oleObj name="公式" r:id="rId21" imgW="457002" imgH="253890" progId="Equation.3">
                  <p:embed/>
                  <p:pic>
                    <p:nvPicPr>
                      <p:cNvPr id="0" name="Object 2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9888" y="2909888"/>
                        <a:ext cx="865187" cy="592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4" name="Object 220">
            <a:extLst>
              <a:ext uri="{FF2B5EF4-FFF2-40B4-BE49-F238E27FC236}">
                <a16:creationId xmlns:a16="http://schemas.microsoft.com/office/drawing/2014/main" id="{B427B158-83DB-43B6-A77B-FADF1FC68C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8250" y="2970213"/>
          <a:ext cx="504825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5" name="公式" r:id="rId23" imgW="558558" imgH="393529" progId="Equation.3">
                  <p:embed/>
                </p:oleObj>
              </mc:Choice>
              <mc:Fallback>
                <p:oleObj name="公式" r:id="rId23" imgW="558558" imgH="393529" progId="Equation.3">
                  <p:embed/>
                  <p:pic>
                    <p:nvPicPr>
                      <p:cNvPr id="0" name="Object 2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0" y="2970213"/>
                        <a:ext cx="504825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5" name="Object 221">
            <a:extLst>
              <a:ext uri="{FF2B5EF4-FFF2-40B4-BE49-F238E27FC236}">
                <a16:creationId xmlns:a16="http://schemas.microsoft.com/office/drawing/2014/main" id="{3896D2A4-0D43-4D50-8D11-0B5EEBC0A3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92638" y="2813050"/>
          <a:ext cx="1223962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6" name="Equation" r:id="rId25" imgW="1384300" imgH="774700" progId="Equation.DSMT4">
                  <p:embed/>
                </p:oleObj>
              </mc:Choice>
              <mc:Fallback>
                <p:oleObj name="Equation" r:id="rId25" imgW="1384300" imgH="774700" progId="Equation.DSMT4">
                  <p:embed/>
                  <p:pic>
                    <p:nvPicPr>
                      <p:cNvPr id="0" name="Object 2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2638" y="2813050"/>
                        <a:ext cx="1223962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6" name="Object 222">
            <a:extLst>
              <a:ext uri="{FF2B5EF4-FFF2-40B4-BE49-F238E27FC236}">
                <a16:creationId xmlns:a16="http://schemas.microsoft.com/office/drawing/2014/main" id="{E8016B82-BE66-41E1-8823-06A70E4E5E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7413" y="2894013"/>
          <a:ext cx="957262" cy="554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7" name="Equation" r:id="rId27" imgW="583947" imgH="241195" progId="Equation.3">
                  <p:embed/>
                </p:oleObj>
              </mc:Choice>
              <mc:Fallback>
                <p:oleObj name="Equation" r:id="rId27" imgW="583947" imgH="241195" progId="Equation.3">
                  <p:embed/>
                  <p:pic>
                    <p:nvPicPr>
                      <p:cNvPr id="0" name="Object 2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2894013"/>
                        <a:ext cx="957262" cy="554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27" name="Object 223">
            <a:extLst>
              <a:ext uri="{FF2B5EF4-FFF2-40B4-BE49-F238E27FC236}">
                <a16:creationId xmlns:a16="http://schemas.microsoft.com/office/drawing/2014/main" id="{C3CD3E8C-0C3D-44C1-AEC9-5CD77446A1F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924675" y="2909888"/>
          <a:ext cx="57626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8" name="Equation" r:id="rId29" imgW="710891" imgH="482391" progId="Equation.DSMT4">
                  <p:embed/>
                </p:oleObj>
              </mc:Choice>
              <mc:Fallback>
                <p:oleObj name="Equation" r:id="rId29" imgW="710891" imgH="482391" progId="Equation.DSMT4">
                  <p:embed/>
                  <p:pic>
                    <p:nvPicPr>
                      <p:cNvPr id="0" name="Object 2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4675" y="2909888"/>
                        <a:ext cx="576263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28" name="AutoShape 224">
            <a:extLst>
              <a:ext uri="{FF2B5EF4-FFF2-40B4-BE49-F238E27FC236}">
                <a16:creationId xmlns:a16="http://schemas.microsoft.com/office/drawing/2014/main" id="{AF2925A5-52CF-4DE4-A2DC-A136957C6BCB}"/>
              </a:ext>
            </a:extLst>
          </p:cNvPr>
          <p:cNvSpPr>
            <a:spLocks/>
          </p:cNvSpPr>
          <p:nvPr/>
        </p:nvSpPr>
        <p:spPr bwMode="auto">
          <a:xfrm>
            <a:off x="7464425" y="2178050"/>
            <a:ext cx="228600" cy="1058863"/>
          </a:xfrm>
          <a:prstGeom prst="rightBrace">
            <a:avLst>
              <a:gd name="adj1" fmla="val 38600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98529" name="Object 225">
            <a:extLst>
              <a:ext uri="{FF2B5EF4-FFF2-40B4-BE49-F238E27FC236}">
                <a16:creationId xmlns:a16="http://schemas.microsoft.com/office/drawing/2014/main" id="{838EC84F-A54A-4259-B41D-1CBE114EEA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16838" y="2438400"/>
          <a:ext cx="865187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69" name="Equation" r:id="rId31" imgW="901309" imgH="495085" progId="Equation.DSMT4">
                  <p:embed/>
                </p:oleObj>
              </mc:Choice>
              <mc:Fallback>
                <p:oleObj name="Equation" r:id="rId31" imgW="901309" imgH="495085" progId="Equation.DSMT4">
                  <p:embed/>
                  <p:pic>
                    <p:nvPicPr>
                      <p:cNvPr id="0" name="Object 2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6838" y="2438400"/>
                        <a:ext cx="865187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30" name="Text Box 226">
            <a:extLst>
              <a:ext uri="{FF2B5EF4-FFF2-40B4-BE49-F238E27FC236}">
                <a16:creationId xmlns:a16="http://schemas.microsoft.com/office/drawing/2014/main" id="{C1AF3629-A867-45A8-A229-A9CBE3305F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3913" y="5646738"/>
            <a:ext cx="7861300" cy="1049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结论</a:t>
            </a:r>
            <a:r>
              <a:rPr lang="zh-CN" altLang="en-US" sz="2800">
                <a:ea typeface="楷体_GB2312" pitchFamily="49" charset="-122"/>
              </a:rPr>
              <a:t>：在电容器中，</a:t>
            </a:r>
            <a:r>
              <a:rPr lang="en-US" altLang="zh-CN" sz="2800" i="1">
                <a:ea typeface="楷体_GB2312" pitchFamily="49" charset="-122"/>
              </a:rPr>
              <a:t>I</a:t>
            </a:r>
            <a:r>
              <a:rPr lang="en-US" altLang="zh-CN" sz="2800" baseline="-25000">
                <a:ea typeface="楷体_GB2312" pitchFamily="49" charset="-122"/>
              </a:rPr>
              <a:t>D</a:t>
            </a:r>
            <a:r>
              <a:rPr lang="zh-CN" altLang="en-US" sz="2800" baseline="-25000">
                <a:ea typeface="楷体_GB2312" pitchFamily="49" charset="-122"/>
              </a:rPr>
              <a:t>总</a:t>
            </a:r>
            <a:r>
              <a:rPr lang="en-US" altLang="zh-CN" sz="2800">
                <a:ea typeface="楷体_GB2312" pitchFamily="49" charset="-122"/>
              </a:rPr>
              <a:t>=</a:t>
            </a:r>
            <a:r>
              <a:rPr lang="en-US" altLang="zh-CN" i="1">
                <a:ea typeface="楷体_GB2312" pitchFamily="49" charset="-122"/>
              </a:rPr>
              <a:t> i</a:t>
            </a:r>
            <a:r>
              <a:rPr lang="zh-CN" altLang="en-US" sz="2800">
                <a:ea typeface="楷体_GB2312" pitchFamily="49" charset="-122"/>
              </a:rPr>
              <a:t>，极板中断的电流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             由</a:t>
            </a:r>
            <a:r>
              <a:rPr lang="en-US" altLang="zh-CN" sz="2800" i="1">
                <a:ea typeface="楷体_GB2312" pitchFamily="49" charset="-122"/>
              </a:rPr>
              <a:t>I</a:t>
            </a:r>
            <a:r>
              <a:rPr lang="en-US" altLang="zh-CN" sz="2800" baseline="-25000">
                <a:ea typeface="楷体_GB2312" pitchFamily="49" charset="-122"/>
              </a:rPr>
              <a:t>D</a:t>
            </a:r>
            <a:r>
              <a:rPr lang="zh-CN" altLang="en-US" sz="2800">
                <a:ea typeface="楷体_GB2312" pitchFamily="49" charset="-122"/>
              </a:rPr>
              <a:t>接替，保持电流的连续性。</a:t>
            </a:r>
          </a:p>
        </p:txBody>
      </p:sp>
      <p:sp>
        <p:nvSpPr>
          <p:cNvPr id="98532" name="Line 228">
            <a:extLst>
              <a:ext uri="{FF2B5EF4-FFF2-40B4-BE49-F238E27FC236}">
                <a16:creationId xmlns:a16="http://schemas.microsoft.com/office/drawing/2014/main" id="{69A11EEB-6C60-47AA-93D9-76DDAFD71F34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3935413"/>
            <a:ext cx="576262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533" name="Object 229">
            <a:extLst>
              <a:ext uri="{FF2B5EF4-FFF2-40B4-BE49-F238E27FC236}">
                <a16:creationId xmlns:a16="http://schemas.microsoft.com/office/drawing/2014/main" id="{304E11DB-1375-4F5A-ADFC-DAC47A8A1B2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7163" y="3516313"/>
          <a:ext cx="341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0" name="公式" r:id="rId33" imgW="28634" imgH="66690" progId="Equation.3">
                  <p:embed/>
                </p:oleObj>
              </mc:Choice>
              <mc:Fallback>
                <p:oleObj name="公式" r:id="rId33" imgW="28634" imgH="66690" progId="Equation.3">
                  <p:embed/>
                  <p:pic>
                    <p:nvPicPr>
                      <p:cNvPr id="0" name="Object 2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7163" y="3516313"/>
                        <a:ext cx="341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534" name="Line 230">
            <a:extLst>
              <a:ext uri="{FF2B5EF4-FFF2-40B4-BE49-F238E27FC236}">
                <a16:creationId xmlns:a16="http://schemas.microsoft.com/office/drawing/2014/main" id="{77A5DFD8-8A92-4EE5-8C04-4E36AAD7C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4138" y="4151313"/>
            <a:ext cx="576262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535" name="Object 231">
            <a:extLst>
              <a:ext uri="{FF2B5EF4-FFF2-40B4-BE49-F238E27FC236}">
                <a16:creationId xmlns:a16="http://schemas.microsoft.com/office/drawing/2014/main" id="{96642753-FD2A-48FB-BA00-F64E437487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97175" y="4151313"/>
          <a:ext cx="403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1" name="公式" r:id="rId35" imgW="66723" imgH="104760" progId="Equation.3">
                  <p:embed/>
                </p:oleObj>
              </mc:Choice>
              <mc:Fallback>
                <p:oleObj name="公式" r:id="rId35" imgW="66723" imgH="104760" progId="Equation.3">
                  <p:embed/>
                  <p:pic>
                    <p:nvPicPr>
                      <p:cNvPr id="0" name="Object 2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4151313"/>
                        <a:ext cx="403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232">
            <a:extLst>
              <a:ext uri="{FF2B5EF4-FFF2-40B4-BE49-F238E27FC236}">
                <a16:creationId xmlns:a16="http://schemas.microsoft.com/office/drawing/2014/main" id="{B1B86B3E-7048-4295-BE1B-999C82134617}"/>
              </a:ext>
            </a:extLst>
          </p:cNvPr>
          <p:cNvGrpSpPr>
            <a:grpSpLocks/>
          </p:cNvGrpSpPr>
          <p:nvPr/>
        </p:nvGrpSpPr>
        <p:grpSpPr bwMode="auto">
          <a:xfrm>
            <a:off x="4670425" y="3668713"/>
            <a:ext cx="2590800" cy="1830387"/>
            <a:chOff x="2880" y="871"/>
            <a:chExt cx="1632" cy="1153"/>
          </a:xfrm>
        </p:grpSpPr>
        <p:sp>
          <p:nvSpPr>
            <p:cNvPr id="7226" name="Rectangle 233">
              <a:extLst>
                <a:ext uri="{FF2B5EF4-FFF2-40B4-BE49-F238E27FC236}">
                  <a16:creationId xmlns:a16="http://schemas.microsoft.com/office/drawing/2014/main" id="{666D0AE1-C495-4689-9B93-F6C69D070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1" y="871"/>
              <a:ext cx="107" cy="56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227" name="Line 234">
              <a:extLst>
                <a:ext uri="{FF2B5EF4-FFF2-40B4-BE49-F238E27FC236}">
                  <a16:creationId xmlns:a16="http://schemas.microsoft.com/office/drawing/2014/main" id="{D43CFE7C-D774-4C8F-86B0-7E649750E2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8" y="1162"/>
              <a:ext cx="3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8" name="Line 235">
              <a:extLst>
                <a:ext uri="{FF2B5EF4-FFF2-40B4-BE49-F238E27FC236}">
                  <a16:creationId xmlns:a16="http://schemas.microsoft.com/office/drawing/2014/main" id="{638E084D-E881-41D5-A742-F7716A854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171"/>
              <a:ext cx="0" cy="8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29" name="Line 236">
              <a:extLst>
                <a:ext uri="{FF2B5EF4-FFF2-40B4-BE49-F238E27FC236}">
                  <a16:creationId xmlns:a16="http://schemas.microsoft.com/office/drawing/2014/main" id="{8805098B-46EB-4674-87D4-AD16425083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12" y="1171"/>
              <a:ext cx="0" cy="8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0" name="Text Box 237">
              <a:extLst>
                <a:ext uri="{FF2B5EF4-FFF2-40B4-BE49-F238E27FC236}">
                  <a16:creationId xmlns:a16="http://schemas.microsoft.com/office/drawing/2014/main" id="{93E0CF59-8A33-43F6-8CFA-62D7508AF1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78" y="1652"/>
              <a:ext cx="36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R</a:t>
              </a:r>
            </a:p>
          </p:txBody>
        </p:sp>
        <p:sp>
          <p:nvSpPr>
            <p:cNvPr id="7231" name="Line 238">
              <a:extLst>
                <a:ext uri="{FF2B5EF4-FFF2-40B4-BE49-F238E27FC236}">
                  <a16:creationId xmlns:a16="http://schemas.microsoft.com/office/drawing/2014/main" id="{E2AEECFF-40DB-4808-9DB0-8A537FBB9D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453"/>
              <a:ext cx="0" cy="1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2" name="Text Box 239">
              <a:extLst>
                <a:ext uri="{FF2B5EF4-FFF2-40B4-BE49-F238E27FC236}">
                  <a16:creationId xmlns:a16="http://schemas.microsoft.com/office/drawing/2014/main" id="{9A60B88D-5D99-446B-A0A9-B5042360BF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1389"/>
              <a:ext cx="26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i</a:t>
              </a:r>
            </a:p>
          </p:txBody>
        </p:sp>
        <p:sp>
          <p:nvSpPr>
            <p:cNvPr id="7233" name="Text Box 240">
              <a:extLst>
                <a:ext uri="{FF2B5EF4-FFF2-40B4-BE49-F238E27FC236}">
                  <a16:creationId xmlns:a16="http://schemas.microsoft.com/office/drawing/2014/main" id="{BFAC4E51-BB6B-4A27-89AD-ACE9896B38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1" y="1356"/>
              <a:ext cx="2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7234" name="Text Box 241">
              <a:extLst>
                <a:ext uri="{FF2B5EF4-FFF2-40B4-BE49-F238E27FC236}">
                  <a16:creationId xmlns:a16="http://schemas.microsoft.com/office/drawing/2014/main" id="{54FBB290-B512-4597-AAB7-83FFE3B98E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3" y="871"/>
              <a:ext cx="195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solidFill>
                    <a:schemeClr val="tx2"/>
                  </a:solidFill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235" name="Line 242">
              <a:extLst>
                <a:ext uri="{FF2B5EF4-FFF2-40B4-BE49-F238E27FC236}">
                  <a16:creationId xmlns:a16="http://schemas.microsoft.com/office/drawing/2014/main" id="{8632F8B8-AE4B-44C6-B9EC-34AF6E8ABD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162"/>
              <a:ext cx="37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36" name="Line 243">
              <a:extLst>
                <a:ext uri="{FF2B5EF4-FFF2-40B4-BE49-F238E27FC236}">
                  <a16:creationId xmlns:a16="http://schemas.microsoft.com/office/drawing/2014/main" id="{B06A7C03-7FC0-416F-A7C1-F2FBD734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38" y="1979"/>
              <a:ext cx="37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7" name="Rectangle 244">
              <a:extLst>
                <a:ext uri="{FF2B5EF4-FFF2-40B4-BE49-F238E27FC236}">
                  <a16:creationId xmlns:a16="http://schemas.microsoft.com/office/drawing/2014/main" id="{968DCE8D-6316-4B3E-A58C-F85ED55B3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0" y="871"/>
              <a:ext cx="107" cy="56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7238" name="Text Box 245">
              <a:extLst>
                <a:ext uri="{FF2B5EF4-FFF2-40B4-BE49-F238E27FC236}">
                  <a16:creationId xmlns:a16="http://schemas.microsoft.com/office/drawing/2014/main" id="{797F63CF-A26A-4D04-A3AC-E2172F1CF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34" y="885"/>
              <a:ext cx="1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olidFill>
                    <a:schemeClr val="tx2"/>
                  </a:solidFill>
                </a:rPr>
                <a:t>+</a:t>
              </a:r>
            </a:p>
          </p:txBody>
        </p:sp>
        <p:sp>
          <p:nvSpPr>
            <p:cNvPr id="7239" name="Line 246">
              <a:extLst>
                <a:ext uri="{FF2B5EF4-FFF2-40B4-BE49-F238E27FC236}">
                  <a16:creationId xmlns:a16="http://schemas.microsoft.com/office/drawing/2014/main" id="{DC4B1A54-BB1D-4EC8-95F6-BAD42052B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1" y="1979"/>
              <a:ext cx="81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0" name="Rectangle 247">
              <a:extLst>
                <a:ext uri="{FF2B5EF4-FFF2-40B4-BE49-F238E27FC236}">
                  <a16:creationId xmlns:a16="http://schemas.microsoft.com/office/drawing/2014/main" id="{4D99D69D-E627-4FBF-BFBC-CD96E7EF4C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" y="1938"/>
              <a:ext cx="263" cy="86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98552" name="Line 248">
            <a:extLst>
              <a:ext uri="{FF2B5EF4-FFF2-40B4-BE49-F238E27FC236}">
                <a16:creationId xmlns:a16="http://schemas.microsoft.com/office/drawing/2014/main" id="{F0BA0BEF-0BFB-431C-80EA-604FA2FBFA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822950" y="3914775"/>
            <a:ext cx="576263" cy="0"/>
          </a:xfrm>
          <a:prstGeom prst="line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553" name="Line 249">
            <a:extLst>
              <a:ext uri="{FF2B5EF4-FFF2-40B4-BE49-F238E27FC236}">
                <a16:creationId xmlns:a16="http://schemas.microsoft.com/office/drawing/2014/main" id="{AA777CF4-A19F-4844-BA59-9700C8C464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2950" y="4130675"/>
            <a:ext cx="576263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98554" name="Object 250">
            <a:extLst>
              <a:ext uri="{FF2B5EF4-FFF2-40B4-BE49-F238E27FC236}">
                <a16:creationId xmlns:a16="http://schemas.microsoft.com/office/drawing/2014/main" id="{EBCB52B4-D453-4CD2-A4E6-952B66FA04C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54713" y="3482975"/>
          <a:ext cx="3413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2" name="公式" r:id="rId37" imgW="28634" imgH="66690" progId="Equation.3">
                  <p:embed/>
                </p:oleObj>
              </mc:Choice>
              <mc:Fallback>
                <p:oleObj name="公式" r:id="rId37" imgW="28634" imgH="66690" progId="Equation.3">
                  <p:embed/>
                  <p:pic>
                    <p:nvPicPr>
                      <p:cNvPr id="0" name="Object 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54713" y="3482975"/>
                        <a:ext cx="3413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555" name="Object 251">
            <a:extLst>
              <a:ext uri="{FF2B5EF4-FFF2-40B4-BE49-F238E27FC236}">
                <a16:creationId xmlns:a16="http://schemas.microsoft.com/office/drawing/2014/main" id="{8D6BF417-DD74-40C3-9CAC-9DC500FFA0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65825" y="4130675"/>
          <a:ext cx="403225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73" name="公式" r:id="rId39" imgW="66723" imgH="104760" progId="Equation.3">
                  <p:embed/>
                </p:oleObj>
              </mc:Choice>
              <mc:Fallback>
                <p:oleObj name="公式" r:id="rId39" imgW="66723" imgH="104760" progId="Equation.3">
                  <p:embed/>
                  <p:pic>
                    <p:nvPicPr>
                      <p:cNvPr id="0" name="Object 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5" y="4130675"/>
                        <a:ext cx="403225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52">
            <a:extLst>
              <a:ext uri="{FF2B5EF4-FFF2-40B4-BE49-F238E27FC236}">
                <a16:creationId xmlns:a16="http://schemas.microsoft.com/office/drawing/2014/main" id="{A17086ED-93F8-4033-825F-2E584A9D3556}"/>
              </a:ext>
            </a:extLst>
          </p:cNvPr>
          <p:cNvGrpSpPr>
            <a:grpSpLocks/>
          </p:cNvGrpSpPr>
          <p:nvPr/>
        </p:nvGrpSpPr>
        <p:grpSpPr bwMode="auto">
          <a:xfrm>
            <a:off x="1471613" y="3716338"/>
            <a:ext cx="2590800" cy="1874837"/>
            <a:chOff x="793" y="888"/>
            <a:chExt cx="1632" cy="1181"/>
          </a:xfrm>
        </p:grpSpPr>
        <p:sp>
          <p:nvSpPr>
            <p:cNvPr id="7205" name="Text Box 253">
              <a:extLst>
                <a:ext uri="{FF2B5EF4-FFF2-40B4-BE49-F238E27FC236}">
                  <a16:creationId xmlns:a16="http://schemas.microsoft.com/office/drawing/2014/main" id="{91B18414-6350-49D7-91EC-C90C1F09D1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2" y="1570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i="1">
                  <a:sym typeface="Symbol" panose="05050102010706020507" pitchFamily="18" charset="2"/>
                </a:rPr>
                <a:t></a:t>
              </a:r>
            </a:p>
          </p:txBody>
        </p:sp>
        <p:grpSp>
          <p:nvGrpSpPr>
            <p:cNvPr id="7206" name="Group 254">
              <a:extLst>
                <a:ext uri="{FF2B5EF4-FFF2-40B4-BE49-F238E27FC236}">
                  <a16:creationId xmlns:a16="http://schemas.microsoft.com/office/drawing/2014/main" id="{0532F09D-4725-4460-85C1-5A3769E16D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3" y="888"/>
              <a:ext cx="1632" cy="1181"/>
              <a:chOff x="3515" y="2940"/>
              <a:chExt cx="1632" cy="1181"/>
            </a:xfrm>
          </p:grpSpPr>
          <p:sp>
            <p:nvSpPr>
              <p:cNvPr id="7207" name="Rectangle 255">
                <a:extLst>
                  <a:ext uri="{FF2B5EF4-FFF2-40B4-BE49-F238E27FC236}">
                    <a16:creationId xmlns:a16="http://schemas.microsoft.com/office/drawing/2014/main" id="{6E42C729-6BB9-4C9A-9264-B4B59135A4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6" y="2940"/>
                <a:ext cx="107" cy="566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7208" name="Line 256">
                <a:extLst>
                  <a:ext uri="{FF2B5EF4-FFF2-40B4-BE49-F238E27FC236}">
                    <a16:creationId xmlns:a16="http://schemas.microsoft.com/office/drawing/2014/main" id="{41E73B8D-091A-4799-81DF-6C5480C489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3" y="3223"/>
                <a:ext cx="3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09" name="Line 257">
                <a:extLst>
                  <a:ext uri="{FF2B5EF4-FFF2-40B4-BE49-F238E27FC236}">
                    <a16:creationId xmlns:a16="http://schemas.microsoft.com/office/drawing/2014/main" id="{7932880F-658F-43F4-A66A-A2842DCAD8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3"/>
                <a:ext cx="0" cy="8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0" name="Line 258">
                <a:extLst>
                  <a:ext uri="{FF2B5EF4-FFF2-40B4-BE49-F238E27FC236}">
                    <a16:creationId xmlns:a16="http://schemas.microsoft.com/office/drawing/2014/main" id="{39C19ECE-C608-47BE-B140-4235E00150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47" y="3223"/>
                <a:ext cx="0" cy="808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1" name="Line 259">
                <a:extLst>
                  <a:ext uri="{FF2B5EF4-FFF2-40B4-BE49-F238E27FC236}">
                    <a16:creationId xmlns:a16="http://schemas.microsoft.com/office/drawing/2014/main" id="{5F40386B-86E2-46CD-B13D-F0819CF8E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05" y="3907"/>
                <a:ext cx="0" cy="21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2" name="Line 260">
                <a:extLst>
                  <a:ext uri="{FF2B5EF4-FFF2-40B4-BE49-F238E27FC236}">
                    <a16:creationId xmlns:a16="http://schemas.microsoft.com/office/drawing/2014/main" id="{0225BD87-C3EF-45A7-8A31-3A9E00CE8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3950"/>
                <a:ext cx="0" cy="1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3" name="Rectangle 261">
                <a:extLst>
                  <a:ext uri="{FF2B5EF4-FFF2-40B4-BE49-F238E27FC236}">
                    <a16:creationId xmlns:a16="http://schemas.microsoft.com/office/drawing/2014/main" id="{5F88F45A-F6A3-4187-8A11-A4F2A279C1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25" y="3991"/>
                <a:ext cx="263" cy="8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7214" name="Line 262">
                <a:extLst>
                  <a:ext uri="{FF2B5EF4-FFF2-40B4-BE49-F238E27FC236}">
                    <a16:creationId xmlns:a16="http://schemas.microsoft.com/office/drawing/2014/main" id="{88C2D994-CFBC-4BAB-83C6-D8190E5A0E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4031"/>
                <a:ext cx="415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15" name="Text Box 263">
                <a:extLst>
                  <a:ext uri="{FF2B5EF4-FFF2-40B4-BE49-F238E27FC236}">
                    <a16:creationId xmlns:a16="http://schemas.microsoft.com/office/drawing/2014/main" id="{BF27D569-9D37-4E25-B7C8-90F20CC38B3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13" y="3702"/>
                <a:ext cx="490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grpSp>
            <p:nvGrpSpPr>
              <p:cNvPr id="7216" name="Group 264">
                <a:extLst>
                  <a:ext uri="{FF2B5EF4-FFF2-40B4-BE49-F238E27FC236}">
                    <a16:creationId xmlns:a16="http://schemas.microsoft.com/office/drawing/2014/main" id="{05F9FC01-1634-47EC-9CF7-1D95CBC0B9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15" y="3537"/>
                <a:ext cx="264" cy="327"/>
                <a:chOff x="2682" y="1379"/>
                <a:chExt cx="289" cy="366"/>
              </a:xfrm>
            </p:grpSpPr>
            <p:sp>
              <p:nvSpPr>
                <p:cNvPr id="7224" name="Line 265">
                  <a:extLst>
                    <a:ext uri="{FF2B5EF4-FFF2-40B4-BE49-F238E27FC236}">
                      <a16:creationId xmlns:a16="http://schemas.microsoft.com/office/drawing/2014/main" id="{0A232850-B169-465A-B446-20AC8AD3BF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2880" y="1434"/>
                  <a:ext cx="0" cy="192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 type="stealth" w="lg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25" name="Text Box 266">
                  <a:extLst>
                    <a:ext uri="{FF2B5EF4-FFF2-40B4-BE49-F238E27FC236}">
                      <a16:creationId xmlns:a16="http://schemas.microsoft.com/office/drawing/2014/main" id="{FDCA3DC2-3FD2-46E1-AAAA-441372330D36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682" y="1379"/>
                  <a:ext cx="289" cy="3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har char="•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kumimoji="1" sz="28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r>
                    <a:rPr lang="en-US" altLang="zh-CN" sz="2800" i="1"/>
                    <a:t>i</a:t>
                  </a:r>
                </a:p>
              </p:txBody>
            </p:sp>
          </p:grpSp>
          <p:sp>
            <p:nvSpPr>
              <p:cNvPr id="7217" name="Text Box 267">
                <a:extLst>
                  <a:ext uri="{FF2B5EF4-FFF2-40B4-BE49-F238E27FC236}">
                    <a16:creationId xmlns:a16="http://schemas.microsoft.com/office/drawing/2014/main" id="{183C2D0F-2492-4843-9B75-926177C57B4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6" y="3425"/>
                <a:ext cx="242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C</a:t>
                </a:r>
              </a:p>
            </p:txBody>
          </p:sp>
          <p:sp>
            <p:nvSpPr>
              <p:cNvPr id="7218" name="Text Box 268">
                <a:extLst>
                  <a:ext uri="{FF2B5EF4-FFF2-40B4-BE49-F238E27FC236}">
                    <a16:creationId xmlns:a16="http://schemas.microsoft.com/office/drawing/2014/main" id="{565B4B39-631E-4357-9266-94705F1B1E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08" y="2940"/>
                <a:ext cx="195" cy="6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>
                    <a:sym typeface="Symbol" panose="05050102010706020507" pitchFamily="18" charset="2"/>
                  </a:rPr>
                  <a:t>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800" b="0">
                    <a:sym typeface="Symbol" panose="05050102010706020507" pitchFamily="18" charset="2"/>
                  </a:rPr>
                  <a:t></a:t>
                </a:r>
              </a:p>
            </p:txBody>
          </p:sp>
          <p:sp>
            <p:nvSpPr>
              <p:cNvPr id="7219" name="Line 269">
                <a:extLst>
                  <a:ext uri="{FF2B5EF4-FFF2-40B4-BE49-F238E27FC236}">
                    <a16:creationId xmlns:a16="http://schemas.microsoft.com/office/drawing/2014/main" id="{A1D176A7-B6A5-4B26-A25E-2949440E19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96" y="3223"/>
                <a:ext cx="373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220" name="Line 270">
                <a:extLst>
                  <a:ext uri="{FF2B5EF4-FFF2-40B4-BE49-F238E27FC236}">
                    <a16:creationId xmlns:a16="http://schemas.microsoft.com/office/drawing/2014/main" id="{955E8D21-4798-42AC-BCBC-72B915D20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3" y="4031"/>
                <a:ext cx="33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1" name="Line 271">
                <a:extLst>
                  <a:ext uri="{FF2B5EF4-FFF2-40B4-BE49-F238E27FC236}">
                    <a16:creationId xmlns:a16="http://schemas.microsoft.com/office/drawing/2014/main" id="{A9AE8A14-C967-4C95-8175-9D4AC8ED3A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73" y="4031"/>
                <a:ext cx="374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22" name="Rectangle 272">
                <a:extLst>
                  <a:ext uri="{FF2B5EF4-FFF2-40B4-BE49-F238E27FC236}">
                    <a16:creationId xmlns:a16="http://schemas.microsoft.com/office/drawing/2014/main" id="{CDF9103E-9285-4CC2-B334-94FD914438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5" y="2940"/>
                <a:ext cx="107" cy="566"/>
              </a:xfrm>
              <a:prstGeom prst="rect">
                <a:avLst/>
              </a:prstGeom>
              <a:solidFill>
                <a:srgbClr val="FFFFCC"/>
              </a:solidFill>
              <a:ln w="2857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7223" name="Text Box 273">
                <a:extLst>
                  <a:ext uri="{FF2B5EF4-FFF2-40B4-BE49-F238E27FC236}">
                    <a16:creationId xmlns:a16="http://schemas.microsoft.com/office/drawing/2014/main" id="{4172FEBC-5D0A-4666-8F39-E2D4198289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69" y="2954"/>
                <a:ext cx="188" cy="6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  <a:p>
                <a:pPr eaLnBrk="1" hangingPunct="1">
                  <a:lnSpc>
                    <a:spcPct val="60000"/>
                  </a:lnSpc>
                  <a:spcBef>
                    <a:spcPct val="0"/>
                  </a:spcBef>
                  <a:buFontTx/>
                  <a:buNone/>
                </a:pPr>
                <a:r>
                  <a:rPr kumimoji="0" lang="en-US" altLang="zh-CN" sz="1600" b="0"/>
                  <a:t>+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983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983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98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98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83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83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5" dur="75"/>
                                        <p:tgtEl>
                                          <p:spTgt spid="98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983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983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83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985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985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5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98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61" presetID="8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985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985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985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985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985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9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9" dur="500"/>
                                        <p:tgtEl>
                                          <p:spTgt spid="9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14" dur="500"/>
                                        <p:tgtEl>
                                          <p:spTgt spid="98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9" dur="500"/>
                                        <p:tgtEl>
                                          <p:spTgt spid="98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8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2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985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985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9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7" dur="500"/>
                                        <p:tgtEl>
                                          <p:spTgt spid="98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500" fill="hold"/>
                                        <p:tgtEl>
                                          <p:spTgt spid="985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8" dur="500"/>
                                        <p:tgtEl>
                                          <p:spTgt spid="9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 nodeType="clickPar">
                      <p:stCondLst>
                        <p:cond delay="indefinite"/>
                      </p:stCondLst>
                      <p:childTnLst>
                        <p:par>
                          <p:cTn id="1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98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985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500" fill="hold"/>
                                        <p:tgtEl>
                                          <p:spTgt spid="985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3" dur="500"/>
                                        <p:tgtEl>
                                          <p:spTgt spid="9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8" dur="500"/>
                                        <p:tgtEl>
                                          <p:spTgt spid="9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3" dur="500" fill="hold"/>
                                        <p:tgtEl>
                                          <p:spTgt spid="985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4" dur="500" fill="hold"/>
                                        <p:tgtEl>
                                          <p:spTgt spid="985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9" dur="500"/>
                                        <p:tgtEl>
                                          <p:spTgt spid="9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8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578" grpId="0" animBg="1"/>
      <p:bldP spid="98329" grpId="0" autoUpdateAnimBg="0"/>
      <p:bldP spid="98332" grpId="0" animBg="1" autoUpdateAnimBg="0"/>
      <p:bldP spid="98333" grpId="0" autoUpdateAnimBg="0"/>
      <p:bldP spid="98336" grpId="0" autoUpdateAnimBg="0"/>
      <p:bldP spid="98365" grpId="0"/>
      <p:bldP spid="98516" grpId="0" autoUpdateAnimBg="0"/>
      <p:bldP spid="98522" grpId="0" autoUpdateAnimBg="0"/>
      <p:bldP spid="98528" grpId="0" animBg="1"/>
      <p:bldP spid="98530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ext Box 2">
            <a:extLst>
              <a:ext uri="{FF2B5EF4-FFF2-40B4-BE49-F238E27FC236}">
                <a16:creationId xmlns:a16="http://schemas.microsoft.com/office/drawing/2014/main" id="{0CD8BD7A-6A51-4AD4-AE64-0DDF808978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388938"/>
            <a:ext cx="54149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dirty="0"/>
              <a:t>2.</a:t>
            </a:r>
            <a:r>
              <a:rPr lang="zh-CN" altLang="en-US" sz="2800" dirty="0">
                <a:solidFill>
                  <a:srgbClr val="FF0000"/>
                </a:solidFill>
              </a:rPr>
              <a:t>位移电流 </a:t>
            </a:r>
            <a:r>
              <a:rPr lang="en-US" altLang="zh-CN" sz="2800" i="1" dirty="0">
                <a:solidFill>
                  <a:srgbClr val="FF0000"/>
                </a:solidFill>
              </a:rPr>
              <a:t>I</a:t>
            </a:r>
            <a:r>
              <a:rPr lang="en-US" altLang="zh-CN" sz="2800" baseline="-25000" dirty="0">
                <a:solidFill>
                  <a:srgbClr val="FF0000"/>
                </a:solidFill>
              </a:rPr>
              <a:t>D</a:t>
            </a:r>
            <a:r>
              <a:rPr lang="zh-CN" altLang="en-US" sz="2800" dirty="0"/>
              <a:t>的性质</a:t>
            </a:r>
          </a:p>
        </p:txBody>
      </p:sp>
      <p:sp>
        <p:nvSpPr>
          <p:cNvPr id="52228" name="Text Box 4">
            <a:extLst>
              <a:ext uri="{FF2B5EF4-FFF2-40B4-BE49-F238E27FC236}">
                <a16:creationId xmlns:a16="http://schemas.microsoft.com/office/drawing/2014/main" id="{4A506B87-0B77-4EA6-9A66-0459FB3FDE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952500"/>
            <a:ext cx="8569325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</a:t>
            </a:r>
            <a:r>
              <a:rPr lang="zh-CN" altLang="en-US" sz="2800" dirty="0">
                <a:ea typeface="楷体_GB2312" pitchFamily="49" charset="-122"/>
              </a:rPr>
              <a:t>位移电流仅由变化的电场所引起</a:t>
            </a:r>
            <a:r>
              <a:rPr lang="en-US" altLang="zh-CN" sz="2800" dirty="0">
                <a:ea typeface="楷体_GB2312" pitchFamily="49" charset="-122"/>
              </a:rPr>
              <a:t>,</a:t>
            </a:r>
            <a:r>
              <a:rPr lang="zh-CN" altLang="en-US" sz="2800" dirty="0">
                <a:ea typeface="楷体_GB2312" pitchFamily="49" charset="-122"/>
              </a:rPr>
              <a:t>它不依赖导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          体</a:t>
            </a:r>
            <a:r>
              <a:rPr lang="en-US" altLang="zh-CN" sz="2800" dirty="0">
                <a:ea typeface="楷体_GB2312" pitchFamily="49" charset="-122"/>
              </a:rPr>
              <a:t>, </a:t>
            </a:r>
            <a:r>
              <a:rPr lang="zh-CN" altLang="en-US" sz="2800" dirty="0">
                <a:ea typeface="楷体_GB2312" pitchFamily="49" charset="-122"/>
              </a:rPr>
              <a:t>可在任何有变化电场的空间出现</a:t>
            </a:r>
            <a:r>
              <a:rPr lang="en-US" altLang="zh-CN" sz="2800" dirty="0">
                <a:ea typeface="楷体_GB2312" pitchFamily="49" charset="-122"/>
              </a:rPr>
              <a:t>,  </a:t>
            </a:r>
            <a:r>
              <a:rPr lang="zh-CN" altLang="en-US" sz="2800" dirty="0">
                <a:ea typeface="楷体_GB2312" pitchFamily="49" charset="-122"/>
              </a:rPr>
              <a:t>不产生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 dirty="0">
                <a:ea typeface="楷体_GB2312" pitchFamily="49" charset="-122"/>
              </a:rPr>
              <a:t>          焦耳热，即</a:t>
            </a:r>
            <a:r>
              <a:rPr lang="en-US" altLang="zh-CN" sz="2800" i="1" dirty="0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800" baseline="-25000" dirty="0">
                <a:solidFill>
                  <a:srgbClr val="FF0000"/>
                </a:solidFill>
                <a:ea typeface="楷体_GB2312" pitchFamily="49" charset="-122"/>
              </a:rPr>
              <a:t>D</a:t>
            </a:r>
            <a:r>
              <a:rPr lang="zh-CN" altLang="en-US" sz="2800" dirty="0">
                <a:solidFill>
                  <a:srgbClr val="FF0000"/>
                </a:solidFill>
                <a:ea typeface="楷体_GB2312" pitchFamily="49" charset="-122"/>
              </a:rPr>
              <a:t>的实质就是变化电场</a:t>
            </a:r>
            <a:r>
              <a:rPr lang="zh-CN" altLang="en-US" sz="2800" dirty="0"/>
              <a:t>。</a:t>
            </a:r>
          </a:p>
        </p:txBody>
      </p:sp>
      <p:sp>
        <p:nvSpPr>
          <p:cNvPr id="52231" name="Text Box 7">
            <a:extLst>
              <a:ext uri="{FF2B5EF4-FFF2-40B4-BE49-F238E27FC236}">
                <a16:creationId xmlns:a16="http://schemas.microsoft.com/office/drawing/2014/main" id="{40E17F87-E313-4FC9-B2EA-A27EB37887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347913"/>
            <a:ext cx="81502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位移电流与传导电流一样激发磁场。</a:t>
            </a:r>
          </a:p>
        </p:txBody>
      </p:sp>
      <p:sp>
        <p:nvSpPr>
          <p:cNvPr id="52232" name="Text Box 8">
            <a:extLst>
              <a:ext uri="{FF2B5EF4-FFF2-40B4-BE49-F238E27FC236}">
                <a16:creationId xmlns:a16="http://schemas.microsoft.com/office/drawing/2014/main" id="{4A223A19-5235-43F7-BB77-53498ABA0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882900"/>
            <a:ext cx="65976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在电容的充放电的过程中，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面没有传导电流</a:t>
            </a:r>
            <a:r>
              <a:rPr lang="en-US" altLang="zh-CN" sz="2800"/>
              <a:t>, </a:t>
            </a:r>
            <a:r>
              <a:rPr lang="zh-CN" altLang="en-US" sz="2800"/>
              <a:t>但有</a:t>
            </a:r>
            <a:r>
              <a:rPr lang="en-US" altLang="zh-CN" sz="2800" i="1"/>
              <a:t>I</a:t>
            </a:r>
            <a:r>
              <a:rPr lang="en-US" altLang="zh-CN" sz="2800" i="1" baseline="-25000"/>
              <a:t>D</a:t>
            </a:r>
            <a:endParaRPr lang="en-US" altLang="zh-CN" sz="2800"/>
          </a:p>
        </p:txBody>
      </p:sp>
      <p:graphicFrame>
        <p:nvGraphicFramePr>
          <p:cNvPr id="52234" name="Object 10">
            <a:extLst>
              <a:ext uri="{FF2B5EF4-FFF2-40B4-BE49-F238E27FC236}">
                <a16:creationId xmlns:a16="http://schemas.microsoft.com/office/drawing/2014/main" id="{91B42E95-4975-4271-9C97-97A19D04F9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3513" y="3910013"/>
          <a:ext cx="18002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1" name="Equation" r:id="rId3" imgW="1841500" imgH="571500" progId="Equation.DSMT4">
                  <p:embed/>
                </p:oleObj>
              </mc:Choice>
              <mc:Fallback>
                <p:oleObj name="Equation" r:id="rId3" imgW="1841500" imgH="571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13" y="3910013"/>
                        <a:ext cx="18002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7" name="Text Box 23">
            <a:extLst>
              <a:ext uri="{FF2B5EF4-FFF2-40B4-BE49-F238E27FC236}">
                <a16:creationId xmlns:a16="http://schemas.microsoft.com/office/drawing/2014/main" id="{2839E65C-145F-4A66-B602-F894F291E5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463" y="4546600"/>
            <a:ext cx="7469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 </a:t>
            </a:r>
            <a:r>
              <a:rPr lang="en-US" altLang="zh-CN" sz="2800" i="1"/>
              <a:t>I</a:t>
            </a:r>
            <a:r>
              <a:rPr lang="en-US" altLang="zh-CN" sz="2800" baseline="-25000"/>
              <a:t>D</a:t>
            </a:r>
            <a:r>
              <a:rPr lang="zh-CN" altLang="en-US" sz="2800"/>
              <a:t>激发的磁场   与其成右手螺旋关系</a:t>
            </a:r>
          </a:p>
        </p:txBody>
      </p:sp>
      <p:grpSp>
        <p:nvGrpSpPr>
          <p:cNvPr id="2" name="Group 24">
            <a:extLst>
              <a:ext uri="{FF2B5EF4-FFF2-40B4-BE49-F238E27FC236}">
                <a16:creationId xmlns:a16="http://schemas.microsoft.com/office/drawing/2014/main" id="{3F01DF1D-1C9E-4615-948D-8882AEB918DD}"/>
              </a:ext>
            </a:extLst>
          </p:cNvPr>
          <p:cNvGrpSpPr>
            <a:grpSpLocks/>
          </p:cNvGrpSpPr>
          <p:nvPr/>
        </p:nvGrpSpPr>
        <p:grpSpPr bwMode="auto">
          <a:xfrm>
            <a:off x="1782763" y="5578475"/>
            <a:ext cx="914400" cy="685800"/>
            <a:chOff x="1008" y="672"/>
            <a:chExt cx="576" cy="432"/>
          </a:xfrm>
        </p:grpSpPr>
        <p:sp>
          <p:nvSpPr>
            <p:cNvPr id="8265" name="Line 25">
              <a:extLst>
                <a:ext uri="{FF2B5EF4-FFF2-40B4-BE49-F238E27FC236}">
                  <a16:creationId xmlns:a16="http://schemas.microsoft.com/office/drawing/2014/main" id="{791AD390-A558-44BA-BD24-5B92292842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6" name="Line 26">
              <a:extLst>
                <a:ext uri="{FF2B5EF4-FFF2-40B4-BE49-F238E27FC236}">
                  <a16:creationId xmlns:a16="http://schemas.microsoft.com/office/drawing/2014/main" id="{BF3B87B3-BE30-4333-8484-AE7AD9A914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7" name="Line 27">
              <a:extLst>
                <a:ext uri="{FF2B5EF4-FFF2-40B4-BE49-F238E27FC236}">
                  <a16:creationId xmlns:a16="http://schemas.microsoft.com/office/drawing/2014/main" id="{ACA874CD-DA7E-4610-8C3D-863A1F1F4D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8" name="Line 28">
              <a:extLst>
                <a:ext uri="{FF2B5EF4-FFF2-40B4-BE49-F238E27FC236}">
                  <a16:creationId xmlns:a16="http://schemas.microsoft.com/office/drawing/2014/main" id="{C187CD57-B75F-42B0-A801-5029F63785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253" name="Object 29">
            <a:extLst>
              <a:ext uri="{FF2B5EF4-FFF2-40B4-BE49-F238E27FC236}">
                <a16:creationId xmlns:a16="http://schemas.microsoft.com/office/drawing/2014/main" id="{55A42890-8A70-45BA-AD5D-6751512246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97213" y="5235575"/>
          <a:ext cx="106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2" name="Equation" r:id="rId5" imgW="1066337" imgH="774364" progId="Equation.DSMT4">
                  <p:embed/>
                </p:oleObj>
              </mc:Choice>
              <mc:Fallback>
                <p:oleObj name="Equation" r:id="rId5" imgW="1066337" imgH="774364" progId="Equation.DSMT4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7213" y="5235575"/>
                        <a:ext cx="1066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4" name="Object 30">
            <a:extLst>
              <a:ext uri="{FF2B5EF4-FFF2-40B4-BE49-F238E27FC236}">
                <a16:creationId xmlns:a16="http://schemas.microsoft.com/office/drawing/2014/main" id="{35FBEAD1-B990-436D-BC80-01A7461C3E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0563" y="6035675"/>
          <a:ext cx="87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3" name="公式" r:id="rId7" imgW="876300" imgH="457200" progId="Equation.3">
                  <p:embed/>
                </p:oleObj>
              </mc:Choice>
              <mc:Fallback>
                <p:oleObj name="公式" r:id="rId7" imgW="876300" imgH="45720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0563" y="6035675"/>
                        <a:ext cx="8763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55" name="Object 31">
            <a:extLst>
              <a:ext uri="{FF2B5EF4-FFF2-40B4-BE49-F238E27FC236}">
                <a16:creationId xmlns:a16="http://schemas.microsoft.com/office/drawing/2014/main" id="{ACF156AA-2867-4364-AB0B-4F5D4D878AA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8963" y="5076825"/>
          <a:ext cx="3413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4" name="公式" r:id="rId9" imgW="342751" imgH="457002" progId="Equation.3">
                  <p:embed/>
                </p:oleObj>
              </mc:Choice>
              <mc:Fallback>
                <p:oleObj name="公式" r:id="rId9" imgW="342751" imgH="45700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963" y="5076825"/>
                        <a:ext cx="3413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2">
            <a:extLst>
              <a:ext uri="{FF2B5EF4-FFF2-40B4-BE49-F238E27FC236}">
                <a16:creationId xmlns:a16="http://schemas.microsoft.com/office/drawing/2014/main" id="{B2E3AD5C-2B37-4649-8C42-A9720809DA98}"/>
              </a:ext>
            </a:extLst>
          </p:cNvPr>
          <p:cNvGrpSpPr>
            <a:grpSpLocks/>
          </p:cNvGrpSpPr>
          <p:nvPr/>
        </p:nvGrpSpPr>
        <p:grpSpPr bwMode="auto">
          <a:xfrm>
            <a:off x="1477963" y="5499100"/>
            <a:ext cx="1524000" cy="533400"/>
            <a:chOff x="864" y="1296"/>
            <a:chExt cx="960" cy="384"/>
          </a:xfrm>
        </p:grpSpPr>
        <p:sp>
          <p:nvSpPr>
            <p:cNvPr id="8263" name="Oval 33">
              <a:extLst>
                <a:ext uri="{FF2B5EF4-FFF2-40B4-BE49-F238E27FC236}">
                  <a16:creationId xmlns:a16="http://schemas.microsoft.com/office/drawing/2014/main" id="{549241ED-AB71-426D-B436-51F32801E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1296"/>
              <a:ext cx="960" cy="384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8264" name="Line 34">
              <a:extLst>
                <a:ext uri="{FF2B5EF4-FFF2-40B4-BE49-F238E27FC236}">
                  <a16:creationId xmlns:a16="http://schemas.microsoft.com/office/drawing/2014/main" id="{A3D12187-1DEC-440A-9A53-66363604E1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680"/>
              <a:ext cx="9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35">
            <a:extLst>
              <a:ext uri="{FF2B5EF4-FFF2-40B4-BE49-F238E27FC236}">
                <a16:creationId xmlns:a16="http://schemas.microsoft.com/office/drawing/2014/main" id="{BFA3DBFC-19E6-45A3-A129-2FD9F4AEA662}"/>
              </a:ext>
            </a:extLst>
          </p:cNvPr>
          <p:cNvGrpSpPr>
            <a:grpSpLocks/>
          </p:cNvGrpSpPr>
          <p:nvPr/>
        </p:nvGrpSpPr>
        <p:grpSpPr bwMode="auto">
          <a:xfrm>
            <a:off x="1935163" y="5502275"/>
            <a:ext cx="609600" cy="304800"/>
            <a:chOff x="1104" y="576"/>
            <a:chExt cx="384" cy="192"/>
          </a:xfrm>
        </p:grpSpPr>
        <p:sp>
          <p:nvSpPr>
            <p:cNvPr id="8260" name="Line 36">
              <a:extLst>
                <a:ext uri="{FF2B5EF4-FFF2-40B4-BE49-F238E27FC236}">
                  <a16:creationId xmlns:a16="http://schemas.microsoft.com/office/drawing/2014/main" id="{5B7807A3-AC0A-48E5-98D3-AE04FE9974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1" name="Line 37">
              <a:extLst>
                <a:ext uri="{FF2B5EF4-FFF2-40B4-BE49-F238E27FC236}">
                  <a16:creationId xmlns:a16="http://schemas.microsoft.com/office/drawing/2014/main" id="{2417736C-C7D7-4AC7-B963-CE8BAD7AB1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62" name="Line 38">
              <a:extLst>
                <a:ext uri="{FF2B5EF4-FFF2-40B4-BE49-F238E27FC236}">
                  <a16:creationId xmlns:a16="http://schemas.microsoft.com/office/drawing/2014/main" id="{D6BB4D66-7D49-4551-BF57-24E368AF3D1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263" name="AutoShape 39">
            <a:extLst>
              <a:ext uri="{FF2B5EF4-FFF2-40B4-BE49-F238E27FC236}">
                <a16:creationId xmlns:a16="http://schemas.microsoft.com/office/drawing/2014/main" id="{0DEE7568-916F-4B7F-B757-D53B27D60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3763" y="5084763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52264" name="Object 40">
            <a:extLst>
              <a:ext uri="{FF2B5EF4-FFF2-40B4-BE49-F238E27FC236}">
                <a16:creationId xmlns:a16="http://schemas.microsoft.com/office/drawing/2014/main" id="{A746B9CC-0B13-44D4-B3D0-749D1C9F41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2800" y="6118225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5" name="公式" r:id="rId11" imgW="291973" imgH="368140" progId="Equation.3">
                  <p:embed/>
                </p:oleObj>
              </mc:Choice>
              <mc:Fallback>
                <p:oleObj name="公式" r:id="rId11" imgW="291973" imgH="368140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2800" y="6118225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65" name="Object 41">
            <a:extLst>
              <a:ext uri="{FF2B5EF4-FFF2-40B4-BE49-F238E27FC236}">
                <a16:creationId xmlns:a16="http://schemas.microsoft.com/office/drawing/2014/main" id="{1074B888-FFE6-4414-BDD5-9BEDA637EA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49363" y="5426075"/>
          <a:ext cx="3159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6" name="公式" r:id="rId13" imgW="317362" imgH="368140" progId="Equation.3">
                  <p:embed/>
                </p:oleObj>
              </mc:Choice>
              <mc:Fallback>
                <p:oleObj name="公式" r:id="rId13" imgW="317362" imgH="368140" progId="Equation.3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363" y="5426075"/>
                        <a:ext cx="3159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2">
            <a:extLst>
              <a:ext uri="{FF2B5EF4-FFF2-40B4-BE49-F238E27FC236}">
                <a16:creationId xmlns:a16="http://schemas.microsoft.com/office/drawing/2014/main" id="{71043349-7AD2-42A3-8CE7-771E0FE1FDE1}"/>
              </a:ext>
            </a:extLst>
          </p:cNvPr>
          <p:cNvGrpSpPr>
            <a:grpSpLocks/>
          </p:cNvGrpSpPr>
          <p:nvPr/>
        </p:nvGrpSpPr>
        <p:grpSpPr bwMode="auto">
          <a:xfrm>
            <a:off x="5373688" y="5259388"/>
            <a:ext cx="609600" cy="304800"/>
            <a:chOff x="1104" y="576"/>
            <a:chExt cx="384" cy="192"/>
          </a:xfrm>
        </p:grpSpPr>
        <p:sp>
          <p:nvSpPr>
            <p:cNvPr id="8257" name="Line 43">
              <a:extLst>
                <a:ext uri="{FF2B5EF4-FFF2-40B4-BE49-F238E27FC236}">
                  <a16:creationId xmlns:a16="http://schemas.microsoft.com/office/drawing/2014/main" id="{D79F40FC-78EC-44DC-A028-E55050D305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04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8" name="Line 44">
              <a:extLst>
                <a:ext uri="{FF2B5EF4-FFF2-40B4-BE49-F238E27FC236}">
                  <a16:creationId xmlns:a16="http://schemas.microsoft.com/office/drawing/2014/main" id="{5CD107E6-DB09-47CB-A2AE-2A15604C5FD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9" name="Line 45">
              <a:extLst>
                <a:ext uri="{FF2B5EF4-FFF2-40B4-BE49-F238E27FC236}">
                  <a16:creationId xmlns:a16="http://schemas.microsoft.com/office/drawing/2014/main" id="{BE6EFAED-4575-4622-8180-A394D51B21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576"/>
              <a:ext cx="0" cy="19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270" name="Object 46">
            <a:extLst>
              <a:ext uri="{FF2B5EF4-FFF2-40B4-BE49-F238E27FC236}">
                <a16:creationId xmlns:a16="http://schemas.microsoft.com/office/drawing/2014/main" id="{2E2B2AC3-917C-43C1-96A1-0CA6EF4F4D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35738" y="5068888"/>
          <a:ext cx="10668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7" name="Equation" r:id="rId15" imgW="1066337" imgH="774364" progId="Equation.DSMT4">
                  <p:embed/>
                </p:oleObj>
              </mc:Choice>
              <mc:Fallback>
                <p:oleObj name="Equation" r:id="rId15" imgW="1066337" imgH="774364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5738" y="5068888"/>
                        <a:ext cx="10668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7">
            <a:extLst>
              <a:ext uri="{FF2B5EF4-FFF2-40B4-BE49-F238E27FC236}">
                <a16:creationId xmlns:a16="http://schemas.microsoft.com/office/drawing/2014/main" id="{D270593B-ABDF-445C-B9BF-654D699E92E9}"/>
              </a:ext>
            </a:extLst>
          </p:cNvPr>
          <p:cNvGrpSpPr>
            <a:grpSpLocks/>
          </p:cNvGrpSpPr>
          <p:nvPr/>
        </p:nvGrpSpPr>
        <p:grpSpPr bwMode="auto">
          <a:xfrm>
            <a:off x="4916488" y="5703888"/>
            <a:ext cx="1524000" cy="533400"/>
            <a:chOff x="3216" y="720"/>
            <a:chExt cx="960" cy="336"/>
          </a:xfrm>
        </p:grpSpPr>
        <p:sp>
          <p:nvSpPr>
            <p:cNvPr id="8255" name="Oval 48">
              <a:extLst>
                <a:ext uri="{FF2B5EF4-FFF2-40B4-BE49-F238E27FC236}">
                  <a16:creationId xmlns:a16="http://schemas.microsoft.com/office/drawing/2014/main" id="{F01FD2DB-84AC-462B-B72C-7AC83506A3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720"/>
              <a:ext cx="960" cy="336"/>
            </a:xfrm>
            <a:prstGeom prst="ellips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8256" name="Line 49">
              <a:extLst>
                <a:ext uri="{FF2B5EF4-FFF2-40B4-BE49-F238E27FC236}">
                  <a16:creationId xmlns:a16="http://schemas.microsoft.com/office/drawing/2014/main" id="{0C121BF5-063F-470C-9383-6FD9321E40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056"/>
              <a:ext cx="96" cy="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274" name="AutoShape 50">
            <a:extLst>
              <a:ext uri="{FF2B5EF4-FFF2-40B4-BE49-F238E27FC236}">
                <a16:creationId xmlns:a16="http://schemas.microsoft.com/office/drawing/2014/main" id="{8B4CFC03-C6C7-43D3-9913-451C0FD76AD7}"/>
              </a:ext>
            </a:extLst>
          </p:cNvPr>
          <p:cNvSpPr>
            <a:spLocks noChangeArrowheads="1"/>
          </p:cNvSpPr>
          <p:nvPr/>
        </p:nvSpPr>
        <p:spPr bwMode="auto">
          <a:xfrm flipH="1" flipV="1">
            <a:off x="5602288" y="5202238"/>
            <a:ext cx="152400" cy="838200"/>
          </a:xfrm>
          <a:prstGeom prst="upArrow">
            <a:avLst>
              <a:gd name="adj1" fmla="val 50000"/>
              <a:gd name="adj2" fmla="val 137500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7" name="Group 51">
            <a:extLst>
              <a:ext uri="{FF2B5EF4-FFF2-40B4-BE49-F238E27FC236}">
                <a16:creationId xmlns:a16="http://schemas.microsoft.com/office/drawing/2014/main" id="{9E61D5E0-B243-4C1A-B817-3F9EB06E6B65}"/>
              </a:ext>
            </a:extLst>
          </p:cNvPr>
          <p:cNvGrpSpPr>
            <a:grpSpLocks/>
          </p:cNvGrpSpPr>
          <p:nvPr/>
        </p:nvGrpSpPr>
        <p:grpSpPr bwMode="auto">
          <a:xfrm>
            <a:off x="5221288" y="5487988"/>
            <a:ext cx="914400" cy="685800"/>
            <a:chOff x="1008" y="672"/>
            <a:chExt cx="576" cy="432"/>
          </a:xfrm>
        </p:grpSpPr>
        <p:sp>
          <p:nvSpPr>
            <p:cNvPr id="8251" name="Line 52">
              <a:extLst>
                <a:ext uri="{FF2B5EF4-FFF2-40B4-BE49-F238E27FC236}">
                  <a16:creationId xmlns:a16="http://schemas.microsoft.com/office/drawing/2014/main" id="{B7978D26-345A-4827-A8D6-2116ADC5BE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2" name="Line 53">
              <a:extLst>
                <a:ext uri="{FF2B5EF4-FFF2-40B4-BE49-F238E27FC236}">
                  <a16:creationId xmlns:a16="http://schemas.microsoft.com/office/drawing/2014/main" id="{145FF862-0985-40F1-AD7B-A3FE30AC7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00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3" name="Line 54">
              <a:extLst>
                <a:ext uri="{FF2B5EF4-FFF2-40B4-BE49-F238E27FC236}">
                  <a16:creationId xmlns:a16="http://schemas.microsoft.com/office/drawing/2014/main" id="{E02CCABF-34E8-4736-9DCF-E3E07E66BD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54" name="Line 55">
              <a:extLst>
                <a:ext uri="{FF2B5EF4-FFF2-40B4-BE49-F238E27FC236}">
                  <a16:creationId xmlns:a16="http://schemas.microsoft.com/office/drawing/2014/main" id="{6CAE8CC2-7D6E-4366-BBB3-4BFE87F33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672"/>
              <a:ext cx="0" cy="432"/>
            </a:xfrm>
            <a:prstGeom prst="line">
              <a:avLst/>
            </a:prstGeom>
            <a:noFill/>
            <a:ln w="38100">
              <a:solidFill>
                <a:srgbClr val="FF00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52280" name="Object 56">
            <a:extLst>
              <a:ext uri="{FF2B5EF4-FFF2-40B4-BE49-F238E27FC236}">
                <a16:creationId xmlns:a16="http://schemas.microsoft.com/office/drawing/2014/main" id="{875011A7-9FD6-4612-93FF-35B9338F23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61138" y="5792788"/>
          <a:ext cx="10922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8" name="公式" r:id="rId17" imgW="1091726" imgH="469696" progId="Equation.3">
                  <p:embed/>
                </p:oleObj>
              </mc:Choice>
              <mc:Fallback>
                <p:oleObj name="公式" r:id="rId17" imgW="1091726" imgH="469696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61138" y="5792788"/>
                        <a:ext cx="10922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1" name="Object 57">
            <a:extLst>
              <a:ext uri="{FF2B5EF4-FFF2-40B4-BE49-F238E27FC236}">
                <a16:creationId xmlns:a16="http://schemas.microsoft.com/office/drawing/2014/main" id="{D07BAEA0-ECA1-494B-84AC-682633DD80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57813" y="5076825"/>
          <a:ext cx="3413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49" name="公式" r:id="rId19" imgW="342751" imgH="457002" progId="Equation.3">
                  <p:embed/>
                </p:oleObj>
              </mc:Choice>
              <mc:Fallback>
                <p:oleObj name="公式" r:id="rId19" imgW="342751" imgH="457002" progId="Equation.3">
                  <p:embed/>
                  <p:pic>
                    <p:nvPicPr>
                      <p:cNvPr id="0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7813" y="5076825"/>
                        <a:ext cx="3413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2" name="Object 58">
            <a:extLst>
              <a:ext uri="{FF2B5EF4-FFF2-40B4-BE49-F238E27FC236}">
                <a16:creationId xmlns:a16="http://schemas.microsoft.com/office/drawing/2014/main" id="{2180BFA6-C467-4E80-B86C-4E8C51C985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4088" y="5335588"/>
          <a:ext cx="3159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0" name="公式" r:id="rId20" imgW="317362" imgH="368140" progId="Equation.3">
                  <p:embed/>
                </p:oleObj>
              </mc:Choice>
              <mc:Fallback>
                <p:oleObj name="公式" r:id="rId20" imgW="317362" imgH="368140" progId="Equation.3">
                  <p:embed/>
                  <p:pic>
                    <p:nvPicPr>
                      <p:cNvPr id="0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64088" y="5335588"/>
                        <a:ext cx="3159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83" name="Object 59">
            <a:extLst>
              <a:ext uri="{FF2B5EF4-FFF2-40B4-BE49-F238E27FC236}">
                <a16:creationId xmlns:a16="http://schemas.microsoft.com/office/drawing/2014/main" id="{2D101AAE-B4D6-4D7F-B264-35FFC419270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41975" y="6270625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1" name="公式" r:id="rId21" imgW="291973" imgH="368140" progId="Equation.3">
                  <p:embed/>
                </p:oleObj>
              </mc:Choice>
              <mc:Fallback>
                <p:oleObj name="公式" r:id="rId21" imgW="291973" imgH="368140" progId="Equation.3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1975" y="6270625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84" name="Text Box 60">
            <a:extLst>
              <a:ext uri="{FF2B5EF4-FFF2-40B4-BE49-F238E27FC236}">
                <a16:creationId xmlns:a16="http://schemas.microsoft.com/office/drawing/2014/main" id="{21FA37A7-D78B-459E-8C02-991934D7F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65888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4</a:t>
            </a:r>
          </a:p>
        </p:txBody>
      </p:sp>
      <p:sp>
        <p:nvSpPr>
          <p:cNvPr id="52299" name="Oval 75">
            <a:extLst>
              <a:ext uri="{FF2B5EF4-FFF2-40B4-BE49-F238E27FC236}">
                <a16:creationId xmlns:a16="http://schemas.microsoft.com/office/drawing/2014/main" id="{7FF068AE-749F-4E2B-8734-A07039D1C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6213" y="4103688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8" name="Group 127">
            <a:extLst>
              <a:ext uri="{FF2B5EF4-FFF2-40B4-BE49-F238E27FC236}">
                <a16:creationId xmlns:a16="http://schemas.microsoft.com/office/drawing/2014/main" id="{31F0451B-CA23-458C-A25A-76EB86C817AE}"/>
              </a:ext>
            </a:extLst>
          </p:cNvPr>
          <p:cNvGrpSpPr>
            <a:grpSpLocks/>
          </p:cNvGrpSpPr>
          <p:nvPr/>
        </p:nvGrpSpPr>
        <p:grpSpPr bwMode="auto">
          <a:xfrm>
            <a:off x="6073775" y="3159125"/>
            <a:ext cx="1866900" cy="1406525"/>
            <a:chOff x="4132" y="885"/>
            <a:chExt cx="1176" cy="886"/>
          </a:xfrm>
        </p:grpSpPr>
        <p:grpSp>
          <p:nvGrpSpPr>
            <p:cNvPr id="8224" name="Group 80">
              <a:extLst>
                <a:ext uri="{FF2B5EF4-FFF2-40B4-BE49-F238E27FC236}">
                  <a16:creationId xmlns:a16="http://schemas.microsoft.com/office/drawing/2014/main" id="{CFC413B2-A8B5-4639-9836-3E33681E63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2" y="891"/>
              <a:ext cx="972" cy="871"/>
              <a:chOff x="615" y="1320"/>
              <a:chExt cx="972" cy="871"/>
            </a:xfrm>
          </p:grpSpPr>
          <p:sp>
            <p:nvSpPr>
              <p:cNvPr id="8233" name="Rectangle 81">
                <a:extLst>
                  <a:ext uri="{FF2B5EF4-FFF2-40B4-BE49-F238E27FC236}">
                    <a16:creationId xmlns:a16="http://schemas.microsoft.com/office/drawing/2014/main" id="{74B1B765-AC18-46C3-B8B5-A94AFE983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14" y="1320"/>
                <a:ext cx="358" cy="871"/>
              </a:xfrm>
              <a:prstGeom prst="rect">
                <a:avLst/>
              </a:prstGeom>
              <a:solidFill>
                <a:srgbClr val="FFFFCC"/>
              </a:solidFill>
              <a:ln w="12700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8234" name="Line 82">
                <a:extLst>
                  <a:ext uri="{FF2B5EF4-FFF2-40B4-BE49-F238E27FC236}">
                    <a16:creationId xmlns:a16="http://schemas.microsoft.com/office/drawing/2014/main" id="{FC8B2CD2-B4C0-4C1D-B771-C72817D680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648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5" name="Line 83">
                <a:extLst>
                  <a:ext uri="{FF2B5EF4-FFF2-40B4-BE49-F238E27FC236}">
                    <a16:creationId xmlns:a16="http://schemas.microsoft.com/office/drawing/2014/main" id="{D1260B74-5AD9-4B43-80BC-425721D8B3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72" y="1827"/>
                <a:ext cx="432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8236" name="Rectangle 84">
                <a:extLst>
                  <a:ext uri="{FF2B5EF4-FFF2-40B4-BE49-F238E27FC236}">
                    <a16:creationId xmlns:a16="http://schemas.microsoft.com/office/drawing/2014/main" id="{2CBB8D3F-D8EF-4641-9229-6C9277743C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4" y="1659"/>
                <a:ext cx="493" cy="159"/>
              </a:xfrm>
              <a:prstGeom prst="rect">
                <a:avLst/>
              </a:prstGeom>
              <a:solidFill>
                <a:srgbClr val="FFFF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8237" name="Text Box 85">
                <a:extLst>
                  <a:ext uri="{FF2B5EF4-FFF2-40B4-BE49-F238E27FC236}">
                    <a16:creationId xmlns:a16="http://schemas.microsoft.com/office/drawing/2014/main" id="{DC7CA616-6987-486C-9256-CCBDE2580E0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5" y="1395"/>
                <a:ext cx="517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 i="1">
                    <a:solidFill>
                      <a:srgbClr val="FF3300"/>
                    </a:solidFill>
                  </a:rPr>
                  <a:t>i</a:t>
                </a:r>
              </a:p>
            </p:txBody>
          </p:sp>
          <p:grpSp>
            <p:nvGrpSpPr>
              <p:cNvPr id="8238" name="Group 86">
                <a:extLst>
                  <a:ext uri="{FF2B5EF4-FFF2-40B4-BE49-F238E27FC236}">
                    <a16:creationId xmlns:a16="http://schemas.microsoft.com/office/drawing/2014/main" id="{E251F504-E74D-455D-835E-925F35A542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40" y="1453"/>
                <a:ext cx="565" cy="565"/>
                <a:chOff x="520" y="1453"/>
                <a:chExt cx="565" cy="565"/>
              </a:xfrm>
            </p:grpSpPr>
            <p:grpSp>
              <p:nvGrpSpPr>
                <p:cNvPr id="8243" name="Group 87">
                  <a:extLst>
                    <a:ext uri="{FF2B5EF4-FFF2-40B4-BE49-F238E27FC236}">
                      <a16:creationId xmlns:a16="http://schemas.microsoft.com/office/drawing/2014/main" id="{415D731A-91CA-45D2-8AC1-2DA8B670ED3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522" y="1453"/>
                  <a:ext cx="556" cy="229"/>
                  <a:chOff x="1313" y="1911"/>
                  <a:chExt cx="556" cy="229"/>
                </a:xfrm>
              </p:grpSpPr>
              <p:sp>
                <p:nvSpPr>
                  <p:cNvPr id="8249" name="Line 88">
                    <a:extLst>
                      <a:ext uri="{FF2B5EF4-FFF2-40B4-BE49-F238E27FC236}">
                        <a16:creationId xmlns:a16="http://schemas.microsoft.com/office/drawing/2014/main" id="{BB72A246-FA91-4B2B-9C36-00EB49F2DC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50" name="Freeform 89">
                    <a:extLst>
                      <a:ext uri="{FF2B5EF4-FFF2-40B4-BE49-F238E27FC236}">
                        <a16:creationId xmlns:a16="http://schemas.microsoft.com/office/drawing/2014/main" id="{C6BD9514-69EC-431D-A0D4-D31CD42EC7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8244" name="Group 90">
                  <a:extLst>
                    <a:ext uri="{FF2B5EF4-FFF2-40B4-BE49-F238E27FC236}">
                      <a16:creationId xmlns:a16="http://schemas.microsoft.com/office/drawing/2014/main" id="{08A198C5-6699-42A8-9794-86F4D63A226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V="1">
                  <a:off x="529" y="1789"/>
                  <a:ext cx="556" cy="229"/>
                  <a:chOff x="1313" y="1911"/>
                  <a:chExt cx="556" cy="229"/>
                </a:xfrm>
              </p:grpSpPr>
              <p:sp>
                <p:nvSpPr>
                  <p:cNvPr id="8247" name="Line 91">
                    <a:extLst>
                      <a:ext uri="{FF2B5EF4-FFF2-40B4-BE49-F238E27FC236}">
                        <a16:creationId xmlns:a16="http://schemas.microsoft.com/office/drawing/2014/main" id="{49BCF5B3-0416-444F-9CED-907B44C448B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689" y="1911"/>
                    <a:ext cx="160" cy="0"/>
                  </a:xfrm>
                  <a:prstGeom prst="line">
                    <a:avLst/>
                  </a:prstGeom>
                  <a:noFill/>
                  <a:ln w="38100">
                    <a:solidFill>
                      <a:srgbClr val="FF9900"/>
                    </a:solidFill>
                    <a:round/>
                    <a:headEnd/>
                    <a:tailEnd type="triangle" w="sm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8248" name="Freeform 92">
                    <a:extLst>
                      <a:ext uri="{FF2B5EF4-FFF2-40B4-BE49-F238E27FC236}">
                        <a16:creationId xmlns:a16="http://schemas.microsoft.com/office/drawing/2014/main" id="{3AF084FF-2360-4D32-8B60-CA79141744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313" y="1912"/>
                    <a:ext cx="556" cy="228"/>
                  </a:xfrm>
                  <a:custGeom>
                    <a:avLst/>
                    <a:gdLst>
                      <a:gd name="T0" fmla="*/ 0 w 1673"/>
                      <a:gd name="T1" fmla="*/ 0 h 836"/>
                      <a:gd name="T2" fmla="*/ 0 w 1673"/>
                      <a:gd name="T3" fmla="*/ 0 h 836"/>
                      <a:gd name="T4" fmla="*/ 0 w 1673"/>
                      <a:gd name="T5" fmla="*/ 0 h 836"/>
                      <a:gd name="T6" fmla="*/ 0 w 1673"/>
                      <a:gd name="T7" fmla="*/ 0 h 836"/>
                      <a:gd name="T8" fmla="*/ 0 w 1673"/>
                      <a:gd name="T9" fmla="*/ 0 h 836"/>
                      <a:gd name="T10" fmla="*/ 0 w 1673"/>
                      <a:gd name="T11" fmla="*/ 0 h 836"/>
                      <a:gd name="T12" fmla="*/ 0 w 1673"/>
                      <a:gd name="T13" fmla="*/ 0 h 836"/>
                      <a:gd name="T14" fmla="*/ 0 w 1673"/>
                      <a:gd name="T15" fmla="*/ 0 h 836"/>
                      <a:gd name="T16" fmla="*/ 0 60000 65536"/>
                      <a:gd name="T17" fmla="*/ 0 60000 65536"/>
                      <a:gd name="T18" fmla="*/ 0 60000 65536"/>
                      <a:gd name="T19" fmla="*/ 0 60000 65536"/>
                      <a:gd name="T20" fmla="*/ 0 60000 65536"/>
                      <a:gd name="T21" fmla="*/ 0 60000 65536"/>
                      <a:gd name="T22" fmla="*/ 0 60000 65536"/>
                      <a:gd name="T23" fmla="*/ 0 60000 65536"/>
                      <a:gd name="T24" fmla="*/ 0 w 1673"/>
                      <a:gd name="T25" fmla="*/ 0 h 836"/>
                      <a:gd name="T26" fmla="*/ 1673 w 1673"/>
                      <a:gd name="T27" fmla="*/ 836 h 836"/>
                    </a:gdLst>
                    <a:ahLst/>
                    <a:cxnLst>
                      <a:cxn ang="T16">
                        <a:pos x="T0" y="T1"/>
                      </a:cxn>
                      <a:cxn ang="T17">
                        <a:pos x="T2" y="T3"/>
                      </a:cxn>
                      <a:cxn ang="T18">
                        <a:pos x="T4" y="T5"/>
                      </a:cxn>
                      <a:cxn ang="T19">
                        <a:pos x="T6" y="T7"/>
                      </a:cxn>
                      <a:cxn ang="T20">
                        <a:pos x="T8" y="T9"/>
                      </a:cxn>
                      <a:cxn ang="T21">
                        <a:pos x="T10" y="T11"/>
                      </a:cxn>
                      <a:cxn ang="T22">
                        <a:pos x="T12" y="T13"/>
                      </a:cxn>
                      <a:cxn ang="T23">
                        <a:pos x="T14" y="T15"/>
                      </a:cxn>
                    </a:cxnLst>
                    <a:rect l="T24" t="T25" r="T26" b="T27"/>
                    <a:pathLst>
                      <a:path w="1673" h="836">
                        <a:moveTo>
                          <a:pt x="0" y="836"/>
                        </a:moveTo>
                        <a:lnTo>
                          <a:pt x="805" y="836"/>
                        </a:lnTo>
                        <a:lnTo>
                          <a:pt x="900" y="804"/>
                        </a:lnTo>
                        <a:lnTo>
                          <a:pt x="986" y="662"/>
                        </a:lnTo>
                        <a:lnTo>
                          <a:pt x="986" y="173"/>
                        </a:lnTo>
                        <a:lnTo>
                          <a:pt x="1010" y="63"/>
                        </a:lnTo>
                        <a:lnTo>
                          <a:pt x="1105" y="0"/>
                        </a:lnTo>
                        <a:lnTo>
                          <a:pt x="1673" y="0"/>
                        </a:lnTo>
                      </a:path>
                    </a:pathLst>
                  </a:custGeom>
                  <a:noFill/>
                  <a:ln w="19050">
                    <a:solidFill>
                      <a:srgbClr val="FF6600"/>
                    </a:solidFill>
                    <a:round/>
                    <a:headEnd/>
                    <a:tailEnd type="none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8245" name="Line 93">
                  <a:extLst>
                    <a:ext uri="{FF2B5EF4-FFF2-40B4-BE49-F238E27FC236}">
                      <a16:creationId xmlns:a16="http://schemas.microsoft.com/office/drawing/2014/main" id="{5E379B7C-F019-46E8-B2D0-273CE84A5BC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0" y="1743"/>
                  <a:ext cx="551" cy="0"/>
                </a:xfrm>
                <a:prstGeom prst="line">
                  <a:avLst/>
                </a:prstGeom>
                <a:noFill/>
                <a:ln w="19050">
                  <a:solidFill>
                    <a:srgbClr val="FF99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6" name="Line 94">
                  <a:extLst>
                    <a:ext uri="{FF2B5EF4-FFF2-40B4-BE49-F238E27FC236}">
                      <a16:creationId xmlns:a16="http://schemas.microsoft.com/office/drawing/2014/main" id="{6408A951-FF2F-49D0-A558-DC2502430B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67" y="1738"/>
                  <a:ext cx="168" cy="0"/>
                </a:xfrm>
                <a:prstGeom prst="line">
                  <a:avLst/>
                </a:prstGeom>
                <a:noFill/>
                <a:ln w="38100">
                  <a:solidFill>
                    <a:srgbClr val="FF66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39" name="Oval 95">
                <a:extLst>
                  <a:ext uri="{FF2B5EF4-FFF2-40B4-BE49-F238E27FC236}">
                    <a16:creationId xmlns:a16="http://schemas.microsoft.com/office/drawing/2014/main" id="{24260F16-38C2-4507-8580-58677DF82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3" y="1368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8240" name="Oval 96">
                <a:extLst>
                  <a:ext uri="{FF2B5EF4-FFF2-40B4-BE49-F238E27FC236}">
                    <a16:creationId xmlns:a16="http://schemas.microsoft.com/office/drawing/2014/main" id="{9A3479F2-91C7-4CF3-8032-BDD1D4D0DF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4" y="1639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8241" name="Oval 97">
                <a:extLst>
                  <a:ext uri="{FF2B5EF4-FFF2-40B4-BE49-F238E27FC236}">
                    <a16:creationId xmlns:a16="http://schemas.microsoft.com/office/drawing/2014/main" id="{0E376C48-3E17-47E8-8819-96FE14502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" y="1931"/>
                <a:ext cx="146" cy="159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>
                    <a:solidFill>
                      <a:schemeClr val="bg1"/>
                    </a:solidFill>
                  </a:rPr>
                  <a:t>+</a:t>
                </a:r>
              </a:p>
            </p:txBody>
          </p:sp>
          <p:sp>
            <p:nvSpPr>
              <p:cNvPr id="8242" name="AutoShape 98">
                <a:extLst>
                  <a:ext uri="{FF2B5EF4-FFF2-40B4-BE49-F238E27FC236}">
                    <a16:creationId xmlns:a16="http://schemas.microsoft.com/office/drawing/2014/main" id="{B1F9D42B-48ED-49E4-8A2E-BA952E787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0" y="1652"/>
                <a:ext cx="291" cy="159"/>
              </a:xfrm>
              <a:prstGeom prst="rightArrow">
                <a:avLst>
                  <a:gd name="adj1" fmla="val 49685"/>
                  <a:gd name="adj2" fmla="val 67920"/>
                </a:avLst>
              </a:prstGeom>
              <a:solidFill>
                <a:srgbClr val="FF9933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</p:grpSp>
        <p:sp>
          <p:nvSpPr>
            <p:cNvPr id="8225" name="Line 117">
              <a:extLst>
                <a:ext uri="{FF2B5EF4-FFF2-40B4-BE49-F238E27FC236}">
                  <a16:creationId xmlns:a16="http://schemas.microsoft.com/office/drawing/2014/main" id="{8F4A75F9-DDEE-453A-91B3-57F9F89C94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19" y="1049"/>
              <a:ext cx="174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6" name="Line 119">
              <a:extLst>
                <a:ext uri="{FF2B5EF4-FFF2-40B4-BE49-F238E27FC236}">
                  <a16:creationId xmlns:a16="http://schemas.microsoft.com/office/drawing/2014/main" id="{7CB070AC-2BAF-42FC-A427-40C0A67C88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7" y="1300"/>
              <a:ext cx="174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7" name="Line 121">
              <a:extLst>
                <a:ext uri="{FF2B5EF4-FFF2-40B4-BE49-F238E27FC236}">
                  <a16:creationId xmlns:a16="http://schemas.microsoft.com/office/drawing/2014/main" id="{E6ACDA60-8AD2-4F99-B6E0-615D1C74D0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27" y="1585"/>
              <a:ext cx="181" cy="0"/>
            </a:xfrm>
            <a:prstGeom prst="line">
              <a:avLst/>
            </a:prstGeom>
            <a:noFill/>
            <a:ln w="28575">
              <a:solidFill>
                <a:srgbClr val="FF66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8" name="Group 122">
              <a:extLst>
                <a:ext uri="{FF2B5EF4-FFF2-40B4-BE49-F238E27FC236}">
                  <a16:creationId xmlns:a16="http://schemas.microsoft.com/office/drawing/2014/main" id="{7735CC25-4A1F-4CBD-99AD-34956FCD3C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854" y="885"/>
              <a:ext cx="435" cy="886"/>
              <a:chOff x="4921" y="1480"/>
              <a:chExt cx="421" cy="823"/>
            </a:xfrm>
          </p:grpSpPr>
          <p:sp>
            <p:nvSpPr>
              <p:cNvPr id="8229" name="Line 123">
                <a:extLst>
                  <a:ext uri="{FF2B5EF4-FFF2-40B4-BE49-F238E27FC236}">
                    <a16:creationId xmlns:a16="http://schemas.microsoft.com/office/drawing/2014/main" id="{EB2A7E3B-4C91-4ADE-AD79-800DD422F5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1480"/>
                <a:ext cx="0" cy="816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0" name="Line 124">
                <a:extLst>
                  <a:ext uri="{FF2B5EF4-FFF2-40B4-BE49-F238E27FC236}">
                    <a16:creationId xmlns:a16="http://schemas.microsoft.com/office/drawing/2014/main" id="{9DFE3A26-B487-4AFF-98DE-CE8EAC250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1480"/>
                <a:ext cx="421" cy="3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1" name="Line 125">
                <a:extLst>
                  <a:ext uri="{FF2B5EF4-FFF2-40B4-BE49-F238E27FC236}">
                    <a16:creationId xmlns:a16="http://schemas.microsoft.com/office/drawing/2014/main" id="{2F2F6148-1D75-404D-9A80-A01AAF2DA0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21" y="2296"/>
                <a:ext cx="412" cy="7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2" name="Line 126">
                <a:extLst>
                  <a:ext uri="{FF2B5EF4-FFF2-40B4-BE49-F238E27FC236}">
                    <a16:creationId xmlns:a16="http://schemas.microsoft.com/office/drawing/2014/main" id="{C5D3C6C9-2343-4F5F-AD2D-6BBACD3698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33" y="1480"/>
                <a:ext cx="0" cy="816"/>
              </a:xfrm>
              <a:prstGeom prst="line">
                <a:avLst/>
              </a:prstGeom>
              <a:noFill/>
              <a:ln w="38100">
                <a:solidFill>
                  <a:srgbClr val="3399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52352" name="Text Box 128">
            <a:extLst>
              <a:ext uri="{FF2B5EF4-FFF2-40B4-BE49-F238E27FC236}">
                <a16:creationId xmlns:a16="http://schemas.microsoft.com/office/drawing/2014/main" id="{14F8F035-B213-45F2-A1C4-A6DB8670A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5475" y="2714625"/>
            <a:ext cx="5032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endParaRPr lang="en-US" altLang="zh-CN" sz="2800"/>
          </a:p>
        </p:txBody>
      </p:sp>
      <p:sp>
        <p:nvSpPr>
          <p:cNvPr id="52353" name="Text Box 129">
            <a:extLst>
              <a:ext uri="{FF2B5EF4-FFF2-40B4-BE49-F238E27FC236}">
                <a16:creationId xmlns:a16="http://schemas.microsoft.com/office/drawing/2014/main" id="{CB9AC45D-96CD-44F7-8692-0376AA219C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0650" y="2741613"/>
            <a:ext cx="503238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endParaRPr lang="en-US" altLang="zh-CN" sz="2800"/>
          </a:p>
        </p:txBody>
      </p:sp>
      <p:graphicFrame>
        <p:nvGraphicFramePr>
          <p:cNvPr id="52354" name="Object 130">
            <a:extLst>
              <a:ext uri="{FF2B5EF4-FFF2-40B4-BE49-F238E27FC236}">
                <a16:creationId xmlns:a16="http://schemas.microsoft.com/office/drawing/2014/main" id="{38816513-3DA5-4996-A08B-8731346936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24250" y="4598988"/>
          <a:ext cx="2905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52" name="Equation" r:id="rId22" imgW="291973" imgH="368140" progId="Equation.DSMT4">
                  <p:embed/>
                </p:oleObj>
              </mc:Choice>
              <mc:Fallback>
                <p:oleObj name="Equation" r:id="rId22" imgW="291973" imgH="368140" progId="Equation.DSMT4">
                  <p:embed/>
                  <p:pic>
                    <p:nvPicPr>
                      <p:cNvPr id="0" name="Object 1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4250" y="4598988"/>
                        <a:ext cx="2905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52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75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22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52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2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22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5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0" dur="500" fill="hold"/>
                                        <p:tgtEl>
                                          <p:spTgt spid="522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500" fill="hold"/>
                                        <p:tgtEl>
                                          <p:spTgt spid="522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1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7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22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2" dur="500"/>
                                        <p:tgtEl>
                                          <p:spTgt spid="5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utoUpdateAnimBg="0"/>
      <p:bldP spid="52228" grpId="0"/>
      <p:bldP spid="52231" grpId="0" autoUpdateAnimBg="0"/>
      <p:bldP spid="52232" grpId="0" autoUpdateAnimBg="0"/>
      <p:bldP spid="52247" grpId="0" autoUpdateAnimBg="0"/>
      <p:bldP spid="52263" grpId="0" animBg="1"/>
      <p:bldP spid="52274" grpId="0" animBg="1"/>
      <p:bldP spid="52284" grpId="0" autoUpdateAnimBg="0"/>
      <p:bldP spid="52299" grpId="0" animBg="1"/>
      <p:bldP spid="52352" grpId="0"/>
      <p:bldP spid="5235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51" name="Rectangle 43">
            <a:extLst>
              <a:ext uri="{FF2B5EF4-FFF2-40B4-BE49-F238E27FC236}">
                <a16:creationId xmlns:a16="http://schemas.microsoft.com/office/drawing/2014/main" id="{79A0F3F4-7EE7-4936-A090-480B71829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225" y="1443038"/>
            <a:ext cx="3616325" cy="85248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45" name="Text Box 37">
            <a:extLst>
              <a:ext uri="{FF2B5EF4-FFF2-40B4-BE49-F238E27FC236}">
                <a16:creationId xmlns:a16="http://schemas.microsoft.com/office/drawing/2014/main" id="{907DA914-30F1-4CEF-A140-B41D2D48EF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063" y="322263"/>
            <a:ext cx="5280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二、全电流定理</a:t>
            </a:r>
          </a:p>
        </p:txBody>
      </p:sp>
      <p:sp>
        <p:nvSpPr>
          <p:cNvPr id="17447" name="Text Box 39">
            <a:extLst>
              <a:ext uri="{FF2B5EF4-FFF2-40B4-BE49-F238E27FC236}">
                <a16:creationId xmlns:a16="http://schemas.microsoft.com/office/drawing/2014/main" id="{59C90D34-D715-453A-903C-C99CE6258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854075"/>
            <a:ext cx="68119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一般情况下的安培环路定律</a:t>
            </a:r>
          </a:p>
        </p:txBody>
      </p:sp>
      <p:graphicFrame>
        <p:nvGraphicFramePr>
          <p:cNvPr id="17449" name="Object 41">
            <a:extLst>
              <a:ext uri="{FF2B5EF4-FFF2-40B4-BE49-F238E27FC236}">
                <a16:creationId xmlns:a16="http://schemas.microsoft.com/office/drawing/2014/main" id="{540AA29B-DCBB-404D-97E1-5B1DE80B60C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1435100"/>
          <a:ext cx="32162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4" name="Equation" r:id="rId3" imgW="3505200" imgH="863600" progId="Equation.DSMT4">
                  <p:embed/>
                </p:oleObj>
              </mc:Choice>
              <mc:Fallback>
                <p:oleObj name="Equation" r:id="rId3" imgW="3505200" imgH="863600" progId="Equation.DSMT4">
                  <p:embed/>
                  <p:pic>
                    <p:nvPicPr>
                      <p:cNvPr id="0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1435100"/>
                        <a:ext cx="32162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2" name="AutoShape 44">
            <a:extLst>
              <a:ext uri="{FF2B5EF4-FFF2-40B4-BE49-F238E27FC236}">
                <a16:creationId xmlns:a16="http://schemas.microsoft.com/office/drawing/2014/main" id="{C98B890D-E0E3-407E-978C-1FCF45011DC3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660232" y="1483519"/>
            <a:ext cx="228600" cy="693737"/>
          </a:xfrm>
          <a:prstGeom prst="downArrow">
            <a:avLst>
              <a:gd name="adj1" fmla="val 50000"/>
              <a:gd name="adj2" fmla="val 75868"/>
            </a:avLst>
          </a:prstGeom>
          <a:solidFill>
            <a:srgbClr val="FF0000"/>
          </a:solidFill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453" name="Text Box 45">
            <a:extLst>
              <a:ext uri="{FF2B5EF4-FFF2-40B4-BE49-F238E27FC236}">
                <a16:creationId xmlns:a16="http://schemas.microsoft.com/office/drawing/2014/main" id="{F4B26AA4-7215-4C0B-8DF5-636576D0DC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3463" y="1554163"/>
            <a:ext cx="2811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全电流定理</a:t>
            </a:r>
          </a:p>
        </p:txBody>
      </p:sp>
      <p:graphicFrame>
        <p:nvGraphicFramePr>
          <p:cNvPr id="17456" name="Object 48">
            <a:extLst>
              <a:ext uri="{FF2B5EF4-FFF2-40B4-BE49-F238E27FC236}">
                <a16:creationId xmlns:a16="http://schemas.microsoft.com/office/drawing/2014/main" id="{D302CD46-2A13-4654-B89E-4C978D8240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87563" y="2381250"/>
          <a:ext cx="2600325" cy="733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5" name="Equation" r:id="rId5" imgW="2870200" imgH="723900" progId="Equation.DSMT4">
                  <p:embed/>
                </p:oleObj>
              </mc:Choice>
              <mc:Fallback>
                <p:oleObj name="Equation" r:id="rId5" imgW="2870200" imgH="7239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7563" y="2381250"/>
                        <a:ext cx="2600325" cy="733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58" name="Text Box 50">
            <a:extLst>
              <a:ext uri="{FF2B5EF4-FFF2-40B4-BE49-F238E27FC236}">
                <a16:creationId xmlns:a16="http://schemas.microsoft.com/office/drawing/2014/main" id="{CF2E7A39-C6EF-4159-84AA-6546B85E5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5088" y="2355850"/>
            <a:ext cx="1584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或</a:t>
            </a:r>
          </a:p>
        </p:txBody>
      </p:sp>
      <p:sp>
        <p:nvSpPr>
          <p:cNvPr id="17459" name="Text Box 51">
            <a:extLst>
              <a:ext uri="{FF2B5EF4-FFF2-40B4-BE49-F238E27FC236}">
                <a16:creationId xmlns:a16="http://schemas.microsoft.com/office/drawing/2014/main" id="{1BD4FD6C-DD87-43E3-8915-7811FF4B0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4913" y="6454775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5</a:t>
            </a:r>
          </a:p>
        </p:txBody>
      </p:sp>
      <p:graphicFrame>
        <p:nvGraphicFramePr>
          <p:cNvPr id="17491" name="Object 83">
            <a:extLst>
              <a:ext uri="{FF2B5EF4-FFF2-40B4-BE49-F238E27FC236}">
                <a16:creationId xmlns:a16="http://schemas.microsoft.com/office/drawing/2014/main" id="{9B9D949F-2FCC-4F8E-B24D-71B8FAD4AC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60675" y="4484688"/>
          <a:ext cx="15589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6" name="Equation" r:id="rId7" imgW="1600200" imgH="571500" progId="Equation.DSMT4">
                  <p:embed/>
                </p:oleObj>
              </mc:Choice>
              <mc:Fallback>
                <p:oleObj name="Equation" r:id="rId7" imgW="1600200" imgH="571500" progId="Equation.DSMT4">
                  <p:embed/>
                  <p:pic>
                    <p:nvPicPr>
                      <p:cNvPr id="0" name="Object 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0675" y="4484688"/>
                        <a:ext cx="15589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93" name="Text Box 85">
            <a:extLst>
              <a:ext uri="{FF2B5EF4-FFF2-40B4-BE49-F238E27FC236}">
                <a16:creationId xmlns:a16="http://schemas.microsoft.com/office/drawing/2014/main" id="{749C638F-DE21-458B-9265-4893D15AED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4459288"/>
            <a:ext cx="2362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面</a:t>
            </a:r>
          </a:p>
        </p:txBody>
      </p:sp>
      <p:sp>
        <p:nvSpPr>
          <p:cNvPr id="17494" name="Text Box 86">
            <a:extLst>
              <a:ext uri="{FF2B5EF4-FFF2-40B4-BE49-F238E27FC236}">
                <a16:creationId xmlns:a16="http://schemas.microsoft.com/office/drawing/2014/main" id="{9428A53A-488D-4987-BA38-AE8CC55924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44663" y="5087938"/>
            <a:ext cx="2736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S</a:t>
            </a:r>
            <a:r>
              <a:rPr lang="en-US" altLang="zh-CN" sz="2800" baseline="-25000"/>
              <a:t>2</a:t>
            </a:r>
            <a:r>
              <a:rPr lang="zh-CN" altLang="en-US" sz="2800"/>
              <a:t>面</a:t>
            </a:r>
          </a:p>
        </p:txBody>
      </p:sp>
      <p:graphicFrame>
        <p:nvGraphicFramePr>
          <p:cNvPr id="17496" name="Object 88">
            <a:extLst>
              <a:ext uri="{FF2B5EF4-FFF2-40B4-BE49-F238E27FC236}">
                <a16:creationId xmlns:a16="http://schemas.microsoft.com/office/drawing/2014/main" id="{FAF12AD9-FBB8-4B71-886A-658D91260B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6225" y="5089525"/>
          <a:ext cx="1774825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07" name="Equation" r:id="rId9" imgW="1854200" imgH="571500" progId="Equation.DSMT4">
                  <p:embed/>
                </p:oleObj>
              </mc:Choice>
              <mc:Fallback>
                <p:oleObj name="Equation" r:id="rId9" imgW="1854200" imgH="571500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6225" y="5089525"/>
                        <a:ext cx="1774825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01" name="Text Box 93">
            <a:extLst>
              <a:ext uri="{FF2B5EF4-FFF2-40B4-BE49-F238E27FC236}">
                <a16:creationId xmlns:a16="http://schemas.microsoft.com/office/drawing/2014/main" id="{E04DC242-C782-48F0-8B90-E8CB037E01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75" y="5683250"/>
            <a:ext cx="2724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而  </a:t>
            </a:r>
            <a:r>
              <a:rPr lang="en-US" altLang="zh-CN" sz="2800" i="1"/>
              <a:t>i = I</a:t>
            </a:r>
            <a:r>
              <a:rPr lang="en-US" altLang="zh-CN" sz="2800" i="1" baseline="-25000"/>
              <a:t>D</a:t>
            </a:r>
            <a:endParaRPr lang="en-US" altLang="zh-CN" sz="2800"/>
          </a:p>
        </p:txBody>
      </p:sp>
      <p:grpSp>
        <p:nvGrpSpPr>
          <p:cNvPr id="2" name="Group 177">
            <a:extLst>
              <a:ext uri="{FF2B5EF4-FFF2-40B4-BE49-F238E27FC236}">
                <a16:creationId xmlns:a16="http://schemas.microsoft.com/office/drawing/2014/main" id="{6674EABD-F167-4BD0-BD7A-D9DAD504ED01}"/>
              </a:ext>
            </a:extLst>
          </p:cNvPr>
          <p:cNvGrpSpPr>
            <a:grpSpLocks/>
          </p:cNvGrpSpPr>
          <p:nvPr/>
        </p:nvGrpSpPr>
        <p:grpSpPr bwMode="auto">
          <a:xfrm>
            <a:off x="4886325" y="4408488"/>
            <a:ext cx="2762250" cy="2224087"/>
            <a:chOff x="3266" y="2387"/>
            <a:chExt cx="1740" cy="1401"/>
          </a:xfrm>
        </p:grpSpPr>
        <p:grpSp>
          <p:nvGrpSpPr>
            <p:cNvPr id="9240" name="Group 121">
              <a:extLst>
                <a:ext uri="{FF2B5EF4-FFF2-40B4-BE49-F238E27FC236}">
                  <a16:creationId xmlns:a16="http://schemas.microsoft.com/office/drawing/2014/main" id="{51C0B62F-4541-47B5-A9B8-761920DDFF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13" y="2465"/>
              <a:ext cx="530" cy="700"/>
              <a:chOff x="1292" y="2024"/>
              <a:chExt cx="544" cy="711"/>
            </a:xfrm>
          </p:grpSpPr>
          <p:sp>
            <p:nvSpPr>
              <p:cNvPr id="9276" name="Arc 122">
                <a:extLst>
                  <a:ext uri="{FF2B5EF4-FFF2-40B4-BE49-F238E27FC236}">
                    <a16:creationId xmlns:a16="http://schemas.microsoft.com/office/drawing/2014/main" id="{38C10B44-34A0-42D8-8C75-122F61F0BA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2024"/>
                <a:ext cx="454" cy="711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7" name="Arc 123">
                <a:extLst>
                  <a:ext uri="{FF2B5EF4-FFF2-40B4-BE49-F238E27FC236}">
                    <a16:creationId xmlns:a16="http://schemas.microsoft.com/office/drawing/2014/main" id="{D87086A3-8D5B-4E7B-AD2F-9E2AB579E8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38" y="2122"/>
                <a:ext cx="429" cy="274"/>
              </a:xfrm>
              <a:custGeom>
                <a:avLst/>
                <a:gdLst>
                  <a:gd name="T0" fmla="*/ 0 w 20378"/>
                  <a:gd name="T1" fmla="*/ 0 h 16606"/>
                  <a:gd name="T2" fmla="*/ 0 w 20378"/>
                  <a:gd name="T3" fmla="*/ 0 h 16606"/>
                  <a:gd name="T4" fmla="*/ 0 w 20378"/>
                  <a:gd name="T5" fmla="*/ 0 h 16606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6606"/>
                  <a:gd name="T11" fmla="*/ 20378 w 20378"/>
                  <a:gd name="T12" fmla="*/ 16606 h 16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6606" fill="none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</a:path>
                  <a:path w="20378" h="16606" stroke="0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  <a:lnTo>
                      <a:pt x="0" y="16606"/>
                    </a:lnTo>
                    <a:lnTo>
                      <a:pt x="13813" y="-1"/>
                    </a:lnTo>
                    <a:close/>
                  </a:path>
                </a:pathLst>
              </a:custGeom>
              <a:noFill/>
              <a:ln w="12700">
                <a:solidFill>
                  <a:srgbClr val="0066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8" name="Arc 124">
                <a:extLst>
                  <a:ext uri="{FF2B5EF4-FFF2-40B4-BE49-F238E27FC236}">
                    <a16:creationId xmlns:a16="http://schemas.microsoft.com/office/drawing/2014/main" id="{C72A1BF5-F322-403D-8993-C88F049599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3" y="2160"/>
                <a:ext cx="429" cy="236"/>
              </a:xfrm>
              <a:custGeom>
                <a:avLst/>
                <a:gdLst>
                  <a:gd name="T0" fmla="*/ 0 w 20378"/>
                  <a:gd name="T1" fmla="*/ 0 h 14284"/>
                  <a:gd name="T2" fmla="*/ 0 w 20378"/>
                  <a:gd name="T3" fmla="*/ 0 h 14284"/>
                  <a:gd name="T4" fmla="*/ 0 w 20378"/>
                  <a:gd name="T5" fmla="*/ 0 h 14284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4284"/>
                  <a:gd name="T11" fmla="*/ 20378 w 20378"/>
                  <a:gd name="T12" fmla="*/ 14284 h 142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4284" fill="none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</a:path>
                  <a:path w="20378" h="14284" stroke="0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  <a:lnTo>
                      <a:pt x="0" y="14284"/>
                    </a:lnTo>
                    <a:lnTo>
                      <a:pt x="16202" y="0"/>
                    </a:lnTo>
                    <a:close/>
                  </a:path>
                </a:pathLst>
              </a:custGeom>
              <a:noFill/>
              <a:ln w="12700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9" name="Arc 125">
                <a:extLst>
                  <a:ext uri="{FF2B5EF4-FFF2-40B4-BE49-F238E27FC236}">
                    <a16:creationId xmlns:a16="http://schemas.microsoft.com/office/drawing/2014/main" id="{E08F4566-362A-4109-BC64-9C051C302C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2" y="2206"/>
                <a:ext cx="429" cy="217"/>
              </a:xfrm>
              <a:custGeom>
                <a:avLst/>
                <a:gdLst>
                  <a:gd name="T0" fmla="*/ 0 w 20378"/>
                  <a:gd name="T1" fmla="*/ 0 h 13157"/>
                  <a:gd name="T2" fmla="*/ 0 w 20378"/>
                  <a:gd name="T3" fmla="*/ 0 h 13157"/>
                  <a:gd name="T4" fmla="*/ 0 w 20378"/>
                  <a:gd name="T5" fmla="*/ 0 h 13157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3157"/>
                  <a:gd name="T11" fmla="*/ 20378 w 20378"/>
                  <a:gd name="T12" fmla="*/ 13157 h 13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3157" fill="none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</a:path>
                  <a:path w="20378" h="13157" stroke="0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  <a:lnTo>
                      <a:pt x="0" y="13157"/>
                    </a:lnTo>
                    <a:lnTo>
                      <a:pt x="17130" y="0"/>
                    </a:lnTo>
                    <a:close/>
                  </a:path>
                </a:pathLst>
              </a:custGeom>
              <a:noFill/>
              <a:ln w="12700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41" name="Group 126">
              <a:extLst>
                <a:ext uri="{FF2B5EF4-FFF2-40B4-BE49-F238E27FC236}">
                  <a16:creationId xmlns:a16="http://schemas.microsoft.com/office/drawing/2014/main" id="{78B13B7C-6FD0-4E57-A1EE-E2A475B534E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76" y="2387"/>
              <a:ext cx="331" cy="287"/>
              <a:chOff x="3515" y="466"/>
              <a:chExt cx="340" cy="298"/>
            </a:xfrm>
          </p:grpSpPr>
          <p:sp>
            <p:nvSpPr>
              <p:cNvPr id="9274" name="Text Box 127">
                <a:extLst>
                  <a:ext uri="{FF2B5EF4-FFF2-40B4-BE49-F238E27FC236}">
                    <a16:creationId xmlns:a16="http://schemas.microsoft.com/office/drawing/2014/main" id="{8E7D031D-894C-4C26-985A-58F526B22D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60" y="466"/>
                <a:ext cx="295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/>
                  <a:t>S</a:t>
                </a:r>
                <a:r>
                  <a:rPr lang="en-US" altLang="zh-CN" sz="2400" baseline="-25000"/>
                  <a:t>2</a:t>
                </a:r>
                <a:endParaRPr lang="en-US" altLang="zh-CN" sz="2400"/>
              </a:p>
            </p:txBody>
          </p:sp>
          <p:sp>
            <p:nvSpPr>
              <p:cNvPr id="9275" name="Line 128">
                <a:extLst>
                  <a:ext uri="{FF2B5EF4-FFF2-40B4-BE49-F238E27FC236}">
                    <a16:creationId xmlns:a16="http://schemas.microsoft.com/office/drawing/2014/main" id="{3DFB9BDA-10BD-4AE5-B1CB-01856773D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15" y="663"/>
                <a:ext cx="90" cy="91"/>
              </a:xfrm>
              <a:prstGeom prst="line">
                <a:avLst/>
              </a:prstGeom>
              <a:noFill/>
              <a:ln w="9525">
                <a:solidFill>
                  <a:srgbClr val="004C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9242" name="Rectangle 131">
              <a:extLst>
                <a:ext uri="{FF2B5EF4-FFF2-40B4-BE49-F238E27FC236}">
                  <a16:creationId xmlns:a16="http://schemas.microsoft.com/office/drawing/2014/main" id="{2F56E2E7-258B-4BFA-A29C-839F4AA970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4" y="2509"/>
              <a:ext cx="114" cy="61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9243" name="Line 132">
              <a:extLst>
                <a:ext uri="{FF2B5EF4-FFF2-40B4-BE49-F238E27FC236}">
                  <a16:creationId xmlns:a16="http://schemas.microsoft.com/office/drawing/2014/main" id="{08712232-BAF0-4F16-B69C-921FB7CED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2815"/>
              <a:ext cx="3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4" name="Line 133">
              <a:extLst>
                <a:ext uri="{FF2B5EF4-FFF2-40B4-BE49-F238E27FC236}">
                  <a16:creationId xmlns:a16="http://schemas.microsoft.com/office/drawing/2014/main" id="{1575EDF0-7B84-4D36-B8FB-FB88483B37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2815"/>
              <a:ext cx="0" cy="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5" name="Line 134">
              <a:extLst>
                <a:ext uri="{FF2B5EF4-FFF2-40B4-BE49-F238E27FC236}">
                  <a16:creationId xmlns:a16="http://schemas.microsoft.com/office/drawing/2014/main" id="{69A9EE5D-8937-497D-B7EF-C7B2175DC9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06" y="2815"/>
              <a:ext cx="0" cy="8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6" name="Line 135">
              <a:extLst>
                <a:ext uri="{FF2B5EF4-FFF2-40B4-BE49-F238E27FC236}">
                  <a16:creationId xmlns:a16="http://schemas.microsoft.com/office/drawing/2014/main" id="{3BE29361-0285-4E1D-83C0-41BDE25097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95" y="3556"/>
              <a:ext cx="0" cy="23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7" name="Line 136">
              <a:extLst>
                <a:ext uri="{FF2B5EF4-FFF2-40B4-BE49-F238E27FC236}">
                  <a16:creationId xmlns:a16="http://schemas.microsoft.com/office/drawing/2014/main" id="{B9EBBDC1-F191-45C4-9C8B-3CF2838054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3602"/>
              <a:ext cx="0" cy="13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48" name="Rectangle 137">
              <a:extLst>
                <a:ext uri="{FF2B5EF4-FFF2-40B4-BE49-F238E27FC236}">
                  <a16:creationId xmlns:a16="http://schemas.microsoft.com/office/drawing/2014/main" id="{A15EF19E-A3E2-4ACB-B4C0-CB2AC5308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43" y="3647"/>
              <a:ext cx="280" cy="93"/>
            </a:xfrm>
            <a:prstGeom prst="rect">
              <a:avLst/>
            </a:prstGeom>
            <a:noFill/>
            <a:ln w="2857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9249" name="Line 138">
              <a:extLst>
                <a:ext uri="{FF2B5EF4-FFF2-40B4-BE49-F238E27FC236}">
                  <a16:creationId xmlns:a16="http://schemas.microsoft.com/office/drawing/2014/main" id="{31FB6D54-F477-4E13-A8B6-719952FDC9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3690"/>
              <a:ext cx="44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0" name="Text Box 139">
              <a:extLst>
                <a:ext uri="{FF2B5EF4-FFF2-40B4-BE49-F238E27FC236}">
                  <a16:creationId xmlns:a16="http://schemas.microsoft.com/office/drawing/2014/main" id="{61F48745-0566-4F5E-9022-C60AD7BD3A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1" y="3375"/>
              <a:ext cx="39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R</a:t>
              </a:r>
            </a:p>
          </p:txBody>
        </p:sp>
        <p:grpSp>
          <p:nvGrpSpPr>
            <p:cNvPr id="9251" name="Group 140">
              <a:extLst>
                <a:ext uri="{FF2B5EF4-FFF2-40B4-BE49-F238E27FC236}">
                  <a16:creationId xmlns:a16="http://schemas.microsoft.com/office/drawing/2014/main" id="{25BBE723-0239-4F8A-B1F3-7711D01952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66" y="3156"/>
              <a:ext cx="282" cy="327"/>
              <a:chOff x="2682" y="1379"/>
              <a:chExt cx="289" cy="339"/>
            </a:xfrm>
          </p:grpSpPr>
          <p:sp>
            <p:nvSpPr>
              <p:cNvPr id="9272" name="Line 141">
                <a:extLst>
                  <a:ext uri="{FF2B5EF4-FFF2-40B4-BE49-F238E27FC236}">
                    <a16:creationId xmlns:a16="http://schemas.microsoft.com/office/drawing/2014/main" id="{B000CFF1-227E-450A-AE9D-0B70F721EB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880" y="1434"/>
                <a:ext cx="0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3" name="Text Box 142">
                <a:extLst>
                  <a:ext uri="{FF2B5EF4-FFF2-40B4-BE49-F238E27FC236}">
                    <a16:creationId xmlns:a16="http://schemas.microsoft.com/office/drawing/2014/main" id="{7BA95AF1-318A-4EEF-9EE7-B0C5A31F9BB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2" y="1379"/>
                <a:ext cx="289" cy="3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i</a:t>
                </a:r>
              </a:p>
            </p:txBody>
          </p:sp>
        </p:grpSp>
        <p:sp>
          <p:nvSpPr>
            <p:cNvPr id="9252" name="Text Box 143">
              <a:extLst>
                <a:ext uri="{FF2B5EF4-FFF2-40B4-BE49-F238E27FC236}">
                  <a16:creationId xmlns:a16="http://schemas.microsoft.com/office/drawing/2014/main" id="{7E7B7BC1-5A10-44C2-A2D5-3DED2090DD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78" y="3034"/>
              <a:ext cx="26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i="1"/>
                <a:t>C</a:t>
              </a:r>
            </a:p>
          </p:txBody>
        </p:sp>
        <p:sp>
          <p:nvSpPr>
            <p:cNvPr id="9253" name="Text Box 144">
              <a:extLst>
                <a:ext uri="{FF2B5EF4-FFF2-40B4-BE49-F238E27FC236}">
                  <a16:creationId xmlns:a16="http://schemas.microsoft.com/office/drawing/2014/main" id="{C74472F3-820C-463B-9BBF-FBC6DD599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38" y="2502"/>
              <a:ext cx="195" cy="6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>
                  <a:sym typeface="Symbol" panose="05050102010706020507" pitchFamily="18" charset="2"/>
                </a:rPr>
                <a:t>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800"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9254" name="Text Box 145">
              <a:extLst>
                <a:ext uri="{FF2B5EF4-FFF2-40B4-BE49-F238E27FC236}">
                  <a16:creationId xmlns:a16="http://schemas.microsoft.com/office/drawing/2014/main" id="{385C59ED-729F-4912-9749-67C36DFEA7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39" y="3294"/>
              <a:ext cx="214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0" lang="en-US" altLang="zh-CN" sz="2800" i="1">
                  <a:sym typeface="Symbol" panose="05050102010706020507" pitchFamily="18" charset="2"/>
                </a:rPr>
                <a:t></a:t>
              </a:r>
            </a:p>
          </p:txBody>
        </p:sp>
        <p:sp>
          <p:nvSpPr>
            <p:cNvPr id="9255" name="Line 146">
              <a:extLst>
                <a:ext uri="{FF2B5EF4-FFF2-40B4-BE49-F238E27FC236}">
                  <a16:creationId xmlns:a16="http://schemas.microsoft.com/office/drawing/2014/main" id="{B36C40BD-5A48-49E0-B94E-028EF77F43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59" y="2815"/>
              <a:ext cx="39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56" name="Line 147">
              <a:extLst>
                <a:ext uri="{FF2B5EF4-FFF2-40B4-BE49-F238E27FC236}">
                  <a16:creationId xmlns:a16="http://schemas.microsoft.com/office/drawing/2014/main" id="{F6FF350D-8EA4-4146-9A8D-3827635FE8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9" y="3690"/>
              <a:ext cx="3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7" name="Line 148">
              <a:extLst>
                <a:ext uri="{FF2B5EF4-FFF2-40B4-BE49-F238E27FC236}">
                  <a16:creationId xmlns:a16="http://schemas.microsoft.com/office/drawing/2014/main" id="{B5C2B636-D6D0-463C-BB53-F35141A05C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8" y="3690"/>
              <a:ext cx="3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58" name="Rectangle 149">
              <a:extLst>
                <a:ext uri="{FF2B5EF4-FFF2-40B4-BE49-F238E27FC236}">
                  <a16:creationId xmlns:a16="http://schemas.microsoft.com/office/drawing/2014/main" id="{8D2E88A4-1FE0-4E77-A35C-B080BAB146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3" y="2509"/>
              <a:ext cx="114" cy="613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9259" name="Text Box 150">
              <a:extLst>
                <a:ext uri="{FF2B5EF4-FFF2-40B4-BE49-F238E27FC236}">
                  <a16:creationId xmlns:a16="http://schemas.microsoft.com/office/drawing/2014/main" id="{F251DFCF-AED8-4B4A-94EE-F7346A55F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0" y="2518"/>
              <a:ext cx="188" cy="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  <a:p>
              <a:pPr eaLnBrk="1" hangingPunct="1">
                <a:lnSpc>
                  <a:spcPct val="60000"/>
                </a:lnSpc>
                <a:spcBef>
                  <a:spcPct val="0"/>
                </a:spcBef>
                <a:buFontTx/>
                <a:buNone/>
              </a:pPr>
              <a:r>
                <a:rPr kumimoji="0" lang="en-US" altLang="zh-CN" sz="1600"/>
                <a:t>+</a:t>
              </a:r>
            </a:p>
          </p:txBody>
        </p:sp>
        <p:sp>
          <p:nvSpPr>
            <p:cNvPr id="9260" name="Oval 151" descr="宽下对角线">
              <a:extLst>
                <a:ext uri="{FF2B5EF4-FFF2-40B4-BE49-F238E27FC236}">
                  <a16:creationId xmlns:a16="http://schemas.microsoft.com/office/drawing/2014/main" id="{1E46B6AC-6EF1-4F22-B0C2-68B7D3123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3" y="2465"/>
              <a:ext cx="132" cy="700"/>
            </a:xfrm>
            <a:prstGeom prst="ellipse">
              <a:avLst/>
            </a:prstGeom>
            <a:noFill/>
            <a:ln w="28575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9261" name="Group 152">
              <a:extLst>
                <a:ext uri="{FF2B5EF4-FFF2-40B4-BE49-F238E27FC236}">
                  <a16:creationId xmlns:a16="http://schemas.microsoft.com/office/drawing/2014/main" id="{EEEB13B2-DC1E-40BC-8318-4A55309D36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91" y="2465"/>
              <a:ext cx="533" cy="700"/>
              <a:chOff x="1837" y="1026"/>
              <a:chExt cx="547" cy="711"/>
            </a:xfrm>
          </p:grpSpPr>
          <p:sp>
            <p:nvSpPr>
              <p:cNvPr id="9265" name="Arc 153">
                <a:extLst>
                  <a:ext uri="{FF2B5EF4-FFF2-40B4-BE49-F238E27FC236}">
                    <a16:creationId xmlns:a16="http://schemas.microsoft.com/office/drawing/2014/main" id="{77C64187-3563-4048-8716-C2B1603F6D8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837" y="1026"/>
                <a:ext cx="318" cy="711"/>
              </a:xfrm>
              <a:custGeom>
                <a:avLst/>
                <a:gdLst>
                  <a:gd name="T0" fmla="*/ 0 w 21600"/>
                  <a:gd name="T1" fmla="*/ 0 h 43200"/>
                  <a:gd name="T2" fmla="*/ 0 w 21600"/>
                  <a:gd name="T3" fmla="*/ 0 h 43200"/>
                  <a:gd name="T4" fmla="*/ 0 w 216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200"/>
                  <a:gd name="T11" fmla="*/ 21600 w 216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2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</a:path>
                  <a:path w="21600" h="432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511"/>
                      <a:pt x="11957" y="43174"/>
                      <a:pt x="46" y="43199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1905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6" name="Arc 154">
                <a:extLst>
                  <a:ext uri="{FF2B5EF4-FFF2-40B4-BE49-F238E27FC236}">
                    <a16:creationId xmlns:a16="http://schemas.microsoft.com/office/drawing/2014/main" id="{359BDA4E-B941-4773-AD9E-E0DABE62DD31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06" y="1387"/>
                <a:ext cx="429" cy="274"/>
              </a:xfrm>
              <a:custGeom>
                <a:avLst/>
                <a:gdLst>
                  <a:gd name="T0" fmla="*/ 0 w 20378"/>
                  <a:gd name="T1" fmla="*/ 0 h 16606"/>
                  <a:gd name="T2" fmla="*/ 0 w 20378"/>
                  <a:gd name="T3" fmla="*/ 0 h 16606"/>
                  <a:gd name="T4" fmla="*/ 0 w 20378"/>
                  <a:gd name="T5" fmla="*/ 0 h 16606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6606"/>
                  <a:gd name="T11" fmla="*/ 20378 w 20378"/>
                  <a:gd name="T12" fmla="*/ 16606 h 16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6606" fill="none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</a:path>
                  <a:path w="20378" h="16606" stroke="0" extrusionOk="0">
                    <a:moveTo>
                      <a:pt x="13813" y="-1"/>
                    </a:moveTo>
                    <a:cubicBezTo>
                      <a:pt x="16814" y="2496"/>
                      <a:pt x="19083" y="5759"/>
                      <a:pt x="20377" y="9443"/>
                    </a:cubicBezTo>
                    <a:lnTo>
                      <a:pt x="0" y="16606"/>
                    </a:lnTo>
                    <a:lnTo>
                      <a:pt x="13813" y="-1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7" name="Arc 155">
                <a:extLst>
                  <a:ext uri="{FF2B5EF4-FFF2-40B4-BE49-F238E27FC236}">
                    <a16:creationId xmlns:a16="http://schemas.microsoft.com/office/drawing/2014/main" id="{5C9687FC-9AF5-4D6C-B7EF-B248DC4855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31" y="1387"/>
                <a:ext cx="429" cy="236"/>
              </a:xfrm>
              <a:custGeom>
                <a:avLst/>
                <a:gdLst>
                  <a:gd name="T0" fmla="*/ 0 w 20378"/>
                  <a:gd name="T1" fmla="*/ 0 h 14284"/>
                  <a:gd name="T2" fmla="*/ 0 w 20378"/>
                  <a:gd name="T3" fmla="*/ 0 h 14284"/>
                  <a:gd name="T4" fmla="*/ 0 w 20378"/>
                  <a:gd name="T5" fmla="*/ 0 h 14284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4284"/>
                  <a:gd name="T11" fmla="*/ 20378 w 20378"/>
                  <a:gd name="T12" fmla="*/ 14284 h 142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4284" fill="none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</a:path>
                  <a:path w="20378" h="14284" stroke="0" extrusionOk="0">
                    <a:moveTo>
                      <a:pt x="16202" y="0"/>
                    </a:moveTo>
                    <a:cubicBezTo>
                      <a:pt x="18039" y="2083"/>
                      <a:pt x="19456" y="4501"/>
                      <a:pt x="20377" y="7121"/>
                    </a:cubicBezTo>
                    <a:lnTo>
                      <a:pt x="0" y="14284"/>
                    </a:lnTo>
                    <a:lnTo>
                      <a:pt x="16202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8" name="Arc 156">
                <a:extLst>
                  <a:ext uri="{FF2B5EF4-FFF2-40B4-BE49-F238E27FC236}">
                    <a16:creationId xmlns:a16="http://schemas.microsoft.com/office/drawing/2014/main" id="{7EB20A50-38A3-4346-BB3B-0E66FC1112A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1952" y="1360"/>
                <a:ext cx="429" cy="217"/>
              </a:xfrm>
              <a:custGeom>
                <a:avLst/>
                <a:gdLst>
                  <a:gd name="T0" fmla="*/ 0 w 20378"/>
                  <a:gd name="T1" fmla="*/ 0 h 13157"/>
                  <a:gd name="T2" fmla="*/ 0 w 20378"/>
                  <a:gd name="T3" fmla="*/ 0 h 13157"/>
                  <a:gd name="T4" fmla="*/ 0 w 20378"/>
                  <a:gd name="T5" fmla="*/ 0 h 13157"/>
                  <a:gd name="T6" fmla="*/ 0 60000 65536"/>
                  <a:gd name="T7" fmla="*/ 0 60000 65536"/>
                  <a:gd name="T8" fmla="*/ 0 60000 65536"/>
                  <a:gd name="T9" fmla="*/ 0 w 20378"/>
                  <a:gd name="T10" fmla="*/ 0 h 13157"/>
                  <a:gd name="T11" fmla="*/ 20378 w 20378"/>
                  <a:gd name="T12" fmla="*/ 13157 h 13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78" h="13157" fill="none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</a:path>
                  <a:path w="20378" h="13157" stroke="0" extrusionOk="0">
                    <a:moveTo>
                      <a:pt x="17130" y="0"/>
                    </a:moveTo>
                    <a:cubicBezTo>
                      <a:pt x="18523" y="1813"/>
                      <a:pt x="19619" y="3836"/>
                      <a:pt x="20377" y="5994"/>
                    </a:cubicBezTo>
                    <a:lnTo>
                      <a:pt x="0" y="13157"/>
                    </a:lnTo>
                    <a:lnTo>
                      <a:pt x="17130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69" name="Arc 157">
                <a:extLst>
                  <a:ext uri="{FF2B5EF4-FFF2-40B4-BE49-F238E27FC236}">
                    <a16:creationId xmlns:a16="http://schemas.microsoft.com/office/drawing/2014/main" id="{9BB2323B-B438-438C-81A5-15E424F70EFB}"/>
                  </a:ext>
                </a:extLst>
              </p:cNvPr>
              <p:cNvSpPr>
                <a:spLocks/>
              </p:cNvSpPr>
              <p:nvPr/>
            </p:nvSpPr>
            <p:spPr bwMode="auto">
              <a:xfrm rot="477185" flipH="1">
                <a:off x="1973" y="1115"/>
                <a:ext cx="372" cy="274"/>
              </a:xfrm>
              <a:custGeom>
                <a:avLst/>
                <a:gdLst>
                  <a:gd name="T0" fmla="*/ 0 w 17679"/>
                  <a:gd name="T1" fmla="*/ 0 h 16606"/>
                  <a:gd name="T2" fmla="*/ 0 w 17679"/>
                  <a:gd name="T3" fmla="*/ 0 h 16606"/>
                  <a:gd name="T4" fmla="*/ 0 w 17679"/>
                  <a:gd name="T5" fmla="*/ 0 h 16606"/>
                  <a:gd name="T6" fmla="*/ 0 60000 65536"/>
                  <a:gd name="T7" fmla="*/ 0 60000 65536"/>
                  <a:gd name="T8" fmla="*/ 0 60000 65536"/>
                  <a:gd name="T9" fmla="*/ 0 w 17679"/>
                  <a:gd name="T10" fmla="*/ 0 h 16606"/>
                  <a:gd name="T11" fmla="*/ 17679 w 17679"/>
                  <a:gd name="T12" fmla="*/ 16606 h 166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679" h="16606" fill="none" extrusionOk="0">
                    <a:moveTo>
                      <a:pt x="13813" y="-1"/>
                    </a:moveTo>
                    <a:cubicBezTo>
                      <a:pt x="15281" y="1221"/>
                      <a:pt x="16581" y="2632"/>
                      <a:pt x="17679" y="4195"/>
                    </a:cubicBezTo>
                  </a:path>
                  <a:path w="17679" h="16606" stroke="0" extrusionOk="0">
                    <a:moveTo>
                      <a:pt x="13813" y="-1"/>
                    </a:moveTo>
                    <a:cubicBezTo>
                      <a:pt x="15281" y="1221"/>
                      <a:pt x="16581" y="2632"/>
                      <a:pt x="17679" y="4195"/>
                    </a:cubicBezTo>
                    <a:lnTo>
                      <a:pt x="0" y="16606"/>
                    </a:lnTo>
                    <a:lnTo>
                      <a:pt x="13813" y="-1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0" name="Arc 158">
                <a:extLst>
                  <a:ext uri="{FF2B5EF4-FFF2-40B4-BE49-F238E27FC236}">
                    <a16:creationId xmlns:a16="http://schemas.microsoft.com/office/drawing/2014/main" id="{404C5DD5-C5E5-491D-8ABB-2FF1F9BF97DA}"/>
                  </a:ext>
                </a:extLst>
              </p:cNvPr>
              <p:cNvSpPr>
                <a:spLocks/>
              </p:cNvSpPr>
              <p:nvPr/>
            </p:nvSpPr>
            <p:spPr bwMode="auto">
              <a:xfrm rot="755685" flipH="1">
                <a:off x="1973" y="1099"/>
                <a:ext cx="411" cy="236"/>
              </a:xfrm>
              <a:custGeom>
                <a:avLst/>
                <a:gdLst>
                  <a:gd name="T0" fmla="*/ 0 w 19500"/>
                  <a:gd name="T1" fmla="*/ 0 h 14284"/>
                  <a:gd name="T2" fmla="*/ 0 w 19500"/>
                  <a:gd name="T3" fmla="*/ 0 h 14284"/>
                  <a:gd name="T4" fmla="*/ 0 w 19500"/>
                  <a:gd name="T5" fmla="*/ 0 h 14284"/>
                  <a:gd name="T6" fmla="*/ 0 60000 65536"/>
                  <a:gd name="T7" fmla="*/ 0 60000 65536"/>
                  <a:gd name="T8" fmla="*/ 0 60000 65536"/>
                  <a:gd name="T9" fmla="*/ 0 w 19500"/>
                  <a:gd name="T10" fmla="*/ 0 h 14284"/>
                  <a:gd name="T11" fmla="*/ 19500 w 19500"/>
                  <a:gd name="T12" fmla="*/ 14284 h 142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00" h="14284" fill="none" extrusionOk="0">
                    <a:moveTo>
                      <a:pt x="16202" y="0"/>
                    </a:moveTo>
                    <a:cubicBezTo>
                      <a:pt x="17528" y="1503"/>
                      <a:pt x="18638" y="3184"/>
                      <a:pt x="19500" y="4993"/>
                    </a:cubicBezTo>
                  </a:path>
                  <a:path w="19500" h="14284" stroke="0" extrusionOk="0">
                    <a:moveTo>
                      <a:pt x="16202" y="0"/>
                    </a:moveTo>
                    <a:cubicBezTo>
                      <a:pt x="17528" y="1503"/>
                      <a:pt x="18638" y="3184"/>
                      <a:pt x="19500" y="4993"/>
                    </a:cubicBezTo>
                    <a:lnTo>
                      <a:pt x="0" y="14284"/>
                    </a:lnTo>
                    <a:lnTo>
                      <a:pt x="16202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9271" name="Arc 159">
                <a:extLst>
                  <a:ext uri="{FF2B5EF4-FFF2-40B4-BE49-F238E27FC236}">
                    <a16:creationId xmlns:a16="http://schemas.microsoft.com/office/drawing/2014/main" id="{36F5C404-256C-4599-976D-98F756AFD271}"/>
                  </a:ext>
                </a:extLst>
              </p:cNvPr>
              <p:cNvSpPr>
                <a:spLocks/>
              </p:cNvSpPr>
              <p:nvPr/>
            </p:nvSpPr>
            <p:spPr bwMode="auto">
              <a:xfrm rot="1258976" flipH="1">
                <a:off x="1978" y="1208"/>
                <a:ext cx="404" cy="217"/>
              </a:xfrm>
              <a:custGeom>
                <a:avLst/>
                <a:gdLst>
                  <a:gd name="T0" fmla="*/ 0 w 19172"/>
                  <a:gd name="T1" fmla="*/ 0 h 13157"/>
                  <a:gd name="T2" fmla="*/ 0 w 19172"/>
                  <a:gd name="T3" fmla="*/ 0 h 13157"/>
                  <a:gd name="T4" fmla="*/ 0 w 19172"/>
                  <a:gd name="T5" fmla="*/ 0 h 13157"/>
                  <a:gd name="T6" fmla="*/ 0 60000 65536"/>
                  <a:gd name="T7" fmla="*/ 0 60000 65536"/>
                  <a:gd name="T8" fmla="*/ 0 60000 65536"/>
                  <a:gd name="T9" fmla="*/ 0 w 19172"/>
                  <a:gd name="T10" fmla="*/ 0 h 13157"/>
                  <a:gd name="T11" fmla="*/ 19172 w 19172"/>
                  <a:gd name="T12" fmla="*/ 13157 h 131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72" h="13157" fill="none" extrusionOk="0">
                    <a:moveTo>
                      <a:pt x="17130" y="0"/>
                    </a:moveTo>
                    <a:cubicBezTo>
                      <a:pt x="17904" y="1007"/>
                      <a:pt x="18587" y="2080"/>
                      <a:pt x="19172" y="3207"/>
                    </a:cubicBezTo>
                  </a:path>
                  <a:path w="19172" h="13157" stroke="0" extrusionOk="0">
                    <a:moveTo>
                      <a:pt x="17130" y="0"/>
                    </a:moveTo>
                    <a:cubicBezTo>
                      <a:pt x="17904" y="1007"/>
                      <a:pt x="18587" y="2080"/>
                      <a:pt x="19172" y="3207"/>
                    </a:cubicBezTo>
                    <a:lnTo>
                      <a:pt x="0" y="13157"/>
                    </a:lnTo>
                    <a:lnTo>
                      <a:pt x="17130" y="0"/>
                    </a:lnTo>
                    <a:close/>
                  </a:path>
                </a:pathLst>
              </a:custGeom>
              <a:noFill/>
              <a:ln w="12700">
                <a:solidFill>
                  <a:srgbClr val="A5002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9262" name="Group 160">
              <a:extLst>
                <a:ext uri="{FF2B5EF4-FFF2-40B4-BE49-F238E27FC236}">
                  <a16:creationId xmlns:a16="http://schemas.microsoft.com/office/drawing/2014/main" id="{863674A9-5550-45D9-9F64-37913E057D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0" y="2421"/>
              <a:ext cx="354" cy="288"/>
              <a:chOff x="2744" y="618"/>
              <a:chExt cx="363" cy="298"/>
            </a:xfrm>
          </p:grpSpPr>
          <p:sp>
            <p:nvSpPr>
              <p:cNvPr id="9263" name="Text Box 161">
                <a:extLst>
                  <a:ext uri="{FF2B5EF4-FFF2-40B4-BE49-F238E27FC236}">
                    <a16:creationId xmlns:a16="http://schemas.microsoft.com/office/drawing/2014/main" id="{8CEB47EA-68B7-4B53-A66E-B6499E438A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44" y="618"/>
                <a:ext cx="294" cy="29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400" i="1"/>
                  <a:t>S</a:t>
                </a:r>
                <a:r>
                  <a:rPr lang="en-US" altLang="zh-CN" sz="2400" baseline="-25000"/>
                  <a:t>1</a:t>
                </a:r>
                <a:endParaRPr lang="en-US" altLang="zh-CN" sz="2400"/>
              </a:p>
            </p:txBody>
          </p:sp>
          <p:sp>
            <p:nvSpPr>
              <p:cNvPr id="9264" name="Line 162">
                <a:extLst>
                  <a:ext uri="{FF2B5EF4-FFF2-40B4-BE49-F238E27FC236}">
                    <a16:creationId xmlns:a16="http://schemas.microsoft.com/office/drawing/2014/main" id="{77C672DE-9F1A-4D4E-BAA2-C164D60ADD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" y="799"/>
                <a:ext cx="136" cy="9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7572" name="Text Box 164">
            <a:extLst>
              <a:ext uri="{FF2B5EF4-FFF2-40B4-BE49-F238E27FC236}">
                <a16:creationId xmlns:a16="http://schemas.microsoft.com/office/drawing/2014/main" id="{6A2C2347-6A3C-490C-8974-824F8B90BC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6575" y="6130925"/>
            <a:ext cx="27146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故两式相等！</a:t>
            </a:r>
          </a:p>
        </p:txBody>
      </p:sp>
      <p:sp>
        <p:nvSpPr>
          <p:cNvPr id="17578" name="Oval 170">
            <a:extLst>
              <a:ext uri="{FF2B5EF4-FFF2-40B4-BE49-F238E27FC236}">
                <a16:creationId xmlns:a16="http://schemas.microsoft.com/office/drawing/2014/main" id="{64D3A97A-DD5D-406F-8437-8C4792060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0738" y="1763713"/>
            <a:ext cx="144462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79" name="Oval 171">
            <a:extLst>
              <a:ext uri="{FF2B5EF4-FFF2-40B4-BE49-F238E27FC236}">
                <a16:creationId xmlns:a16="http://schemas.microsoft.com/office/drawing/2014/main" id="{E1B5C2DD-2F19-494C-8315-03B32FBFF3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500" y="257651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80" name="Oval 172">
            <a:extLst>
              <a:ext uri="{FF2B5EF4-FFF2-40B4-BE49-F238E27FC236}">
                <a16:creationId xmlns:a16="http://schemas.microsoft.com/office/drawing/2014/main" id="{79A6F980-64D7-4ED8-ACA3-1E9B9CDCB0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5750" y="528320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81" name="Oval 173">
            <a:extLst>
              <a:ext uri="{FF2B5EF4-FFF2-40B4-BE49-F238E27FC236}">
                <a16:creationId xmlns:a16="http://schemas.microsoft.com/office/drawing/2014/main" id="{C13125AC-80AA-45FB-8B04-C78DA34917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0675" y="46688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7582" name="Text Box 174">
            <a:extLst>
              <a:ext uri="{FF2B5EF4-FFF2-40B4-BE49-F238E27FC236}">
                <a16:creationId xmlns:a16="http://schemas.microsoft.com/office/drawing/2014/main" id="{16D7E699-5121-4F0A-BCC7-B6E15A1F6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0750" y="2987675"/>
            <a:ext cx="80248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ea typeface="楷体_GB2312" pitchFamily="49" charset="-122"/>
              </a:rPr>
              <a:t>        </a:t>
            </a:r>
            <a:r>
              <a:rPr lang="zh-CN" altLang="en-US" sz="2800">
                <a:ea typeface="楷体_GB2312" pitchFamily="49" charset="-122"/>
              </a:rPr>
              <a:t>该定理对稳恒和非稳恒情况均适用，并给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出了变化电场</a:t>
            </a:r>
            <a:r>
              <a:rPr lang="en-US" altLang="en-US" sz="2800">
                <a:ea typeface="楷体_GB2312" pitchFamily="49" charset="-122"/>
              </a:rPr>
              <a:t>产生</a:t>
            </a:r>
            <a:r>
              <a:rPr lang="zh-CN" altLang="en-US" sz="2800">
                <a:ea typeface="楷体_GB2312" pitchFamily="49" charset="-122"/>
              </a:rPr>
              <a:t>磁场</a:t>
            </a:r>
            <a:r>
              <a:rPr lang="en-US" altLang="en-US" sz="2800">
                <a:ea typeface="楷体_GB2312" pitchFamily="49" charset="-122"/>
              </a:rPr>
              <a:t>的规律</a:t>
            </a:r>
            <a:r>
              <a:rPr lang="zh-CN" altLang="en-US" sz="2800">
                <a:ea typeface="楷体_GB2312" pitchFamily="49" charset="-122"/>
              </a:rPr>
              <a:t>。</a:t>
            </a:r>
          </a:p>
        </p:txBody>
      </p:sp>
      <p:sp>
        <p:nvSpPr>
          <p:cNvPr id="17583" name="Text Box 175">
            <a:extLst>
              <a:ext uri="{FF2B5EF4-FFF2-40B4-BE49-F238E27FC236}">
                <a16:creationId xmlns:a16="http://schemas.microsoft.com/office/drawing/2014/main" id="{D3C9EBB9-CAEC-429A-83F7-10C438B2EE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438" y="3911600"/>
            <a:ext cx="7161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对于电容器充电的非稳恒情况，有</a:t>
            </a:r>
            <a:r>
              <a:rPr lang="en-US" altLang="zh-CN" sz="2800"/>
              <a:t>: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75"/>
                                        <p:tgtEl>
                                          <p:spTgt spid="17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17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17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75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75" fill="hold"/>
                                        <p:tgtEl>
                                          <p:spTgt spid="17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4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17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2000"/>
                                        <p:tgtEl>
                                          <p:spTgt spid="17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75" fill="hold"/>
                                        <p:tgtEl>
                                          <p:spTgt spid="174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75" fill="hold"/>
                                        <p:tgtEl>
                                          <p:spTgt spid="174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 nodeType="afterGroup">
                            <p:stCondLst>
                              <p:cond delay="225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7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725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1" dur="500"/>
                                        <p:tgtEl>
                                          <p:spTgt spid="17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300" fill="hold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00" fill="hold"/>
                                        <p:tgtEl>
                                          <p:spTgt spid="175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300" fill="hold"/>
                                        <p:tgtEl>
                                          <p:spTgt spid="175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00" fill="hold"/>
                                        <p:tgtEl>
                                          <p:spTgt spid="175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51" grpId="0" animBg="1"/>
      <p:bldP spid="17445" grpId="0" autoUpdateAnimBg="0"/>
      <p:bldP spid="17447" grpId="0" autoUpdateAnimBg="0"/>
      <p:bldP spid="17452" grpId="0" animBg="1"/>
      <p:bldP spid="17453" grpId="0" autoUpdateAnimBg="0"/>
      <p:bldP spid="17458" grpId="0"/>
      <p:bldP spid="17459" grpId="0" autoUpdateAnimBg="0"/>
      <p:bldP spid="17493" grpId="0" autoUpdateAnimBg="0"/>
      <p:bldP spid="17494" grpId="0" autoUpdateAnimBg="0"/>
      <p:bldP spid="17501" grpId="0" autoUpdateAnimBg="0"/>
      <p:bldP spid="17572" grpId="0" autoUpdateAnimBg="0"/>
      <p:bldP spid="17578" grpId="0" animBg="1"/>
      <p:bldP spid="17579" grpId="0" animBg="1"/>
      <p:bldP spid="17580" grpId="0" animBg="1"/>
      <p:bldP spid="17581" grpId="0" animBg="1"/>
      <p:bldP spid="17582" grpId="0"/>
      <p:bldP spid="1758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Text Box 2">
            <a:extLst>
              <a:ext uri="{FF2B5EF4-FFF2-40B4-BE49-F238E27FC236}">
                <a16:creationId xmlns:a16="http://schemas.microsoft.com/office/drawing/2014/main" id="{B2E185F5-C17C-4A09-864F-DD0D3281B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138" y="444500"/>
            <a:ext cx="7772400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例</a:t>
            </a:r>
            <a:r>
              <a:rPr lang="en-US" altLang="zh-CN" sz="2800">
                <a:solidFill>
                  <a:srgbClr val="FF0000"/>
                </a:solidFill>
              </a:rPr>
              <a:t>1. </a:t>
            </a:r>
            <a:r>
              <a:rPr lang="zh-CN" altLang="en-US" sz="2800"/>
              <a:t>一空气平行板电容器，略去边缘效应。</a:t>
            </a:r>
          </a:p>
        </p:txBody>
      </p:sp>
      <p:sp>
        <p:nvSpPr>
          <p:cNvPr id="246787" name="Text Box 3">
            <a:extLst>
              <a:ext uri="{FF2B5EF4-FFF2-40B4-BE49-F238E27FC236}">
                <a16:creationId xmlns:a16="http://schemas.microsoft.com/office/drawing/2014/main" id="{347186C2-495E-4C56-9980-00BD51E4AC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2288" y="1150938"/>
            <a:ext cx="7577137" cy="954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</a:t>
            </a:r>
            <a:r>
              <a:rPr lang="zh-CN" altLang="en-US" sz="2800"/>
              <a:t>）充电完毕后，断开电源，然后拉开两极板。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  此过程中两极板间是否有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/>
              <a:t>？</a:t>
            </a:r>
          </a:p>
        </p:txBody>
      </p:sp>
      <p:sp>
        <p:nvSpPr>
          <p:cNvPr id="246788" name="Text Box 4">
            <a:extLst>
              <a:ext uri="{FF2B5EF4-FFF2-40B4-BE49-F238E27FC236}">
                <a16:creationId xmlns:a16="http://schemas.microsoft.com/office/drawing/2014/main" id="{78AD3B18-9D3F-4BB0-8EE0-4888E426DA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2441575"/>
            <a:ext cx="7939087" cy="954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</a:t>
            </a:r>
            <a:r>
              <a:rPr lang="zh-CN" altLang="en-US" sz="2800"/>
              <a:t>）充电完毕后，仍接通电源，然后拉开两极板。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  此过程中两极板间是否有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/>
              <a:t>？为什么？</a:t>
            </a:r>
          </a:p>
        </p:txBody>
      </p:sp>
      <p:sp>
        <p:nvSpPr>
          <p:cNvPr id="246789" name="Line 5">
            <a:extLst>
              <a:ext uri="{FF2B5EF4-FFF2-40B4-BE49-F238E27FC236}">
                <a16:creationId xmlns:a16="http://schemas.microsoft.com/office/drawing/2014/main" id="{C1197F36-558D-43B9-8552-C42CD7D797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1188" y="1874838"/>
            <a:ext cx="685800" cy="0"/>
          </a:xfrm>
          <a:prstGeom prst="line">
            <a:avLst/>
          </a:prstGeom>
          <a:noFill/>
          <a:ln w="38100">
            <a:solidFill>
              <a:srgbClr val="660033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2585"/>
          </a:p>
        </p:txBody>
      </p:sp>
      <p:sp>
        <p:nvSpPr>
          <p:cNvPr id="246790" name="Text Box 6">
            <a:extLst>
              <a:ext uri="{FF2B5EF4-FFF2-40B4-BE49-F238E27FC236}">
                <a16:creationId xmlns:a16="http://schemas.microsoft.com/office/drawing/2014/main" id="{FA781E4B-8A34-49DD-8E42-875EA3F1F5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0638" y="1590675"/>
            <a:ext cx="790575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2585" i="1" dirty="0" err="1"/>
              <a:t>j</a:t>
            </a:r>
            <a:r>
              <a:rPr lang="en-US" altLang="zh-CN" sz="2585" i="1" baseline="-25000" dirty="0" err="1"/>
              <a:t>D</a:t>
            </a:r>
            <a:r>
              <a:rPr lang="en-US" altLang="zh-CN" sz="2585" dirty="0"/>
              <a:t>=0</a:t>
            </a:r>
          </a:p>
        </p:txBody>
      </p:sp>
      <p:sp>
        <p:nvSpPr>
          <p:cNvPr id="246791" name="Text Box 7">
            <a:extLst>
              <a:ext uri="{FF2B5EF4-FFF2-40B4-BE49-F238E27FC236}">
                <a16:creationId xmlns:a16="http://schemas.microsoft.com/office/drawing/2014/main" id="{879C76F6-1738-4880-8300-BEA1A1DB74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2663" y="3990975"/>
            <a:ext cx="151765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j</a:t>
            </a:r>
            <a:r>
              <a:rPr lang="en-US" altLang="zh-CN" sz="2585" i="1" baseline="-25000"/>
              <a:t>D</a:t>
            </a:r>
            <a:r>
              <a:rPr lang="en-US" altLang="zh-CN" sz="2585" i="1">
                <a:sym typeface="Symbol" panose="05050102010706020507" pitchFamily="18" charset="2"/>
              </a:rPr>
              <a:t> </a:t>
            </a:r>
            <a:r>
              <a:rPr lang="en-US" altLang="zh-CN" sz="2585">
                <a:sym typeface="Symbol" panose="05050102010706020507" pitchFamily="18" charset="2"/>
              </a:rPr>
              <a:t>0</a:t>
            </a:r>
            <a:endParaRPr lang="en-US" altLang="zh-CN" sz="2585"/>
          </a:p>
        </p:txBody>
      </p:sp>
      <p:graphicFrame>
        <p:nvGraphicFramePr>
          <p:cNvPr id="246792" name="Object 8">
            <a:extLst>
              <a:ext uri="{FF2B5EF4-FFF2-40B4-BE49-F238E27FC236}">
                <a16:creationId xmlns:a16="http://schemas.microsoft.com/office/drawing/2014/main" id="{96A54523-A7FD-4E81-9446-BDBE7467DF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97088" y="4049713"/>
          <a:ext cx="147478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5" name="公式" r:id="rId4" imgW="723272" imgH="177646" progId="Equation.3">
                  <p:embed/>
                </p:oleObj>
              </mc:Choice>
              <mc:Fallback>
                <p:oleObj name="公式" r:id="rId4" imgW="723272" imgH="17764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7088" y="4049713"/>
                        <a:ext cx="147478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793" name="Object 9">
            <a:extLst>
              <a:ext uri="{FF2B5EF4-FFF2-40B4-BE49-F238E27FC236}">
                <a16:creationId xmlns:a16="http://schemas.microsoft.com/office/drawing/2014/main" id="{679C5687-6FA8-489B-934F-7707F44E163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0475" y="4022725"/>
          <a:ext cx="2779713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6" name="公式" r:id="rId6" imgW="1244600" imgH="228600" progId="Equation.3">
                  <p:embed/>
                </p:oleObj>
              </mc:Choice>
              <mc:Fallback>
                <p:oleObj name="公式" r:id="rId6" imgW="12446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0475" y="4022725"/>
                        <a:ext cx="2779713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794" name="Text Box 10">
            <a:extLst>
              <a:ext uri="{FF2B5EF4-FFF2-40B4-BE49-F238E27FC236}">
                <a16:creationId xmlns:a16="http://schemas.microsoft.com/office/drawing/2014/main" id="{9B6B713D-7A72-40BF-A290-6A450A217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25" y="3987800"/>
            <a:ext cx="3060700" cy="490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585" i="1"/>
              <a:t>D</a:t>
            </a:r>
            <a:r>
              <a:rPr lang="zh-CN" altLang="en-US" sz="2585"/>
              <a:t>改变</a:t>
            </a:r>
          </a:p>
        </p:txBody>
      </p:sp>
      <p:grpSp>
        <p:nvGrpSpPr>
          <p:cNvPr id="246797" name="Group 13">
            <a:extLst>
              <a:ext uri="{FF2B5EF4-FFF2-40B4-BE49-F238E27FC236}">
                <a16:creationId xmlns:a16="http://schemas.microsoft.com/office/drawing/2014/main" id="{C4382E38-77EF-4F58-A633-9FDDC1B91C24}"/>
              </a:ext>
            </a:extLst>
          </p:cNvPr>
          <p:cNvGrpSpPr>
            <a:grpSpLocks/>
          </p:cNvGrpSpPr>
          <p:nvPr/>
        </p:nvGrpSpPr>
        <p:grpSpPr bwMode="auto">
          <a:xfrm>
            <a:off x="5389563" y="4837113"/>
            <a:ext cx="2822575" cy="1512887"/>
            <a:chOff x="2278" y="3052"/>
            <a:chExt cx="1926" cy="1032"/>
          </a:xfrm>
        </p:grpSpPr>
        <p:grpSp>
          <p:nvGrpSpPr>
            <p:cNvPr id="10253" name="Group 14">
              <a:extLst>
                <a:ext uri="{FF2B5EF4-FFF2-40B4-BE49-F238E27FC236}">
                  <a16:creationId xmlns:a16="http://schemas.microsoft.com/office/drawing/2014/main" id="{80EF3768-54FC-42BB-8443-47B4E230A8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0" y="3054"/>
              <a:ext cx="1768" cy="972"/>
              <a:chOff x="2410" y="3054"/>
              <a:chExt cx="1768" cy="972"/>
            </a:xfrm>
          </p:grpSpPr>
          <p:graphicFrame>
            <p:nvGraphicFramePr>
              <p:cNvPr id="2" name="Object 15">
                <a:extLst>
                  <a:ext uri="{FF2B5EF4-FFF2-40B4-BE49-F238E27FC236}">
                    <a16:creationId xmlns:a16="http://schemas.microsoft.com/office/drawing/2014/main" id="{DAC317AF-2BEB-4C16-96A9-E0802A07C8E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10" y="3060"/>
              <a:ext cx="882" cy="5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97" name="公式" r:id="rId8" imgW="596641" imgH="355446" progId="Equation.3">
                      <p:embed/>
                    </p:oleObj>
                  </mc:Choice>
                  <mc:Fallback>
                    <p:oleObj name="公式" r:id="rId8" imgW="596641" imgH="355446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10" y="3060"/>
                            <a:ext cx="882" cy="52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6" name="Object 16">
                <a:extLst>
                  <a:ext uri="{FF2B5EF4-FFF2-40B4-BE49-F238E27FC236}">
                    <a16:creationId xmlns:a16="http://schemas.microsoft.com/office/drawing/2014/main" id="{B0791F2A-2E65-40AD-8E46-D35A0C9EA06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259" y="3054"/>
              <a:ext cx="919" cy="53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98" name="公式" r:id="rId10" imgW="609336" imgH="355446" progId="Equation.3">
                      <p:embed/>
                    </p:oleObj>
                  </mc:Choice>
                  <mc:Fallback>
                    <p:oleObj name="公式" r:id="rId10" imgW="609336" imgH="355446" progId="Equation.3">
                      <p:embed/>
                      <p:pic>
                        <p:nvPicPr>
                          <p:cNvPr id="0" name="Object 1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59" y="3054"/>
                            <a:ext cx="919" cy="53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" name="Object 17">
                <a:extLst>
                  <a:ext uri="{FF2B5EF4-FFF2-40B4-BE49-F238E27FC236}">
                    <a16:creationId xmlns:a16="http://schemas.microsoft.com/office/drawing/2014/main" id="{A4ED5E4F-D2E8-4062-BD2C-61B8186D2F61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2484" y="3586"/>
              <a:ext cx="696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299" name="公式" r:id="rId12" imgW="1104900" imgH="698500" progId="Equation.3">
                      <p:embed/>
                    </p:oleObj>
                  </mc:Choice>
                  <mc:Fallback>
                    <p:oleObj name="公式" r:id="rId12" imgW="1104900" imgH="698500" progId="Equation.3">
                      <p:embed/>
                      <p:pic>
                        <p:nvPicPr>
                          <p:cNvPr id="0" name="Object 1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484" y="3586"/>
                            <a:ext cx="696" cy="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258" name="Object 18">
                <a:extLst>
                  <a:ext uri="{FF2B5EF4-FFF2-40B4-BE49-F238E27FC236}">
                    <a16:creationId xmlns:a16="http://schemas.microsoft.com/office/drawing/2014/main" id="{EF6F5E2D-DEC5-4439-8401-864EB23F54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94" y="3586"/>
              <a:ext cx="584" cy="4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00" name="公式" r:id="rId14" imgW="927100" imgH="698500" progId="Equation.3">
                      <p:embed/>
                    </p:oleObj>
                  </mc:Choice>
                  <mc:Fallback>
                    <p:oleObj name="公式" r:id="rId14" imgW="927100" imgH="698500" progId="Equation.3">
                      <p:embed/>
                      <p:pic>
                        <p:nvPicPr>
                          <p:cNvPr id="0" name="Object 1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4" y="3586"/>
                            <a:ext cx="584" cy="4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0257" name="Rectangle 19">
              <a:extLst>
                <a:ext uri="{FF2B5EF4-FFF2-40B4-BE49-F238E27FC236}">
                  <a16:creationId xmlns:a16="http://schemas.microsoft.com/office/drawing/2014/main" id="{296FDA4D-10A4-43D9-8CB9-3BB1840A0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8" y="3052"/>
              <a:ext cx="1926" cy="1032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</p:grpSp>
      <p:sp>
        <p:nvSpPr>
          <p:cNvPr id="10255" name="Rectangle 20">
            <a:hlinkClick r:id="" action="ppaction://macro?name=TimerOnOff"/>
            <a:extLst>
              <a:ext uri="{FF2B5EF4-FFF2-40B4-BE49-F238E27FC236}">
                <a16:creationId xmlns:a16="http://schemas.microsoft.com/office/drawing/2014/main" id="{D51DAB15-94D7-4FEA-BBDB-BAD078E60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  <p:custDataLst>
      <p:tags r:id="rId2"/>
    </p:custDataLst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46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" dur="500"/>
                                        <p:tgtEl>
                                          <p:spTgt spid="24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5" dur="500"/>
                                        <p:tgtEl>
                                          <p:spTgt spid="246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46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67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467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67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67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467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75" fill="hold"/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467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786" grpId="0" autoUpdateAnimBg="0"/>
      <p:bldP spid="246787" grpId="0" autoUpdateAnimBg="0"/>
      <p:bldP spid="246788" grpId="0" autoUpdateAnimBg="0"/>
      <p:bldP spid="246790" grpId="0" autoUpdateAnimBg="0"/>
      <p:bldP spid="246791" grpId="0" autoUpdateAnimBg="0"/>
      <p:bldP spid="24679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61" name="Rectangle 85" descr="再生纸">
            <a:extLst>
              <a:ext uri="{FF2B5EF4-FFF2-40B4-BE49-F238E27FC236}">
                <a16:creationId xmlns:a16="http://schemas.microsoft.com/office/drawing/2014/main" id="{0D6E51CA-7D0B-4F63-8250-D65E67A1E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00" y="3800475"/>
            <a:ext cx="1895475" cy="9810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1378" name="Text Box 2">
            <a:extLst>
              <a:ext uri="{FF2B5EF4-FFF2-40B4-BE49-F238E27FC236}">
                <a16:creationId xmlns:a16="http://schemas.microsoft.com/office/drawing/2014/main" id="{AD4C8D40-8E8B-467C-93B0-34247E4103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3" y="300038"/>
            <a:ext cx="8402637" cy="209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例</a:t>
            </a:r>
            <a:r>
              <a:rPr lang="en-US" altLang="zh-CN" sz="2800">
                <a:solidFill>
                  <a:srgbClr val="FF0000"/>
                </a:solidFill>
              </a:rPr>
              <a:t>2. </a:t>
            </a:r>
            <a:r>
              <a:rPr lang="zh-CN" altLang="en-US" sz="2800"/>
              <a:t>设圆形平行板电容器均匀充放电，其极板的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     半径为</a:t>
            </a:r>
            <a:r>
              <a:rPr lang="en-US" altLang="zh-CN" sz="2800" i="1"/>
              <a:t>R</a:t>
            </a:r>
            <a:r>
              <a:rPr lang="zh-CN" altLang="en-US" sz="2800"/>
              <a:t>，内部充满</a:t>
            </a:r>
            <a:r>
              <a:rPr lang="zh-CN" altLang="en-US" sz="2800" i="1">
                <a:sym typeface="Symbol" panose="05050102010706020507" pitchFamily="18" charset="2"/>
              </a:rPr>
              <a:t></a:t>
            </a:r>
            <a:r>
              <a:rPr lang="zh-CN" altLang="en-US" sz="2800">
                <a:sym typeface="Symbol" panose="05050102010706020507" pitchFamily="18" charset="2"/>
              </a:rPr>
              <a:t>、</a:t>
            </a:r>
            <a:r>
              <a:rPr lang="zh-CN" altLang="en-US" sz="2800" i="1">
                <a:sym typeface="Symbol" panose="05050102010706020507" pitchFamily="18" charset="2"/>
              </a:rPr>
              <a:t></a:t>
            </a:r>
            <a:r>
              <a:rPr lang="zh-CN" altLang="en-US" sz="2800">
                <a:sym typeface="Symbol" panose="05050102010706020507" pitchFamily="18" charset="2"/>
              </a:rPr>
              <a:t>的</a:t>
            </a:r>
            <a:r>
              <a:rPr lang="zh-CN" altLang="en-US" sz="2800"/>
              <a:t>介质，且电场的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800"/>
              <a:t>        变化率       ＝常数。</a:t>
            </a:r>
          </a:p>
          <a:p>
            <a:pPr eaLnBrk="1" hangingPunct="1">
              <a:spcBef>
                <a:spcPct val="35000"/>
              </a:spcBef>
              <a:buFontTx/>
              <a:buNone/>
            </a:pPr>
            <a:r>
              <a:rPr lang="zh-CN" altLang="en-US" sz="2800"/>
              <a:t> 求：两极板间任意点的 </a:t>
            </a: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en-US" altLang="zh-CN" sz="2800"/>
              <a:t> </a:t>
            </a:r>
            <a:r>
              <a:rPr lang="zh-CN" altLang="en-US" sz="2800"/>
              <a:t>和 </a:t>
            </a:r>
            <a:r>
              <a:rPr lang="en-US" altLang="zh-CN" sz="2800" i="1"/>
              <a:t>B</a:t>
            </a:r>
            <a:r>
              <a:rPr lang="zh-CN" altLang="en-US" sz="2800"/>
              <a:t>？</a:t>
            </a:r>
            <a:r>
              <a:rPr lang="en-US" altLang="zh-CN" sz="2800"/>
              <a:t>(</a:t>
            </a:r>
            <a:r>
              <a:rPr lang="zh-CN" altLang="en-US" sz="2800"/>
              <a:t>忽略边缘效应</a:t>
            </a:r>
            <a:r>
              <a:rPr lang="en-US" altLang="zh-CN" sz="2800"/>
              <a:t>)</a:t>
            </a:r>
          </a:p>
        </p:txBody>
      </p:sp>
      <p:sp>
        <p:nvSpPr>
          <p:cNvPr id="101379" name="Text Box 3">
            <a:extLst>
              <a:ext uri="{FF2B5EF4-FFF2-40B4-BE49-F238E27FC236}">
                <a16:creationId xmlns:a16="http://schemas.microsoft.com/office/drawing/2014/main" id="{9E549EA2-1154-4FB7-BC98-F834A21A14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2460625"/>
            <a:ext cx="2027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解：</a:t>
            </a:r>
          </a:p>
        </p:txBody>
      </p:sp>
      <p:graphicFrame>
        <p:nvGraphicFramePr>
          <p:cNvPr id="101380" name="Object 4">
            <a:extLst>
              <a:ext uri="{FF2B5EF4-FFF2-40B4-BE49-F238E27FC236}">
                <a16:creationId xmlns:a16="http://schemas.microsoft.com/office/drawing/2014/main" id="{01D6FDB3-7893-4D84-9B9E-444EE844AAC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7113" y="4024313"/>
          <a:ext cx="12827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3" name="Equation" r:id="rId4" imgW="1282700" imgH="723900" progId="Equation.DSMT4">
                  <p:embed/>
                </p:oleObj>
              </mc:Choice>
              <mc:Fallback>
                <p:oleObj name="Equation" r:id="rId4" imgW="1282700" imgH="7239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7113" y="4024313"/>
                        <a:ext cx="12827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1" name="Text Box 5">
            <a:extLst>
              <a:ext uri="{FF2B5EF4-FFF2-40B4-BE49-F238E27FC236}">
                <a16:creationId xmlns:a16="http://schemas.microsoft.com/office/drawing/2014/main" id="{FE02E54C-C12E-482E-8EFF-55699FC3E8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949575"/>
            <a:ext cx="530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平行板之间的电场为</a:t>
            </a:r>
          </a:p>
        </p:txBody>
      </p:sp>
      <p:sp>
        <p:nvSpPr>
          <p:cNvPr id="101382" name="Text Box 6">
            <a:extLst>
              <a:ext uri="{FF2B5EF4-FFF2-40B4-BE49-F238E27FC236}">
                <a16:creationId xmlns:a16="http://schemas.microsoft.com/office/drawing/2014/main" id="{FA6CE3F4-DE6C-4D94-898A-E900FE545C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3465513"/>
            <a:ext cx="1444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D</a:t>
            </a:r>
          </a:p>
        </p:txBody>
      </p:sp>
      <p:graphicFrame>
        <p:nvGraphicFramePr>
          <p:cNvPr id="101383" name="Object 7">
            <a:extLst>
              <a:ext uri="{FF2B5EF4-FFF2-40B4-BE49-F238E27FC236}">
                <a16:creationId xmlns:a16="http://schemas.microsoft.com/office/drawing/2014/main" id="{299272A6-C341-4FD7-88EA-23E2FBEB70B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3200" y="3587750"/>
          <a:ext cx="7858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4" name="Equation" r:id="rId6" imgW="787058" imgH="304668" progId="Equation.DSMT4">
                  <p:embed/>
                </p:oleObj>
              </mc:Choice>
              <mc:Fallback>
                <p:oleObj name="Equation" r:id="rId6" imgW="787058" imgH="304668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3587750"/>
                        <a:ext cx="7858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384" name="Object 8">
            <a:extLst>
              <a:ext uri="{FF2B5EF4-FFF2-40B4-BE49-F238E27FC236}">
                <a16:creationId xmlns:a16="http://schemas.microsoft.com/office/drawing/2014/main" id="{2375CB5E-4BB9-4E07-BE9E-95FF2959559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57600" y="4022725"/>
          <a:ext cx="1054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5" name="Equation" r:id="rId8" imgW="1054100" imgH="723900" progId="Equation.DSMT4">
                  <p:embed/>
                </p:oleObj>
              </mc:Choice>
              <mc:Fallback>
                <p:oleObj name="Equation" r:id="rId8" imgW="1054100" imgH="723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022725"/>
                        <a:ext cx="1054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386" name="Text Box 10">
            <a:extLst>
              <a:ext uri="{FF2B5EF4-FFF2-40B4-BE49-F238E27FC236}">
                <a16:creationId xmlns:a16="http://schemas.microsoft.com/office/drawing/2014/main" id="{58A7F765-6F5A-4A45-BC2D-1B025EF8C2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2850" y="5489575"/>
            <a:ext cx="412115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ea typeface="楷体_GB2312" pitchFamily="49" charset="-122"/>
              </a:rPr>
              <a:t>j</a:t>
            </a:r>
            <a:r>
              <a:rPr lang="en-US" altLang="zh-CN" sz="2800" i="1" baseline="-25000">
                <a:ea typeface="楷体_GB2312" pitchFamily="49" charset="-122"/>
              </a:rPr>
              <a:t>D</a:t>
            </a:r>
            <a:r>
              <a:rPr lang="zh-CN" altLang="en-US" sz="2800">
                <a:ea typeface="楷体_GB2312" pitchFamily="49" charset="-122"/>
              </a:rPr>
              <a:t>均匀分布在横截面上，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与传导电流同向。</a:t>
            </a:r>
          </a:p>
        </p:txBody>
      </p:sp>
      <p:sp>
        <p:nvSpPr>
          <p:cNvPr id="101395" name="Text Box 19">
            <a:extLst>
              <a:ext uri="{FF2B5EF4-FFF2-40B4-BE49-F238E27FC236}">
                <a16:creationId xmlns:a16="http://schemas.microsoft.com/office/drawing/2014/main" id="{1C8EE393-6F31-434D-8440-2C4A16378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6</a:t>
            </a:r>
          </a:p>
        </p:txBody>
      </p:sp>
      <p:sp>
        <p:nvSpPr>
          <p:cNvPr id="101396" name="Text Box 20">
            <a:extLst>
              <a:ext uri="{FF2B5EF4-FFF2-40B4-BE49-F238E27FC236}">
                <a16:creationId xmlns:a16="http://schemas.microsoft.com/office/drawing/2014/main" id="{C3868772-D53D-497D-89D4-9D8C82C9D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4097338"/>
            <a:ext cx="13684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sp>
        <p:nvSpPr>
          <p:cNvPr id="101397" name="Text Box 21">
            <a:extLst>
              <a:ext uri="{FF2B5EF4-FFF2-40B4-BE49-F238E27FC236}">
                <a16:creationId xmlns:a16="http://schemas.microsoft.com/office/drawing/2014/main" id="{4F24B308-D5C7-4661-BC81-C6C37263E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0" y="2482850"/>
            <a:ext cx="71294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忽略边缘效应</a:t>
            </a:r>
            <a:r>
              <a:rPr lang="en-US" altLang="zh-CN" sz="2800"/>
              <a:t>, </a:t>
            </a:r>
            <a:r>
              <a:rPr lang="zh-CN" altLang="en-US" sz="2800"/>
              <a:t>两极板间为均匀电场</a:t>
            </a:r>
            <a:r>
              <a:rPr lang="en-US" altLang="zh-CN" sz="2800"/>
              <a:t>.</a:t>
            </a:r>
          </a:p>
        </p:txBody>
      </p:sp>
      <p:grpSp>
        <p:nvGrpSpPr>
          <p:cNvPr id="2" name="Group 25">
            <a:extLst>
              <a:ext uri="{FF2B5EF4-FFF2-40B4-BE49-F238E27FC236}">
                <a16:creationId xmlns:a16="http://schemas.microsoft.com/office/drawing/2014/main" id="{3EE5257F-33F0-495F-825D-C93DCEBC3210}"/>
              </a:ext>
            </a:extLst>
          </p:cNvPr>
          <p:cNvGrpSpPr>
            <a:grpSpLocks/>
          </p:cNvGrpSpPr>
          <p:nvPr/>
        </p:nvGrpSpPr>
        <p:grpSpPr bwMode="auto">
          <a:xfrm>
            <a:off x="5972175" y="3260725"/>
            <a:ext cx="1917700" cy="2190750"/>
            <a:chOff x="1582" y="1392"/>
            <a:chExt cx="1208" cy="1581"/>
          </a:xfrm>
        </p:grpSpPr>
        <p:sp>
          <p:nvSpPr>
            <p:cNvPr id="11293" name="AutoShape 26">
              <a:extLst>
                <a:ext uri="{FF2B5EF4-FFF2-40B4-BE49-F238E27FC236}">
                  <a16:creationId xmlns:a16="http://schemas.microsoft.com/office/drawing/2014/main" id="{3FBD6728-AA77-4F5D-85EA-B2A4135E49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637"/>
              <a:ext cx="47" cy="336"/>
            </a:xfrm>
            <a:prstGeom prst="can">
              <a:avLst>
                <a:gd name="adj" fmla="val 76752"/>
              </a:avLst>
            </a:prstGeom>
            <a:gradFill rotWithShape="1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1294" name="Group 27">
              <a:extLst>
                <a:ext uri="{FF2B5EF4-FFF2-40B4-BE49-F238E27FC236}">
                  <a16:creationId xmlns:a16="http://schemas.microsoft.com/office/drawing/2014/main" id="{36936A85-DA21-44B5-997A-7F8C5E9C14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512"/>
              <a:ext cx="1202" cy="520"/>
              <a:chOff x="1588" y="1512"/>
              <a:chExt cx="1202" cy="520"/>
            </a:xfrm>
          </p:grpSpPr>
          <p:sp>
            <p:nvSpPr>
              <p:cNvPr id="11301" name="Oval 28">
                <a:extLst>
                  <a:ext uri="{FF2B5EF4-FFF2-40B4-BE49-F238E27FC236}">
                    <a16:creationId xmlns:a16="http://schemas.microsoft.com/office/drawing/2014/main" id="{7124D93D-62BA-4AB2-996C-8BBAD3A994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621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302" name="Oval 29">
                <a:extLst>
                  <a:ext uri="{FF2B5EF4-FFF2-40B4-BE49-F238E27FC236}">
                    <a16:creationId xmlns:a16="http://schemas.microsoft.com/office/drawing/2014/main" id="{C49222F4-0A81-4503-8FCA-EF98F34252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550"/>
                <a:ext cx="1200" cy="412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303" name="Line 30">
                <a:extLst>
                  <a:ext uri="{FF2B5EF4-FFF2-40B4-BE49-F238E27FC236}">
                    <a16:creationId xmlns:a16="http://schemas.microsoft.com/office/drawing/2014/main" id="{2E963430-98C5-4682-A4BB-759F27B5C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2" y="1592"/>
                <a:ext cx="461" cy="1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4" name="Text Box 31">
                <a:extLst>
                  <a:ext uri="{FF2B5EF4-FFF2-40B4-BE49-F238E27FC236}">
                    <a16:creationId xmlns:a16="http://schemas.microsoft.com/office/drawing/2014/main" id="{AA89E295-D7BF-43FF-85B3-39D6CA8433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512"/>
                <a:ext cx="26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sp>
            <p:nvSpPr>
              <p:cNvPr id="11305" name="Line 32">
                <a:extLst>
                  <a:ext uri="{FF2B5EF4-FFF2-40B4-BE49-F238E27FC236}">
                    <a16:creationId xmlns:a16="http://schemas.microsoft.com/office/drawing/2014/main" id="{A712DBF3-6552-4C6D-A477-097FA71D45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763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6" name="Line 33">
                <a:extLst>
                  <a:ext uri="{FF2B5EF4-FFF2-40B4-BE49-F238E27FC236}">
                    <a16:creationId xmlns:a16="http://schemas.microsoft.com/office/drawing/2014/main" id="{C12153CB-E014-4D16-8CFF-5C3A7B4F6A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57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295" name="AutoShape 34">
              <a:extLst>
                <a:ext uri="{FF2B5EF4-FFF2-40B4-BE49-F238E27FC236}">
                  <a16:creationId xmlns:a16="http://schemas.microsoft.com/office/drawing/2014/main" id="{78C88634-C4D3-450C-BCED-3BAD56D9C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1392"/>
              <a:ext cx="55" cy="336"/>
            </a:xfrm>
            <a:prstGeom prst="can">
              <a:avLst>
                <a:gd name="adj" fmla="val 65588"/>
              </a:avLst>
            </a:prstGeom>
            <a:gradFill rotWithShape="1">
              <a:gsLst>
                <a:gs pos="0">
                  <a:srgbClr val="6C6C6C"/>
                </a:gs>
                <a:gs pos="50000">
                  <a:srgbClr val="EAEAEA"/>
                </a:gs>
                <a:gs pos="100000">
                  <a:srgbClr val="6C6C6C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1296" name="Group 35">
              <a:extLst>
                <a:ext uri="{FF2B5EF4-FFF2-40B4-BE49-F238E27FC236}">
                  <a16:creationId xmlns:a16="http://schemas.microsoft.com/office/drawing/2014/main" id="{73F14396-57BE-49E0-A637-63AF181B40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210"/>
              <a:ext cx="1200" cy="482"/>
              <a:chOff x="1554" y="2231"/>
              <a:chExt cx="1200" cy="482"/>
            </a:xfrm>
          </p:grpSpPr>
          <p:sp>
            <p:nvSpPr>
              <p:cNvPr id="11297" name="Oval 36">
                <a:extLst>
                  <a:ext uri="{FF2B5EF4-FFF2-40B4-BE49-F238E27FC236}">
                    <a16:creationId xmlns:a16="http://schemas.microsoft.com/office/drawing/2014/main" id="{D6411B26-5BBA-4448-A92C-6060859210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302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298" name="Oval 37" descr="再生纸">
                <a:extLst>
                  <a:ext uri="{FF2B5EF4-FFF2-40B4-BE49-F238E27FC236}">
                    <a16:creationId xmlns:a16="http://schemas.microsoft.com/office/drawing/2014/main" id="{90966416-54F1-465F-B95B-C44717A06F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231"/>
                <a:ext cx="1200" cy="41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1299" name="Line 38">
                <a:extLst>
                  <a:ext uri="{FF2B5EF4-FFF2-40B4-BE49-F238E27FC236}">
                    <a16:creationId xmlns:a16="http://schemas.microsoft.com/office/drawing/2014/main" id="{955EA016-8BC2-44FB-8D9D-03A123B36F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5" y="2444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0" name="Line 39">
                <a:extLst>
                  <a:ext uri="{FF2B5EF4-FFF2-40B4-BE49-F238E27FC236}">
                    <a16:creationId xmlns:a16="http://schemas.microsoft.com/office/drawing/2014/main" id="{F8A6FD64-443B-4935-8572-576E10C1A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9" y="2458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101435" name="Object 59">
            <a:extLst>
              <a:ext uri="{FF2B5EF4-FFF2-40B4-BE49-F238E27FC236}">
                <a16:creationId xmlns:a16="http://schemas.microsoft.com/office/drawing/2014/main" id="{10154260-9DD3-4B35-9857-008C60D1E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5563" y="1196975"/>
          <a:ext cx="5334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6" name="Equation" r:id="rId10" imgW="533169" imgH="723586" progId="Equation.DSMT4">
                  <p:embed/>
                </p:oleObj>
              </mc:Choice>
              <mc:Fallback>
                <p:oleObj name="Equation" r:id="rId10" imgW="533169" imgH="723586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1196975"/>
                        <a:ext cx="5334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36" name="Rectangle 60">
            <a:extLst>
              <a:ext uri="{FF2B5EF4-FFF2-40B4-BE49-F238E27FC236}">
                <a16:creationId xmlns:a16="http://schemas.microsoft.com/office/drawing/2014/main" id="{14190261-9CC5-4CED-A5DB-C9328407DB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0013" y="4832350"/>
            <a:ext cx="24590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充电</a:t>
            </a:r>
          </a:p>
        </p:txBody>
      </p:sp>
      <p:sp>
        <p:nvSpPr>
          <p:cNvPr id="101437" name="Rectangle 61">
            <a:extLst>
              <a:ext uri="{FF2B5EF4-FFF2-40B4-BE49-F238E27FC236}">
                <a16:creationId xmlns:a16="http://schemas.microsoft.com/office/drawing/2014/main" id="{D5B3307D-384D-4C6B-A1A3-8E08DCB80C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7800" y="5843588"/>
            <a:ext cx="1847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放电</a:t>
            </a:r>
          </a:p>
        </p:txBody>
      </p:sp>
      <p:sp>
        <p:nvSpPr>
          <p:cNvPr id="101440" name="Text Box 64">
            <a:extLst>
              <a:ext uri="{FF2B5EF4-FFF2-40B4-BE49-F238E27FC236}">
                <a16:creationId xmlns:a16="http://schemas.microsoft.com/office/drawing/2014/main" id="{CE42A60C-E119-489F-B349-266CF170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138" y="4845050"/>
            <a:ext cx="29194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>
                <a:ea typeface="楷体_GB2312" pitchFamily="49" charset="-122"/>
              </a:rPr>
              <a:t>方向</a:t>
            </a:r>
          </a:p>
        </p:txBody>
      </p:sp>
      <p:sp>
        <p:nvSpPr>
          <p:cNvPr id="101441" name="Line 65">
            <a:extLst>
              <a:ext uri="{FF2B5EF4-FFF2-40B4-BE49-F238E27FC236}">
                <a16:creationId xmlns:a16="http://schemas.microsoft.com/office/drawing/2014/main" id="{EFBB0ED2-EC52-4C87-9E72-7C1E48EF6F9F}"/>
              </a:ext>
            </a:extLst>
          </p:cNvPr>
          <p:cNvSpPr>
            <a:spLocks noChangeShapeType="1"/>
          </p:cNvSpPr>
          <p:nvPr/>
        </p:nvSpPr>
        <p:spPr bwMode="auto">
          <a:xfrm>
            <a:off x="3895725" y="4811713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1447" name="Object 71">
            <a:extLst>
              <a:ext uri="{FF2B5EF4-FFF2-40B4-BE49-F238E27FC236}">
                <a16:creationId xmlns:a16="http://schemas.microsoft.com/office/drawing/2014/main" id="{AA6E57FD-3AE7-4CA2-A32A-40BA46A14E0F}"/>
              </a:ext>
            </a:extLst>
          </p:cNvPr>
          <p:cNvGraphicFramePr>
            <a:graphicFrameLocks/>
          </p:cNvGraphicFramePr>
          <p:nvPr/>
        </p:nvGraphicFramePr>
        <p:xfrm>
          <a:off x="1446213" y="4808538"/>
          <a:ext cx="1189037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7" name="Equation" r:id="rId12" imgW="914400" imgH="635000" progId="Equation.DSMT4">
                  <p:embed/>
                </p:oleObj>
              </mc:Choice>
              <mc:Fallback>
                <p:oleObj name="Equation" r:id="rId12" imgW="914400" imgH="635000" progId="Equation.DSMT4">
                  <p:embed/>
                  <p:pic>
                    <p:nvPicPr>
                      <p:cNvPr id="0" name="Object 71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6213" y="4808538"/>
                        <a:ext cx="1189037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52" name="Line 76">
            <a:extLst>
              <a:ext uri="{FF2B5EF4-FFF2-40B4-BE49-F238E27FC236}">
                <a16:creationId xmlns:a16="http://schemas.microsoft.com/office/drawing/2014/main" id="{5D18DBAC-AF1B-47D9-A913-B43E449CAC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896100" y="2952750"/>
            <a:ext cx="0" cy="3190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01454" name="Object 78">
            <a:extLst>
              <a:ext uri="{FF2B5EF4-FFF2-40B4-BE49-F238E27FC236}">
                <a16:creationId xmlns:a16="http://schemas.microsoft.com/office/drawing/2014/main" id="{24AF2CCF-AC26-4EFF-87C6-47A128D295F0}"/>
              </a:ext>
            </a:extLst>
          </p:cNvPr>
          <p:cNvGraphicFramePr>
            <a:graphicFrameLocks/>
          </p:cNvGraphicFramePr>
          <p:nvPr/>
        </p:nvGraphicFramePr>
        <p:xfrm>
          <a:off x="1489075" y="5765800"/>
          <a:ext cx="1189038" cy="815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48" name="Equation" r:id="rId14" imgW="914400" imgH="635000" progId="Equation.DSMT4">
                  <p:embed/>
                </p:oleObj>
              </mc:Choice>
              <mc:Fallback>
                <p:oleObj name="Equation" r:id="rId14" imgW="914400" imgH="635000" progId="Equation.DSMT4">
                  <p:embed/>
                  <p:pic>
                    <p:nvPicPr>
                      <p:cNvPr id="0" name="Object 7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9075" y="5765800"/>
                        <a:ext cx="1189038" cy="815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455" name="Text Box 79">
            <a:extLst>
              <a:ext uri="{FF2B5EF4-FFF2-40B4-BE49-F238E27FC236}">
                <a16:creationId xmlns:a16="http://schemas.microsoft.com/office/drawing/2014/main" id="{E7909ED9-4FCE-4164-8F2E-6A969229FE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9075" y="5848350"/>
            <a:ext cx="29194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 i="1"/>
              <a:t>j</a:t>
            </a:r>
            <a:r>
              <a:rPr lang="en-US" altLang="zh-CN" sz="2800" i="1" baseline="-25000"/>
              <a:t>D</a:t>
            </a:r>
            <a:r>
              <a:rPr lang="zh-CN" altLang="en-US" sz="2800">
                <a:ea typeface="楷体_GB2312" pitchFamily="49" charset="-122"/>
              </a:rPr>
              <a:t>方向</a:t>
            </a:r>
          </a:p>
        </p:txBody>
      </p:sp>
      <p:sp>
        <p:nvSpPr>
          <p:cNvPr id="101456" name="Line 80">
            <a:extLst>
              <a:ext uri="{FF2B5EF4-FFF2-40B4-BE49-F238E27FC236}">
                <a16:creationId xmlns:a16="http://schemas.microsoft.com/office/drawing/2014/main" id="{0872FCB5-E994-407B-99A7-536B63BD6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10013" y="5837238"/>
            <a:ext cx="0" cy="609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57" name="Line 81">
            <a:extLst>
              <a:ext uri="{FF2B5EF4-FFF2-40B4-BE49-F238E27FC236}">
                <a16:creationId xmlns:a16="http://schemas.microsoft.com/office/drawing/2014/main" id="{61F83372-EC74-43C9-8699-CA1EBF0E678A}"/>
              </a:ext>
            </a:extLst>
          </p:cNvPr>
          <p:cNvSpPr>
            <a:spLocks noChangeShapeType="1"/>
          </p:cNvSpPr>
          <p:nvPr/>
        </p:nvSpPr>
        <p:spPr bwMode="auto">
          <a:xfrm>
            <a:off x="5981700" y="3844925"/>
            <a:ext cx="0" cy="903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58" name="Line 82">
            <a:extLst>
              <a:ext uri="{FF2B5EF4-FFF2-40B4-BE49-F238E27FC236}">
                <a16:creationId xmlns:a16="http://schemas.microsoft.com/office/drawing/2014/main" id="{2DD7E9D9-19C8-4585-A7E8-7C3DD0079D0D}"/>
              </a:ext>
            </a:extLst>
          </p:cNvPr>
          <p:cNvSpPr>
            <a:spLocks noChangeShapeType="1"/>
          </p:cNvSpPr>
          <p:nvPr/>
        </p:nvSpPr>
        <p:spPr bwMode="auto">
          <a:xfrm>
            <a:off x="7877175" y="3913188"/>
            <a:ext cx="0" cy="903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462" name="Arc 86">
            <a:extLst>
              <a:ext uri="{FF2B5EF4-FFF2-40B4-BE49-F238E27FC236}">
                <a16:creationId xmlns:a16="http://schemas.microsoft.com/office/drawing/2014/main" id="{9CCB0A39-CE40-4316-BF16-D6A939300C42}"/>
              </a:ext>
            </a:extLst>
          </p:cNvPr>
          <p:cNvSpPr>
            <a:spLocks/>
          </p:cNvSpPr>
          <p:nvPr/>
        </p:nvSpPr>
        <p:spPr bwMode="auto">
          <a:xfrm>
            <a:off x="5972175" y="4625975"/>
            <a:ext cx="1919288" cy="346075"/>
          </a:xfrm>
          <a:custGeom>
            <a:avLst/>
            <a:gdLst>
              <a:gd name="T0" fmla="*/ 2147483646 w 43200"/>
              <a:gd name="T1" fmla="*/ 0 h 24157"/>
              <a:gd name="T2" fmla="*/ 2147483646 w 43200"/>
              <a:gd name="T3" fmla="*/ 2147483646 h 24157"/>
              <a:gd name="T4" fmla="*/ 2147483646 w 43200"/>
              <a:gd name="T5" fmla="*/ 2147483646 h 24157"/>
              <a:gd name="T6" fmla="*/ 0 60000 65536"/>
              <a:gd name="T7" fmla="*/ 0 60000 65536"/>
              <a:gd name="T8" fmla="*/ 0 60000 65536"/>
              <a:gd name="T9" fmla="*/ 0 w 43200"/>
              <a:gd name="T10" fmla="*/ 0 h 24157"/>
              <a:gd name="T11" fmla="*/ 43200 w 43200"/>
              <a:gd name="T12" fmla="*/ 24157 h 241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57" fill="none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</a:path>
              <a:path w="43200" h="24157" stroke="0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  <a:lnTo>
                  <a:pt x="21600" y="2557"/>
                </a:lnTo>
                <a:lnTo>
                  <a:pt x="43048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464" name="AutoShape 88">
            <a:extLst>
              <a:ext uri="{FF2B5EF4-FFF2-40B4-BE49-F238E27FC236}">
                <a16:creationId xmlns:a16="http://schemas.microsoft.com/office/drawing/2014/main" id="{7273339D-7958-4CF0-A244-A3FE0E316EE8}"/>
              </a:ext>
            </a:extLst>
          </p:cNvPr>
          <p:cNvSpPr>
            <a:spLocks/>
          </p:cNvSpPr>
          <p:nvPr/>
        </p:nvSpPr>
        <p:spPr bwMode="auto">
          <a:xfrm>
            <a:off x="4792663" y="5167313"/>
            <a:ext cx="220662" cy="979487"/>
          </a:xfrm>
          <a:prstGeom prst="rightBrace">
            <a:avLst>
              <a:gd name="adj1" fmla="val 36990"/>
              <a:gd name="adj2" fmla="val 65801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0" dur="500"/>
                                        <p:tgtEl>
                                          <p:spTgt spid="101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1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1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1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1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13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2" dur="75"/>
                                        <p:tgtEl>
                                          <p:spTgt spid="101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1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52" dur="500"/>
                                        <p:tgtEl>
                                          <p:spTgt spid="101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75"/>
                                        <p:tgtEl>
                                          <p:spTgt spid="101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75"/>
                            </p:stCondLst>
                            <p:childTnLst>
                              <p:par>
                                <p:cTn id="5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13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013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014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01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01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101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500"/>
                                        <p:tgtEl>
                                          <p:spTgt spid="101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014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014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101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01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101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4" dur="500"/>
                                        <p:tgtEl>
                                          <p:spTgt spid="101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8" dur="75"/>
                                        <p:tgtEl>
                                          <p:spTgt spid="101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461" grpId="0" animBg="1"/>
      <p:bldP spid="101378" grpId="0" autoUpdateAnimBg="0"/>
      <p:bldP spid="101379" grpId="0" autoUpdateAnimBg="0"/>
      <p:bldP spid="101381" grpId="0" autoUpdateAnimBg="0"/>
      <p:bldP spid="101382" grpId="0" autoUpdateAnimBg="0"/>
      <p:bldP spid="101386" grpId="0" autoUpdateAnimBg="0"/>
      <p:bldP spid="101395" grpId="0" autoUpdateAnimBg="0"/>
      <p:bldP spid="101396" grpId="0" autoUpdateAnimBg="0"/>
      <p:bldP spid="101397" grpId="0"/>
      <p:bldP spid="101436" grpId="0" autoUpdateAnimBg="0"/>
      <p:bldP spid="101437" grpId="0" autoUpdateAnimBg="0"/>
      <p:bldP spid="101440" grpId="0"/>
      <p:bldP spid="101455" grpId="0"/>
      <p:bldP spid="10146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37" name="Rectangle 85" descr="再生纸">
            <a:extLst>
              <a:ext uri="{FF2B5EF4-FFF2-40B4-BE49-F238E27FC236}">
                <a16:creationId xmlns:a16="http://schemas.microsoft.com/office/drawing/2014/main" id="{48C2F316-45FD-4568-AF31-F5F5B1ADDC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78575" y="2203450"/>
            <a:ext cx="1895475" cy="9810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54" name="Text Box 2">
            <a:extLst>
              <a:ext uri="{FF2B5EF4-FFF2-40B4-BE49-F238E27FC236}">
                <a16:creationId xmlns:a16="http://schemas.microsoft.com/office/drawing/2014/main" id="{B44DFDF4-6E19-4038-ACCB-6DB9EC027A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651000"/>
            <a:ext cx="6084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根据电场的柱对称</a:t>
            </a:r>
            <a:r>
              <a:rPr lang="en-US" altLang="zh-CN" sz="2800"/>
              <a:t>, </a:t>
            </a:r>
            <a:r>
              <a:rPr lang="zh-CN" altLang="en-US" sz="2800"/>
              <a:t>在极板间取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半径为</a:t>
            </a:r>
            <a:r>
              <a:rPr lang="en-US" altLang="zh-CN" sz="2800" i="1"/>
              <a:t>r</a:t>
            </a:r>
            <a:r>
              <a:rPr lang="zh-CN" altLang="en-US" sz="2800"/>
              <a:t>的同心圆环为积分回路：</a:t>
            </a:r>
          </a:p>
        </p:txBody>
      </p:sp>
      <p:sp>
        <p:nvSpPr>
          <p:cNvPr id="100355" name="Oval 3">
            <a:extLst>
              <a:ext uri="{FF2B5EF4-FFF2-40B4-BE49-F238E27FC236}">
                <a16:creationId xmlns:a16="http://schemas.microsoft.com/office/drawing/2014/main" id="{12DE6E61-7B0F-4FF2-A29C-8F6C3D2FD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6363" y="4265613"/>
            <a:ext cx="1828800" cy="1828800"/>
          </a:xfrm>
          <a:prstGeom prst="ellipse">
            <a:avLst/>
          </a:prstGeom>
          <a:solidFill>
            <a:srgbClr val="FFCC00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56" name="Oval 4">
            <a:extLst>
              <a:ext uri="{FF2B5EF4-FFF2-40B4-BE49-F238E27FC236}">
                <a16:creationId xmlns:a16="http://schemas.microsoft.com/office/drawing/2014/main" id="{9735B3F3-136C-4BB6-B661-CA6D96F23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363" y="4646613"/>
            <a:ext cx="1066800" cy="1066800"/>
          </a:xfrm>
          <a:prstGeom prst="ellipse">
            <a:avLst/>
          </a:prstGeom>
          <a:noFill/>
          <a:ln w="38100">
            <a:solidFill>
              <a:srgbClr val="660033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57" name="Line 5">
            <a:extLst>
              <a:ext uri="{FF2B5EF4-FFF2-40B4-BE49-F238E27FC236}">
                <a16:creationId xmlns:a16="http://schemas.microsoft.com/office/drawing/2014/main" id="{090D7116-B02C-4193-8AE9-4867288D24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70763" y="4799013"/>
            <a:ext cx="381000" cy="38100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0358" name="Object 6">
            <a:extLst>
              <a:ext uri="{FF2B5EF4-FFF2-40B4-BE49-F238E27FC236}">
                <a16:creationId xmlns:a16="http://schemas.microsoft.com/office/drawing/2014/main" id="{351D6F98-2D71-4649-9FBB-6A6DD58AC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97750" y="4799013"/>
          <a:ext cx="201613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4" name="公式" r:id="rId4" imgW="203112" imgH="228501" progId="Equation.3">
                  <p:embed/>
                </p:oleObj>
              </mc:Choice>
              <mc:Fallback>
                <p:oleObj name="公式" r:id="rId4" imgW="203112" imgH="22850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0" y="4799013"/>
                        <a:ext cx="201613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59" name="Text Box 7">
            <a:extLst>
              <a:ext uri="{FF2B5EF4-FFF2-40B4-BE49-F238E27FC236}">
                <a16:creationId xmlns:a16="http://schemas.microsoft.com/office/drawing/2014/main" id="{F9EE9164-4290-4AE6-9591-100DA48E81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2549525"/>
            <a:ext cx="32305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r</a:t>
            </a:r>
            <a:r>
              <a:rPr lang="en-US" altLang="zh-CN" sz="2800"/>
              <a:t> </a:t>
            </a:r>
            <a:r>
              <a:rPr lang="en-US" altLang="zh-CN" sz="2800">
                <a:sym typeface="Symbol" panose="05050102010706020507" pitchFamily="18" charset="2"/>
              </a:rPr>
              <a:t></a:t>
            </a:r>
            <a:r>
              <a:rPr lang="en-US" altLang="zh-CN" sz="2800"/>
              <a:t> </a:t>
            </a:r>
            <a:r>
              <a:rPr lang="en-US" altLang="zh-CN" sz="2800" i="1"/>
              <a:t>R</a:t>
            </a:r>
            <a:r>
              <a:rPr lang="zh-CN" altLang="en-US" sz="2800"/>
              <a:t>时</a:t>
            </a:r>
          </a:p>
        </p:txBody>
      </p:sp>
      <p:graphicFrame>
        <p:nvGraphicFramePr>
          <p:cNvPr id="100360" name="Object 8">
            <a:extLst>
              <a:ext uri="{FF2B5EF4-FFF2-40B4-BE49-F238E27FC236}">
                <a16:creationId xmlns:a16="http://schemas.microsoft.com/office/drawing/2014/main" id="{9B214D30-69C3-4229-B1B4-3BECECB53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93988" y="2916238"/>
          <a:ext cx="20796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5" name="Equation" r:id="rId6" imgW="2438400" imgH="571500" progId="Equation.DSMT4">
                  <p:embed/>
                </p:oleObj>
              </mc:Choice>
              <mc:Fallback>
                <p:oleObj name="Equation" r:id="rId6" imgW="2438400" imgH="571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3988" y="2916238"/>
                        <a:ext cx="20796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1" name="Object 9">
            <a:extLst>
              <a:ext uri="{FF2B5EF4-FFF2-40B4-BE49-F238E27FC236}">
                <a16:creationId xmlns:a16="http://schemas.microsoft.com/office/drawing/2014/main" id="{BC7C1C3F-260B-4962-BEA9-8742DAFAA3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5288" y="3527425"/>
          <a:ext cx="10128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6" name="Equation" r:id="rId8" imgW="1193800" imgH="571500" progId="Equation.DSMT4">
                  <p:embed/>
                </p:oleObj>
              </mc:Choice>
              <mc:Fallback>
                <p:oleObj name="Equation" r:id="rId8" imgW="1193800" imgH="571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35288" y="3527425"/>
                        <a:ext cx="10128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2" name="Line 10">
            <a:extLst>
              <a:ext uri="{FF2B5EF4-FFF2-40B4-BE49-F238E27FC236}">
                <a16:creationId xmlns:a16="http://schemas.microsoft.com/office/drawing/2014/main" id="{58113353-8638-475A-8FCF-4BA42D495F5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554163" y="3536950"/>
            <a:ext cx="304800" cy="4572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363" name="Text Box 11">
            <a:extLst>
              <a:ext uri="{FF2B5EF4-FFF2-40B4-BE49-F238E27FC236}">
                <a16:creationId xmlns:a16="http://schemas.microsoft.com/office/drawing/2014/main" id="{8359322F-C9D4-4E58-94AC-685059EF89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6988" y="3152775"/>
            <a:ext cx="3333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100364" name="Object 12">
            <a:extLst>
              <a:ext uri="{FF2B5EF4-FFF2-40B4-BE49-F238E27FC236}">
                <a16:creationId xmlns:a16="http://schemas.microsoft.com/office/drawing/2014/main" id="{F1B7F869-EB7A-4A4C-8C02-3B936196B2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6525" y="3465513"/>
          <a:ext cx="1200150" cy="56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7" name="公式" r:id="rId10" imgW="647700" imgH="241300" progId="Equation.3">
                  <p:embed/>
                </p:oleObj>
              </mc:Choice>
              <mc:Fallback>
                <p:oleObj name="公式" r:id="rId10" imgW="647700" imgH="2413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6525" y="3465513"/>
                        <a:ext cx="1200150" cy="56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5" name="AutoShape 13">
            <a:extLst>
              <a:ext uri="{FF2B5EF4-FFF2-40B4-BE49-F238E27FC236}">
                <a16:creationId xmlns:a16="http://schemas.microsoft.com/office/drawing/2014/main" id="{16CB5BF4-D456-40F0-BC40-4AA7F9EEBDE0}"/>
              </a:ext>
            </a:extLst>
          </p:cNvPr>
          <p:cNvSpPr>
            <a:spLocks/>
          </p:cNvSpPr>
          <p:nvPr/>
        </p:nvSpPr>
        <p:spPr bwMode="auto">
          <a:xfrm>
            <a:off x="5040313" y="3148013"/>
            <a:ext cx="195262" cy="714375"/>
          </a:xfrm>
          <a:prstGeom prst="rightBrace">
            <a:avLst>
              <a:gd name="adj1" fmla="val 3048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00366" name="Object 14">
            <a:extLst>
              <a:ext uri="{FF2B5EF4-FFF2-40B4-BE49-F238E27FC236}">
                <a16:creationId xmlns:a16="http://schemas.microsoft.com/office/drawing/2014/main" id="{04C37E4A-9965-479A-99A5-5433DF261D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9225" y="3160713"/>
          <a:ext cx="1179513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8" name="Equation" r:id="rId12" imgW="1282700" imgH="698500" progId="Equation.DSMT4">
                  <p:embed/>
                </p:oleObj>
              </mc:Choice>
              <mc:Fallback>
                <p:oleObj name="Equation" r:id="rId12" imgW="1282700" imgH="6985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225" y="3160713"/>
                        <a:ext cx="1179513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7" name="Object 15">
            <a:extLst>
              <a:ext uri="{FF2B5EF4-FFF2-40B4-BE49-F238E27FC236}">
                <a16:creationId xmlns:a16="http://schemas.microsoft.com/office/drawing/2014/main" id="{9AEECD6D-ADB0-4E02-93E0-D2372536DB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03475" y="4316413"/>
          <a:ext cx="116522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79" name="Equation" r:id="rId14" imgW="1054100" imgH="330200" progId="Equation.DSMT4">
                  <p:embed/>
                </p:oleObj>
              </mc:Choice>
              <mc:Fallback>
                <p:oleObj name="Equation" r:id="rId14" imgW="1054100" imgH="3302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3475" y="4316413"/>
                        <a:ext cx="116522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68" name="Object 16">
            <a:extLst>
              <a:ext uri="{FF2B5EF4-FFF2-40B4-BE49-F238E27FC236}">
                <a16:creationId xmlns:a16="http://schemas.microsoft.com/office/drawing/2014/main" id="{962FE59F-B1D9-4BDF-B279-C758EB5283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57588" y="4133850"/>
          <a:ext cx="15843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0" name="Equation" r:id="rId16" imgW="1485900" imgH="711200" progId="Equation.DSMT4">
                  <p:embed/>
                </p:oleObj>
              </mc:Choice>
              <mc:Fallback>
                <p:oleObj name="Equation" r:id="rId16" imgW="1485900" imgH="711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57588" y="4133850"/>
                        <a:ext cx="15843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69" name="Text Box 17">
            <a:extLst>
              <a:ext uri="{FF2B5EF4-FFF2-40B4-BE49-F238E27FC236}">
                <a16:creationId xmlns:a16="http://schemas.microsoft.com/office/drawing/2014/main" id="{8C8BB6B9-D52E-46C6-A189-C85A9BE8B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525" y="4718050"/>
            <a:ext cx="28082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r</a:t>
            </a:r>
            <a:r>
              <a:rPr lang="en-US" altLang="zh-CN" sz="2800"/>
              <a:t> </a:t>
            </a:r>
            <a:r>
              <a:rPr lang="en-US" altLang="zh-CN" sz="2800">
                <a:sym typeface="Symbol" panose="05050102010706020507" pitchFamily="18" charset="2"/>
              </a:rPr>
              <a:t></a:t>
            </a:r>
            <a:r>
              <a:rPr lang="en-US" altLang="zh-CN" sz="2800"/>
              <a:t> </a:t>
            </a:r>
            <a:r>
              <a:rPr lang="en-US" altLang="zh-CN" sz="2800" i="1"/>
              <a:t>R</a:t>
            </a:r>
            <a:r>
              <a:rPr lang="zh-CN" altLang="en-US" sz="2800"/>
              <a:t>时</a:t>
            </a:r>
          </a:p>
        </p:txBody>
      </p:sp>
      <p:graphicFrame>
        <p:nvGraphicFramePr>
          <p:cNvPr id="100370" name="Object 18">
            <a:extLst>
              <a:ext uri="{FF2B5EF4-FFF2-40B4-BE49-F238E27FC236}">
                <a16:creationId xmlns:a16="http://schemas.microsoft.com/office/drawing/2014/main" id="{BFCF1748-6F0F-42D2-877D-7261443737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0588" y="5316538"/>
          <a:ext cx="1143000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1" name="Equation" r:id="rId18" imgW="1257300" imgH="571500" progId="Equation.DSMT4">
                  <p:embed/>
                </p:oleObj>
              </mc:Choice>
              <mc:Fallback>
                <p:oleObj name="Equation" r:id="rId18" imgW="1257300" imgH="5715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5316538"/>
                        <a:ext cx="1143000" cy="593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1" name="Line 19">
            <a:extLst>
              <a:ext uri="{FF2B5EF4-FFF2-40B4-BE49-F238E27FC236}">
                <a16:creationId xmlns:a16="http://schemas.microsoft.com/office/drawing/2014/main" id="{ECABD04D-99E9-45EB-A4A3-E045A425A7C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944688" y="5353050"/>
            <a:ext cx="431800" cy="42703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00372" name="Object 20">
            <a:extLst>
              <a:ext uri="{FF2B5EF4-FFF2-40B4-BE49-F238E27FC236}">
                <a16:creationId xmlns:a16="http://schemas.microsoft.com/office/drawing/2014/main" id="{4FA79BF1-A7A6-4093-9C35-C61118940F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65663" y="5283200"/>
          <a:ext cx="1328737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2" name="Equation" r:id="rId20" imgW="1397000" imgH="482600" progId="Equation.DSMT4">
                  <p:embed/>
                </p:oleObj>
              </mc:Choice>
              <mc:Fallback>
                <p:oleObj name="Equation" r:id="rId20" imgW="1397000" imgH="482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5663" y="5283200"/>
                        <a:ext cx="1328737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73" name="Oval 21">
            <a:extLst>
              <a:ext uri="{FF2B5EF4-FFF2-40B4-BE49-F238E27FC236}">
                <a16:creationId xmlns:a16="http://schemas.microsoft.com/office/drawing/2014/main" id="{D9923D54-3EA0-454D-BBA0-F0E370B28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4037013"/>
            <a:ext cx="2286000" cy="228600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0374" name="Text Box 22">
            <a:extLst>
              <a:ext uri="{FF2B5EF4-FFF2-40B4-BE49-F238E27FC236}">
                <a16:creationId xmlns:a16="http://schemas.microsoft.com/office/drawing/2014/main" id="{69621E42-36F8-4465-B0F0-E810BCD69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4075" y="5013325"/>
            <a:ext cx="7223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100375" name="Object 23">
            <a:extLst>
              <a:ext uri="{FF2B5EF4-FFF2-40B4-BE49-F238E27FC236}">
                <a16:creationId xmlns:a16="http://schemas.microsoft.com/office/drawing/2014/main" id="{8946DB0D-20C5-4D7B-9FC4-CB60CBDEDD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3400" y="5942013"/>
          <a:ext cx="16129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3" name="Equation" r:id="rId22" imgW="1612900" imgH="736600" progId="Equation.DSMT4">
                  <p:embed/>
                </p:oleObj>
              </mc:Choice>
              <mc:Fallback>
                <p:oleObj name="Equation" r:id="rId22" imgW="1612900" imgH="736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5942013"/>
                        <a:ext cx="16129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76" name="Object 24">
            <a:extLst>
              <a:ext uri="{FF2B5EF4-FFF2-40B4-BE49-F238E27FC236}">
                <a16:creationId xmlns:a16="http://schemas.microsoft.com/office/drawing/2014/main" id="{13ABF90D-68F4-4CD1-86CF-B3DB7F55F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76663" y="5862638"/>
          <a:ext cx="2243137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4" name="Equation" r:id="rId24" imgW="2044700" imgH="889000" progId="Equation.DSMT4">
                  <p:embed/>
                </p:oleObj>
              </mc:Choice>
              <mc:Fallback>
                <p:oleObj name="Equation" r:id="rId24" imgW="2044700" imgH="8890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6663" y="5862638"/>
                        <a:ext cx="2243137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5" name="Text Box 33">
            <a:extLst>
              <a:ext uri="{FF2B5EF4-FFF2-40B4-BE49-F238E27FC236}">
                <a16:creationId xmlns:a16="http://schemas.microsoft.com/office/drawing/2014/main" id="{C2BB0E85-7692-43C8-99A6-782855C095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7</a:t>
            </a:r>
          </a:p>
        </p:txBody>
      </p:sp>
      <p:graphicFrame>
        <p:nvGraphicFramePr>
          <p:cNvPr id="100386" name="Object 34">
            <a:extLst>
              <a:ext uri="{FF2B5EF4-FFF2-40B4-BE49-F238E27FC236}">
                <a16:creationId xmlns:a16="http://schemas.microsoft.com/office/drawing/2014/main" id="{CDE7A08C-2FF8-46DE-9603-7BCCD83637EE}"/>
              </a:ext>
            </a:extLst>
          </p:cNvPr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71563" y="3584575"/>
          <a:ext cx="1879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5" name="Equation" r:id="rId26" imgW="1879600" imgH="673100" progId="Equation.DSMT4">
                  <p:embed/>
                </p:oleObj>
              </mc:Choice>
              <mc:Fallback>
                <p:oleObj name="Equation" r:id="rId26" imgW="1879600" imgH="673100" progId="Equation.DSMT4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3584575"/>
                        <a:ext cx="18796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387" name="Object 35">
            <a:extLst>
              <a:ext uri="{FF2B5EF4-FFF2-40B4-BE49-F238E27FC236}">
                <a16:creationId xmlns:a16="http://schemas.microsoft.com/office/drawing/2014/main" id="{0CBC9644-299C-455F-BB36-2982A86C7D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4325" y="5353050"/>
          <a:ext cx="1827213" cy="681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86" name="Equation" r:id="rId28" imgW="1916868" imgH="672808" progId="Equation.DSMT4">
                  <p:embed/>
                </p:oleObj>
              </mc:Choice>
              <mc:Fallback>
                <p:oleObj name="Equation" r:id="rId28" imgW="1916868" imgH="672808" progId="Equation.DSMT4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4325" y="5353050"/>
                        <a:ext cx="1827213" cy="681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388" name="Oval 36">
            <a:extLst>
              <a:ext uri="{FF2B5EF4-FFF2-40B4-BE49-F238E27FC236}">
                <a16:creationId xmlns:a16="http://schemas.microsoft.com/office/drawing/2014/main" id="{3B91A54F-FE61-4BF7-80D7-735A3E349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1925" y="31035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2" name="Group 84">
            <a:extLst>
              <a:ext uri="{FF2B5EF4-FFF2-40B4-BE49-F238E27FC236}">
                <a16:creationId xmlns:a16="http://schemas.microsoft.com/office/drawing/2014/main" id="{6BBBB099-000B-4DBA-9635-4FED39725EEE}"/>
              </a:ext>
            </a:extLst>
          </p:cNvPr>
          <p:cNvGrpSpPr>
            <a:grpSpLocks/>
          </p:cNvGrpSpPr>
          <p:nvPr/>
        </p:nvGrpSpPr>
        <p:grpSpPr bwMode="auto">
          <a:xfrm>
            <a:off x="658813" y="344488"/>
            <a:ext cx="2554287" cy="790575"/>
            <a:chOff x="415" y="203"/>
            <a:chExt cx="1609" cy="498"/>
          </a:xfrm>
        </p:grpSpPr>
        <p:sp>
          <p:nvSpPr>
            <p:cNvPr id="12363" name="Rectangle 40">
              <a:extLst>
                <a:ext uri="{FF2B5EF4-FFF2-40B4-BE49-F238E27FC236}">
                  <a16:creationId xmlns:a16="http://schemas.microsoft.com/office/drawing/2014/main" id="{8619324D-5E0D-4518-9DD4-B299065BC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9" y="225"/>
              <a:ext cx="1185" cy="476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FF33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2364" name="Object 38">
              <a:extLst>
                <a:ext uri="{FF2B5EF4-FFF2-40B4-BE49-F238E27FC236}">
                  <a16:creationId xmlns:a16="http://schemas.microsoft.com/office/drawing/2014/main" id="{39DFC69F-85FF-482F-A7ED-4D008DBA077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88" y="210"/>
            <a:ext cx="994" cy="4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87" name="Equation" r:id="rId30" imgW="1511300" imgH="723900" progId="Equation.DSMT4">
                    <p:embed/>
                  </p:oleObj>
                </mc:Choice>
                <mc:Fallback>
                  <p:oleObj name="Equation" r:id="rId30" imgW="1511300" imgH="723900" progId="Equation.DSMT4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8" y="210"/>
                          <a:ext cx="994" cy="4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65" name="Object 39">
              <a:extLst>
                <a:ext uri="{FF2B5EF4-FFF2-40B4-BE49-F238E27FC236}">
                  <a16:creationId xmlns:a16="http://schemas.microsoft.com/office/drawing/2014/main" id="{A12D24BE-E0C6-49BC-915E-BD72C95F7B9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" y="203"/>
            <a:ext cx="435" cy="4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88" name="剪辑" r:id="rId32" imgW="3152722" imgH="2905200" progId="MS_ClipArt_Gallery.2">
                    <p:embed/>
                  </p:oleObj>
                </mc:Choice>
                <mc:Fallback>
                  <p:oleObj name="剪辑" r:id="rId32" imgW="3152722" imgH="2905200" progId="MS_ClipArt_Gallery.2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" y="203"/>
                          <a:ext cx="435" cy="4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0393" name="Text Box 41">
            <a:extLst>
              <a:ext uri="{FF2B5EF4-FFF2-40B4-BE49-F238E27FC236}">
                <a16:creationId xmlns:a16="http://schemas.microsoft.com/office/drawing/2014/main" id="{85145295-3EBD-4F30-AF5A-9397BBEC68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146175"/>
            <a:ext cx="810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可见</a:t>
            </a:r>
            <a:r>
              <a:rPr lang="en-US" altLang="zh-CN" sz="2800"/>
              <a:t>:</a:t>
            </a:r>
            <a:r>
              <a:rPr lang="zh-CN" altLang="en-US" sz="2800"/>
              <a:t>位移电流均匀分布在极板间的横截面上</a:t>
            </a:r>
          </a:p>
        </p:txBody>
      </p:sp>
      <p:grpSp>
        <p:nvGrpSpPr>
          <p:cNvPr id="3" name="Group 42">
            <a:extLst>
              <a:ext uri="{FF2B5EF4-FFF2-40B4-BE49-F238E27FC236}">
                <a16:creationId xmlns:a16="http://schemas.microsoft.com/office/drawing/2014/main" id="{7185CFBA-482A-4545-9AD3-9EC1A8349F0C}"/>
              </a:ext>
            </a:extLst>
          </p:cNvPr>
          <p:cNvGrpSpPr>
            <a:grpSpLocks/>
          </p:cNvGrpSpPr>
          <p:nvPr/>
        </p:nvGrpSpPr>
        <p:grpSpPr bwMode="auto">
          <a:xfrm>
            <a:off x="4608513" y="368300"/>
            <a:ext cx="3887787" cy="747713"/>
            <a:chOff x="2903" y="232"/>
            <a:chExt cx="2449" cy="471"/>
          </a:xfrm>
        </p:grpSpPr>
        <p:graphicFrame>
          <p:nvGraphicFramePr>
            <p:cNvPr id="12359" name="Object 43">
              <a:extLst>
                <a:ext uri="{FF2B5EF4-FFF2-40B4-BE49-F238E27FC236}">
                  <a16:creationId xmlns:a16="http://schemas.microsoft.com/office/drawing/2014/main" id="{97BB9645-4B14-4397-BA3A-32A8DC8E47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036" y="255"/>
            <a:ext cx="1784" cy="4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89" name="Equation" r:id="rId34" imgW="2882900" imgH="723900" progId="Equation.DSMT4">
                    <p:embed/>
                  </p:oleObj>
                </mc:Choice>
                <mc:Fallback>
                  <p:oleObj name="Equation" r:id="rId34" imgW="2882900" imgH="723900" progId="Equation.DSMT4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36" y="255"/>
                          <a:ext cx="1784" cy="44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60" name="Oval 44">
              <a:extLst>
                <a:ext uri="{FF2B5EF4-FFF2-40B4-BE49-F238E27FC236}">
                  <a16:creationId xmlns:a16="http://schemas.microsoft.com/office/drawing/2014/main" id="{AF17754C-EBAF-4ED5-B00F-EB5283C484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4" y="36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2361" name="Object 45">
              <a:extLst>
                <a:ext uri="{FF2B5EF4-FFF2-40B4-BE49-F238E27FC236}">
                  <a16:creationId xmlns:a16="http://schemas.microsoft.com/office/drawing/2014/main" id="{2B66FF55-1422-471F-A59A-9FFEADE9BCA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43" y="300"/>
            <a:ext cx="409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0" name="位图图像" r:id="rId36" imgW="743054" imgH="657317" progId="Paint.Picture">
                    <p:embed/>
                  </p:oleObj>
                </mc:Choice>
                <mc:Fallback>
                  <p:oleObj name="位图图像" r:id="rId36" imgW="743054" imgH="657317" progId="Paint.Picture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3" y="300"/>
                          <a:ext cx="409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62" name="Rectangle 46">
              <a:extLst>
                <a:ext uri="{FF2B5EF4-FFF2-40B4-BE49-F238E27FC236}">
                  <a16:creationId xmlns:a16="http://schemas.microsoft.com/office/drawing/2014/main" id="{7CC865EB-D96C-4325-893B-394FD9877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03" y="232"/>
              <a:ext cx="2064" cy="459"/>
            </a:xfrm>
            <a:prstGeom prst="rect">
              <a:avLst/>
            </a:prstGeom>
            <a:noFill/>
            <a:ln w="19050">
              <a:solidFill>
                <a:srgbClr val="FF33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pSp>
        <p:nvGrpSpPr>
          <p:cNvPr id="4" name="Group 47">
            <a:extLst>
              <a:ext uri="{FF2B5EF4-FFF2-40B4-BE49-F238E27FC236}">
                <a16:creationId xmlns:a16="http://schemas.microsoft.com/office/drawing/2014/main" id="{53F2D5E6-3AC4-455A-BE3C-53657E8EF8E9}"/>
              </a:ext>
            </a:extLst>
          </p:cNvPr>
          <p:cNvGrpSpPr>
            <a:grpSpLocks/>
          </p:cNvGrpSpPr>
          <p:nvPr/>
        </p:nvGrpSpPr>
        <p:grpSpPr bwMode="auto">
          <a:xfrm>
            <a:off x="6381750" y="1663700"/>
            <a:ext cx="1917700" cy="2190750"/>
            <a:chOff x="1582" y="1392"/>
            <a:chExt cx="1208" cy="1581"/>
          </a:xfrm>
        </p:grpSpPr>
        <p:sp>
          <p:nvSpPr>
            <p:cNvPr id="12345" name="AutoShape 48">
              <a:extLst>
                <a:ext uri="{FF2B5EF4-FFF2-40B4-BE49-F238E27FC236}">
                  <a16:creationId xmlns:a16="http://schemas.microsoft.com/office/drawing/2014/main" id="{760BB3CA-F9C5-4A3C-9DDA-DBF2B50295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637"/>
              <a:ext cx="47" cy="336"/>
            </a:xfrm>
            <a:prstGeom prst="can">
              <a:avLst>
                <a:gd name="adj" fmla="val 76752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2346" name="Group 49">
              <a:extLst>
                <a:ext uri="{FF2B5EF4-FFF2-40B4-BE49-F238E27FC236}">
                  <a16:creationId xmlns:a16="http://schemas.microsoft.com/office/drawing/2014/main" id="{1CE1E5BB-0454-42D0-8CA3-90790659A0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512"/>
              <a:ext cx="1202" cy="520"/>
              <a:chOff x="1588" y="1512"/>
              <a:chExt cx="1202" cy="520"/>
            </a:xfrm>
          </p:grpSpPr>
          <p:sp>
            <p:nvSpPr>
              <p:cNvPr id="12353" name="Oval 50">
                <a:extLst>
                  <a:ext uri="{FF2B5EF4-FFF2-40B4-BE49-F238E27FC236}">
                    <a16:creationId xmlns:a16="http://schemas.microsoft.com/office/drawing/2014/main" id="{84F5E29C-DE34-4486-8304-2B2CC5745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621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4" name="Oval 51">
                <a:extLst>
                  <a:ext uri="{FF2B5EF4-FFF2-40B4-BE49-F238E27FC236}">
                    <a16:creationId xmlns:a16="http://schemas.microsoft.com/office/drawing/2014/main" id="{07B5F7E1-AADD-41D4-8DD5-437E63C63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550"/>
                <a:ext cx="1200" cy="412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5" name="Line 52">
                <a:extLst>
                  <a:ext uri="{FF2B5EF4-FFF2-40B4-BE49-F238E27FC236}">
                    <a16:creationId xmlns:a16="http://schemas.microsoft.com/office/drawing/2014/main" id="{43DDE74B-B805-4565-B561-160062C74D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2" y="1592"/>
                <a:ext cx="461" cy="1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56" name="Text Box 53">
                <a:extLst>
                  <a:ext uri="{FF2B5EF4-FFF2-40B4-BE49-F238E27FC236}">
                    <a16:creationId xmlns:a16="http://schemas.microsoft.com/office/drawing/2014/main" id="{F0D8A5CC-44A9-4FA3-80F6-B871E71883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512"/>
                <a:ext cx="26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sp>
            <p:nvSpPr>
              <p:cNvPr id="12357" name="Line 54">
                <a:extLst>
                  <a:ext uri="{FF2B5EF4-FFF2-40B4-BE49-F238E27FC236}">
                    <a16:creationId xmlns:a16="http://schemas.microsoft.com/office/drawing/2014/main" id="{CCE29492-D68F-42A9-80AE-3BA40BA8D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763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8" name="Line 55">
                <a:extLst>
                  <a:ext uri="{FF2B5EF4-FFF2-40B4-BE49-F238E27FC236}">
                    <a16:creationId xmlns:a16="http://schemas.microsoft.com/office/drawing/2014/main" id="{750D80B8-E2B9-415C-85B5-4F0B2C3D47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57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2347" name="AutoShape 56">
              <a:extLst>
                <a:ext uri="{FF2B5EF4-FFF2-40B4-BE49-F238E27FC236}">
                  <a16:creationId xmlns:a16="http://schemas.microsoft.com/office/drawing/2014/main" id="{84F66913-A52B-4564-9E9C-B6C73DE78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1392"/>
              <a:ext cx="55" cy="336"/>
            </a:xfrm>
            <a:prstGeom prst="can">
              <a:avLst>
                <a:gd name="adj" fmla="val 65588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2348" name="Group 57">
              <a:extLst>
                <a:ext uri="{FF2B5EF4-FFF2-40B4-BE49-F238E27FC236}">
                  <a16:creationId xmlns:a16="http://schemas.microsoft.com/office/drawing/2014/main" id="{C556E6C0-9D7A-4314-8761-9063D7E36E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210"/>
              <a:ext cx="1200" cy="482"/>
              <a:chOff x="1554" y="2231"/>
              <a:chExt cx="1200" cy="482"/>
            </a:xfrm>
          </p:grpSpPr>
          <p:sp>
            <p:nvSpPr>
              <p:cNvPr id="12349" name="Oval 58">
                <a:extLst>
                  <a:ext uri="{FF2B5EF4-FFF2-40B4-BE49-F238E27FC236}">
                    <a16:creationId xmlns:a16="http://schemas.microsoft.com/office/drawing/2014/main" id="{F4BEB8D3-F97D-4862-9B3E-5B761737F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302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0" name="Oval 59" descr="再生纸">
                <a:extLst>
                  <a:ext uri="{FF2B5EF4-FFF2-40B4-BE49-F238E27FC236}">
                    <a16:creationId xmlns:a16="http://schemas.microsoft.com/office/drawing/2014/main" id="{23C37131-40ED-492B-9822-8C4737A3A3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231"/>
                <a:ext cx="1200" cy="41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2351" name="Line 60">
                <a:extLst>
                  <a:ext uri="{FF2B5EF4-FFF2-40B4-BE49-F238E27FC236}">
                    <a16:creationId xmlns:a16="http://schemas.microsoft.com/office/drawing/2014/main" id="{F62B997F-1A7C-460E-B2A9-C2CACBF407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5" y="2444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2352" name="Line 61">
                <a:extLst>
                  <a:ext uri="{FF2B5EF4-FFF2-40B4-BE49-F238E27FC236}">
                    <a16:creationId xmlns:a16="http://schemas.microsoft.com/office/drawing/2014/main" id="{34530DC3-EDBC-4D90-971C-C1CCFF9520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9" y="2458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00414" name="Line 62">
            <a:extLst>
              <a:ext uri="{FF2B5EF4-FFF2-40B4-BE49-F238E27FC236}">
                <a16:creationId xmlns:a16="http://schemas.microsoft.com/office/drawing/2014/main" id="{7A481DCB-0083-4064-9512-B066F66E5C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391275" y="2247900"/>
            <a:ext cx="0" cy="903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415" name="Line 63">
            <a:extLst>
              <a:ext uri="{FF2B5EF4-FFF2-40B4-BE49-F238E27FC236}">
                <a16:creationId xmlns:a16="http://schemas.microsoft.com/office/drawing/2014/main" id="{560691F7-A657-4137-BE9A-1FD0ABF21C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6750" y="2316163"/>
            <a:ext cx="0" cy="903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416" name="Arc 64">
            <a:extLst>
              <a:ext uri="{FF2B5EF4-FFF2-40B4-BE49-F238E27FC236}">
                <a16:creationId xmlns:a16="http://schemas.microsoft.com/office/drawing/2014/main" id="{5520FC2C-40E0-4F7A-8E88-16F6E21D3AF1}"/>
              </a:ext>
            </a:extLst>
          </p:cNvPr>
          <p:cNvSpPr>
            <a:spLocks/>
          </p:cNvSpPr>
          <p:nvPr/>
        </p:nvSpPr>
        <p:spPr bwMode="auto">
          <a:xfrm>
            <a:off x="6559550" y="2574925"/>
            <a:ext cx="1646238" cy="315913"/>
          </a:xfrm>
          <a:custGeom>
            <a:avLst/>
            <a:gdLst>
              <a:gd name="T0" fmla="*/ 0 w 42978"/>
              <a:gd name="T1" fmla="*/ 2147483646 h 22896"/>
              <a:gd name="T2" fmla="*/ 2147483646 w 42978"/>
              <a:gd name="T3" fmla="*/ 2147483646 h 22896"/>
              <a:gd name="T4" fmla="*/ 2147483646 w 42978"/>
              <a:gd name="T5" fmla="*/ 2147483646 h 22896"/>
              <a:gd name="T6" fmla="*/ 0 60000 65536"/>
              <a:gd name="T7" fmla="*/ 0 60000 65536"/>
              <a:gd name="T8" fmla="*/ 0 60000 65536"/>
              <a:gd name="T9" fmla="*/ 0 w 42978"/>
              <a:gd name="T10" fmla="*/ 0 h 22896"/>
              <a:gd name="T11" fmla="*/ 42978 w 42978"/>
              <a:gd name="T12" fmla="*/ 22896 h 228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978" h="22896" fill="none" extrusionOk="0">
                <a:moveTo>
                  <a:pt x="-1" y="18511"/>
                </a:moveTo>
                <a:cubicBezTo>
                  <a:pt x="1534" y="7885"/>
                  <a:pt x="10641" y="-1"/>
                  <a:pt x="21378" y="0"/>
                </a:cubicBezTo>
                <a:cubicBezTo>
                  <a:pt x="33307" y="0"/>
                  <a:pt x="42978" y="9670"/>
                  <a:pt x="42978" y="21600"/>
                </a:cubicBezTo>
                <a:cubicBezTo>
                  <a:pt x="42978" y="22032"/>
                  <a:pt x="42965" y="22464"/>
                  <a:pt x="42939" y="22896"/>
                </a:cubicBezTo>
              </a:path>
              <a:path w="42978" h="22896" stroke="0" extrusionOk="0">
                <a:moveTo>
                  <a:pt x="-1" y="18511"/>
                </a:moveTo>
                <a:cubicBezTo>
                  <a:pt x="1534" y="7885"/>
                  <a:pt x="10641" y="-1"/>
                  <a:pt x="21378" y="0"/>
                </a:cubicBezTo>
                <a:cubicBezTo>
                  <a:pt x="33307" y="0"/>
                  <a:pt x="42978" y="9670"/>
                  <a:pt x="42978" y="21600"/>
                </a:cubicBezTo>
                <a:cubicBezTo>
                  <a:pt x="42978" y="22032"/>
                  <a:pt x="42965" y="22464"/>
                  <a:pt x="42939" y="22896"/>
                </a:cubicBezTo>
                <a:lnTo>
                  <a:pt x="21378" y="21600"/>
                </a:lnTo>
                <a:lnTo>
                  <a:pt x="-1" y="18511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66">
            <a:extLst>
              <a:ext uri="{FF2B5EF4-FFF2-40B4-BE49-F238E27FC236}">
                <a16:creationId xmlns:a16="http://schemas.microsoft.com/office/drawing/2014/main" id="{5197B510-2872-4C81-A697-1B9AB29BE945}"/>
              </a:ext>
            </a:extLst>
          </p:cNvPr>
          <p:cNvGrpSpPr>
            <a:grpSpLocks/>
          </p:cNvGrpSpPr>
          <p:nvPr/>
        </p:nvGrpSpPr>
        <p:grpSpPr bwMode="auto">
          <a:xfrm>
            <a:off x="6889750" y="2757488"/>
            <a:ext cx="958850" cy="223837"/>
            <a:chOff x="3757" y="3226"/>
            <a:chExt cx="604" cy="141"/>
          </a:xfrm>
        </p:grpSpPr>
        <p:sp>
          <p:nvSpPr>
            <p:cNvPr id="12343" name="Arc 67">
              <a:extLst>
                <a:ext uri="{FF2B5EF4-FFF2-40B4-BE49-F238E27FC236}">
                  <a16:creationId xmlns:a16="http://schemas.microsoft.com/office/drawing/2014/main" id="{B6422B53-A1E5-4675-95DD-C776B7E834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7" y="3226"/>
              <a:ext cx="604" cy="141"/>
            </a:xfrm>
            <a:custGeom>
              <a:avLst/>
              <a:gdLst>
                <a:gd name="T0" fmla="*/ 0 w 43200"/>
                <a:gd name="T1" fmla="*/ 0 h 43200"/>
                <a:gd name="T2" fmla="*/ 0 w 43200"/>
                <a:gd name="T3" fmla="*/ 0 h 43200"/>
                <a:gd name="T4" fmla="*/ 0 w 43200"/>
                <a:gd name="T5" fmla="*/ 0 h 432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3200"/>
                <a:gd name="T11" fmla="*/ 43200 w 432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3200" fill="none" extrusionOk="0">
                  <a:moveTo>
                    <a:pt x="25422" y="42858"/>
                  </a:moveTo>
                  <a:cubicBezTo>
                    <a:pt x="24161" y="43085"/>
                    <a:pt x="2288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493"/>
                    <a:pt x="36479" y="40121"/>
                    <a:pt x="26886" y="42542"/>
                  </a:cubicBezTo>
                </a:path>
                <a:path w="43200" h="43200" stroke="0" extrusionOk="0">
                  <a:moveTo>
                    <a:pt x="25422" y="42858"/>
                  </a:moveTo>
                  <a:cubicBezTo>
                    <a:pt x="24161" y="43085"/>
                    <a:pt x="22881" y="43199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493"/>
                    <a:pt x="36479" y="40121"/>
                    <a:pt x="26886" y="42542"/>
                  </a:cubicBezTo>
                  <a:lnTo>
                    <a:pt x="21600" y="21600"/>
                  </a:lnTo>
                  <a:lnTo>
                    <a:pt x="25422" y="42858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4" name="Line 68">
              <a:extLst>
                <a:ext uri="{FF2B5EF4-FFF2-40B4-BE49-F238E27FC236}">
                  <a16:creationId xmlns:a16="http://schemas.microsoft.com/office/drawing/2014/main" id="{830F9069-B9E0-4A1D-A357-942D84DFA5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4" y="3359"/>
              <a:ext cx="83" cy="7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69">
            <a:extLst>
              <a:ext uri="{FF2B5EF4-FFF2-40B4-BE49-F238E27FC236}">
                <a16:creationId xmlns:a16="http://schemas.microsoft.com/office/drawing/2014/main" id="{42A7CB4F-4981-4B6C-BBB9-97A93303150F}"/>
              </a:ext>
            </a:extLst>
          </p:cNvPr>
          <p:cNvGrpSpPr>
            <a:grpSpLocks/>
          </p:cNvGrpSpPr>
          <p:nvPr/>
        </p:nvGrpSpPr>
        <p:grpSpPr bwMode="auto">
          <a:xfrm>
            <a:off x="6253163" y="2533650"/>
            <a:ext cx="1819275" cy="717550"/>
            <a:chOff x="1475" y="2038"/>
            <a:chExt cx="1146" cy="486"/>
          </a:xfrm>
        </p:grpSpPr>
        <p:graphicFrame>
          <p:nvGraphicFramePr>
            <p:cNvPr id="12330" name="Object 70">
              <a:extLst>
                <a:ext uri="{FF2B5EF4-FFF2-40B4-BE49-F238E27FC236}">
                  <a16:creationId xmlns:a16="http://schemas.microsoft.com/office/drawing/2014/main" id="{64A94E7F-5C42-4EEB-82A6-E1A70B90F8F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75" y="2038"/>
            <a:ext cx="19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491" name="公式" r:id="rId38" imgW="317362" imgH="368140" progId="Equation.3">
                    <p:embed/>
                  </p:oleObj>
                </mc:Choice>
                <mc:Fallback>
                  <p:oleObj name="公式" r:id="rId38" imgW="317362" imgH="368140" progId="Equation.3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5" y="2038"/>
                          <a:ext cx="19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2331" name="Group 71">
              <a:extLst>
                <a:ext uri="{FF2B5EF4-FFF2-40B4-BE49-F238E27FC236}">
                  <a16:creationId xmlns:a16="http://schemas.microsoft.com/office/drawing/2014/main" id="{145431B2-ADE7-49CF-B00C-A2B059740B2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63" y="2051"/>
              <a:ext cx="858" cy="473"/>
              <a:chOff x="1763" y="2072"/>
              <a:chExt cx="858" cy="473"/>
            </a:xfrm>
          </p:grpSpPr>
          <p:grpSp>
            <p:nvGrpSpPr>
              <p:cNvPr id="12332" name="Group 72">
                <a:extLst>
                  <a:ext uri="{FF2B5EF4-FFF2-40B4-BE49-F238E27FC236}">
                    <a16:creationId xmlns:a16="http://schemas.microsoft.com/office/drawing/2014/main" id="{08CBA4CB-190A-453C-B405-1C9B5C25295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15" y="2113"/>
                <a:ext cx="576" cy="432"/>
                <a:chOff x="1008" y="672"/>
                <a:chExt cx="576" cy="432"/>
              </a:xfrm>
            </p:grpSpPr>
            <p:sp>
              <p:nvSpPr>
                <p:cNvPr id="12339" name="Line 73">
                  <a:extLst>
                    <a:ext uri="{FF2B5EF4-FFF2-40B4-BE49-F238E27FC236}">
                      <a16:creationId xmlns:a16="http://schemas.microsoft.com/office/drawing/2014/main" id="{418EFE1D-FEFE-47AD-913C-4A43EAE49F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08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40" name="Line 74">
                  <a:extLst>
                    <a:ext uri="{FF2B5EF4-FFF2-40B4-BE49-F238E27FC236}">
                      <a16:creationId xmlns:a16="http://schemas.microsoft.com/office/drawing/2014/main" id="{85FAE3D0-BA4F-47BC-8AD2-29598791BB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200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41" name="Line 75">
                  <a:extLst>
                    <a:ext uri="{FF2B5EF4-FFF2-40B4-BE49-F238E27FC236}">
                      <a16:creationId xmlns:a16="http://schemas.microsoft.com/office/drawing/2014/main" id="{3AE5CD61-9BB2-44EA-890B-FD2B8D8CC9C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92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42" name="Line 76">
                  <a:extLst>
                    <a:ext uri="{FF2B5EF4-FFF2-40B4-BE49-F238E27FC236}">
                      <a16:creationId xmlns:a16="http://schemas.microsoft.com/office/drawing/2014/main" id="{768B6863-62C4-4F97-8923-441B513BA9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84" y="672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2333" name="Group 77">
                <a:extLst>
                  <a:ext uri="{FF2B5EF4-FFF2-40B4-BE49-F238E27FC236}">
                    <a16:creationId xmlns:a16="http://schemas.microsoft.com/office/drawing/2014/main" id="{C2CC6E85-11C3-4B06-8901-4E60F54621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005" y="2072"/>
                <a:ext cx="390" cy="292"/>
                <a:chOff x="1104" y="576"/>
                <a:chExt cx="384" cy="192"/>
              </a:xfrm>
            </p:grpSpPr>
            <p:sp>
              <p:nvSpPr>
                <p:cNvPr id="12336" name="Line 78">
                  <a:extLst>
                    <a:ext uri="{FF2B5EF4-FFF2-40B4-BE49-F238E27FC236}">
                      <a16:creationId xmlns:a16="http://schemas.microsoft.com/office/drawing/2014/main" id="{277CB2FB-7A3A-4DCE-B8A1-CF81C85FDA3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104" y="57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37" name="Line 79">
                  <a:extLst>
                    <a:ext uri="{FF2B5EF4-FFF2-40B4-BE49-F238E27FC236}">
                      <a16:creationId xmlns:a16="http://schemas.microsoft.com/office/drawing/2014/main" id="{D4F69BAD-CB26-4E5E-BFC6-D1F133D934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296" y="57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2338" name="Line 80">
                  <a:extLst>
                    <a:ext uri="{FF2B5EF4-FFF2-40B4-BE49-F238E27FC236}">
                      <a16:creationId xmlns:a16="http://schemas.microsoft.com/office/drawing/2014/main" id="{B76705CE-E097-4F03-99DB-C862C56A3B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488" y="576"/>
                  <a:ext cx="0" cy="19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12334" name="Line 81">
                <a:extLst>
                  <a:ext uri="{FF2B5EF4-FFF2-40B4-BE49-F238E27FC236}">
                    <a16:creationId xmlns:a16="http://schemas.microsoft.com/office/drawing/2014/main" id="{0F385785-9EB8-4CCF-AE2A-5CDA705228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3" y="2114"/>
                <a:ext cx="0" cy="30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5" name="Line 82">
                <a:extLst>
                  <a:ext uri="{FF2B5EF4-FFF2-40B4-BE49-F238E27FC236}">
                    <a16:creationId xmlns:a16="http://schemas.microsoft.com/office/drawing/2014/main" id="{09A970C6-2036-43D4-8DFF-8055040DBA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21" y="2100"/>
                <a:ext cx="0" cy="321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00435" name="Arc 83">
            <a:extLst>
              <a:ext uri="{FF2B5EF4-FFF2-40B4-BE49-F238E27FC236}">
                <a16:creationId xmlns:a16="http://schemas.microsoft.com/office/drawing/2014/main" id="{4696D22D-1051-4D07-AB73-7416887C029F}"/>
              </a:ext>
            </a:extLst>
          </p:cNvPr>
          <p:cNvSpPr>
            <a:spLocks/>
          </p:cNvSpPr>
          <p:nvPr/>
        </p:nvSpPr>
        <p:spPr bwMode="auto">
          <a:xfrm>
            <a:off x="6546850" y="2816225"/>
            <a:ext cx="1654175" cy="373063"/>
          </a:xfrm>
          <a:custGeom>
            <a:avLst/>
            <a:gdLst>
              <a:gd name="T0" fmla="*/ 2147483646 w 43200"/>
              <a:gd name="T1" fmla="*/ 2147483646 h 27048"/>
              <a:gd name="T2" fmla="*/ 2147483646 w 43200"/>
              <a:gd name="T3" fmla="*/ 0 h 27048"/>
              <a:gd name="T4" fmla="*/ 2147483646 w 43200"/>
              <a:gd name="T5" fmla="*/ 2147483646 h 27048"/>
              <a:gd name="T6" fmla="*/ 0 60000 65536"/>
              <a:gd name="T7" fmla="*/ 0 60000 65536"/>
              <a:gd name="T8" fmla="*/ 0 60000 65536"/>
              <a:gd name="T9" fmla="*/ 0 w 43200"/>
              <a:gd name="T10" fmla="*/ 0 h 27048"/>
              <a:gd name="T11" fmla="*/ 43200 w 43200"/>
              <a:gd name="T12" fmla="*/ 27048 h 270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7048" fill="none" extrusionOk="0">
                <a:moveTo>
                  <a:pt x="43178" y="4475"/>
                </a:moveTo>
                <a:cubicBezTo>
                  <a:pt x="43192" y="4799"/>
                  <a:pt x="43200" y="5123"/>
                  <a:pt x="43200" y="5448"/>
                </a:cubicBezTo>
                <a:cubicBezTo>
                  <a:pt x="43200" y="17377"/>
                  <a:pt x="33529" y="27048"/>
                  <a:pt x="21600" y="27048"/>
                </a:cubicBezTo>
                <a:cubicBezTo>
                  <a:pt x="9670" y="27048"/>
                  <a:pt x="0" y="17377"/>
                  <a:pt x="0" y="5448"/>
                </a:cubicBezTo>
                <a:cubicBezTo>
                  <a:pt x="-1" y="3609"/>
                  <a:pt x="234" y="1778"/>
                  <a:pt x="698" y="0"/>
                </a:cubicBezTo>
              </a:path>
              <a:path w="43200" h="27048" stroke="0" extrusionOk="0">
                <a:moveTo>
                  <a:pt x="43178" y="4475"/>
                </a:moveTo>
                <a:cubicBezTo>
                  <a:pt x="43192" y="4799"/>
                  <a:pt x="43200" y="5123"/>
                  <a:pt x="43200" y="5448"/>
                </a:cubicBezTo>
                <a:cubicBezTo>
                  <a:pt x="43200" y="17377"/>
                  <a:pt x="33529" y="27048"/>
                  <a:pt x="21600" y="27048"/>
                </a:cubicBezTo>
                <a:cubicBezTo>
                  <a:pt x="9670" y="27048"/>
                  <a:pt x="0" y="17377"/>
                  <a:pt x="0" y="5448"/>
                </a:cubicBezTo>
                <a:cubicBezTo>
                  <a:pt x="-1" y="3609"/>
                  <a:pt x="234" y="1778"/>
                  <a:pt x="698" y="0"/>
                </a:cubicBezTo>
                <a:lnTo>
                  <a:pt x="21600" y="5448"/>
                </a:lnTo>
                <a:lnTo>
                  <a:pt x="43178" y="4475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38" name="Arc 86">
            <a:extLst>
              <a:ext uri="{FF2B5EF4-FFF2-40B4-BE49-F238E27FC236}">
                <a16:creationId xmlns:a16="http://schemas.microsoft.com/office/drawing/2014/main" id="{551FEDA0-EA46-44C3-8E36-5B21B084E0B0}"/>
              </a:ext>
            </a:extLst>
          </p:cNvPr>
          <p:cNvSpPr>
            <a:spLocks/>
          </p:cNvSpPr>
          <p:nvPr/>
        </p:nvSpPr>
        <p:spPr bwMode="auto">
          <a:xfrm>
            <a:off x="6369050" y="3028950"/>
            <a:ext cx="1919288" cy="346075"/>
          </a:xfrm>
          <a:custGeom>
            <a:avLst/>
            <a:gdLst>
              <a:gd name="T0" fmla="*/ 2147483646 w 43200"/>
              <a:gd name="T1" fmla="*/ 0 h 24157"/>
              <a:gd name="T2" fmla="*/ 2147483646 w 43200"/>
              <a:gd name="T3" fmla="*/ 2147483646 h 24157"/>
              <a:gd name="T4" fmla="*/ 2147483646 w 43200"/>
              <a:gd name="T5" fmla="*/ 2147483646 h 24157"/>
              <a:gd name="T6" fmla="*/ 0 60000 65536"/>
              <a:gd name="T7" fmla="*/ 0 60000 65536"/>
              <a:gd name="T8" fmla="*/ 0 60000 65536"/>
              <a:gd name="T9" fmla="*/ 0 w 43200"/>
              <a:gd name="T10" fmla="*/ 0 h 24157"/>
              <a:gd name="T11" fmla="*/ 43200 w 43200"/>
              <a:gd name="T12" fmla="*/ 24157 h 241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57" fill="none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</a:path>
              <a:path w="43200" h="24157" stroke="0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  <a:lnTo>
                  <a:pt x="21600" y="2557"/>
                </a:lnTo>
                <a:lnTo>
                  <a:pt x="43048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417" name="Line 65">
            <a:extLst>
              <a:ext uri="{FF2B5EF4-FFF2-40B4-BE49-F238E27FC236}">
                <a16:creationId xmlns:a16="http://schemas.microsoft.com/office/drawing/2014/main" id="{832E33A6-9434-42FE-A09C-352F4A227C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186113"/>
            <a:ext cx="17145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0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0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0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0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9" dur="500"/>
                                        <p:tgtEl>
                                          <p:spTgt spid="100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3" dur="500"/>
                                        <p:tgtEl>
                                          <p:spTgt spid="100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00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00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100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28" dur="500"/>
                                        <p:tgtEl>
                                          <p:spTgt spid="100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33" dur="500"/>
                                        <p:tgtEl>
                                          <p:spTgt spid="100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8" dur="500"/>
                                        <p:tgtEl>
                                          <p:spTgt spid="100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100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4" dur="500"/>
                                        <p:tgtEl>
                                          <p:spTgt spid="100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500" fill="hold"/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7" dur="500"/>
                                        <p:tgtEl>
                                          <p:spTgt spid="100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 nodeType="clickPar">
                      <p:stCondLst>
                        <p:cond delay="indefinite"/>
                      </p:stCondLst>
                      <p:childTnLst>
                        <p:par>
                          <p:cTn id="1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6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500" fill="hold"/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 nodeType="clickPar">
                      <p:stCondLst>
                        <p:cond delay="indefinite"/>
                      </p:stCondLst>
                      <p:childTnLst>
                        <p:par>
                          <p:cTn id="1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100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 nodeType="clickPar">
                      <p:stCondLst>
                        <p:cond delay="indefinite"/>
                      </p:stCondLst>
                      <p:childTnLst>
                        <p:par>
                          <p:cTn id="1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8" dur="500"/>
                                        <p:tgtEl>
                                          <p:spTgt spid="100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3" dur="500"/>
                                        <p:tgtEl>
                                          <p:spTgt spid="100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437" grpId="0" animBg="1"/>
      <p:bldP spid="100354" grpId="0" autoUpdateAnimBg="0"/>
      <p:bldP spid="100355" grpId="0" animBg="1"/>
      <p:bldP spid="100356" grpId="0" animBg="1"/>
      <p:bldP spid="100359" grpId="0" autoUpdateAnimBg="0"/>
      <p:bldP spid="100363" grpId="0" autoUpdateAnimBg="0"/>
      <p:bldP spid="100365" grpId="0" animBg="1"/>
      <p:bldP spid="100369" grpId="0" autoUpdateAnimBg="0"/>
      <p:bldP spid="100373" grpId="0" animBg="1"/>
      <p:bldP spid="100374" grpId="0" autoUpdateAnimBg="0"/>
      <p:bldP spid="100385" grpId="0" autoUpdateAnimBg="0"/>
      <p:bldP spid="100388" grpId="0" animBg="1"/>
      <p:bldP spid="100393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89" name="Rectangle 61" descr="再生纸">
            <a:extLst>
              <a:ext uri="{FF2B5EF4-FFF2-40B4-BE49-F238E27FC236}">
                <a16:creationId xmlns:a16="http://schemas.microsoft.com/office/drawing/2014/main" id="{E3A90261-15AA-4A27-B494-5522708E0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5488" y="1222375"/>
            <a:ext cx="1895475" cy="981075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99338" name="Text Box 10">
            <a:extLst>
              <a:ext uri="{FF2B5EF4-FFF2-40B4-BE49-F238E27FC236}">
                <a16:creationId xmlns:a16="http://schemas.microsoft.com/office/drawing/2014/main" id="{3D63EED3-B753-4B22-BB7F-806C0BA70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2146300"/>
            <a:ext cx="2319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</a:rPr>
              <a:t>r </a:t>
            </a:r>
            <a:r>
              <a:rPr lang="en-US" altLang="zh-CN" sz="2800">
                <a:solidFill>
                  <a:srgbClr val="FF0000"/>
                </a:solidFill>
              </a:rPr>
              <a:t>=</a:t>
            </a:r>
            <a:r>
              <a:rPr lang="en-US" altLang="zh-CN" sz="2800" i="1">
                <a:solidFill>
                  <a:srgbClr val="FF0000"/>
                </a:solidFill>
              </a:rPr>
              <a:t>R</a:t>
            </a:r>
            <a:r>
              <a:rPr lang="zh-CN" altLang="en-US" sz="2800"/>
              <a:t>处</a:t>
            </a:r>
          </a:p>
        </p:txBody>
      </p:sp>
      <p:sp>
        <p:nvSpPr>
          <p:cNvPr id="99339" name="Line 11">
            <a:extLst>
              <a:ext uri="{FF2B5EF4-FFF2-40B4-BE49-F238E27FC236}">
                <a16:creationId xmlns:a16="http://schemas.microsoft.com/office/drawing/2014/main" id="{AFFF2937-26AC-46DB-90A1-583F6249FEBB}"/>
              </a:ext>
            </a:extLst>
          </p:cNvPr>
          <p:cNvSpPr>
            <a:spLocks noChangeShapeType="1"/>
          </p:cNvSpPr>
          <p:nvPr/>
        </p:nvSpPr>
        <p:spPr bwMode="auto">
          <a:xfrm>
            <a:off x="6291263" y="5000625"/>
            <a:ext cx="2514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0" name="Line 12">
            <a:extLst>
              <a:ext uri="{FF2B5EF4-FFF2-40B4-BE49-F238E27FC236}">
                <a16:creationId xmlns:a16="http://schemas.microsoft.com/office/drawing/2014/main" id="{73C0B4DC-82CF-40E0-81F4-043A929E044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3095625"/>
            <a:ext cx="0" cy="20574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1" name="Line 13">
            <a:extLst>
              <a:ext uri="{FF2B5EF4-FFF2-40B4-BE49-F238E27FC236}">
                <a16:creationId xmlns:a16="http://schemas.microsoft.com/office/drawing/2014/main" id="{D2C0A43C-8BEA-4F64-99A8-8C23C7B8A3D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62863" y="2486025"/>
            <a:ext cx="0" cy="251460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42" name="Line 14">
            <a:extLst>
              <a:ext uri="{FF2B5EF4-FFF2-40B4-BE49-F238E27FC236}">
                <a16:creationId xmlns:a16="http://schemas.microsoft.com/office/drawing/2014/main" id="{FB431CEC-7C22-48EC-B278-29E9E3EFA648}"/>
              </a:ext>
            </a:extLst>
          </p:cNvPr>
          <p:cNvSpPr>
            <a:spLocks noChangeShapeType="1"/>
          </p:cNvSpPr>
          <p:nvPr/>
        </p:nvSpPr>
        <p:spPr bwMode="auto">
          <a:xfrm rot="5400000" flipH="1" flipV="1">
            <a:off x="6519863" y="3857625"/>
            <a:ext cx="1295400" cy="990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99343" name="Object 15">
            <a:extLst>
              <a:ext uri="{FF2B5EF4-FFF2-40B4-BE49-F238E27FC236}">
                <a16:creationId xmlns:a16="http://schemas.microsoft.com/office/drawing/2014/main" id="{675B36ED-0413-4976-A609-5415AD48509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77263" y="5076825"/>
          <a:ext cx="201612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8" name="公式" r:id="rId4" imgW="203112" imgH="228501" progId="Equation.3">
                  <p:embed/>
                </p:oleObj>
              </mc:Choice>
              <mc:Fallback>
                <p:oleObj name="公式" r:id="rId4" imgW="203112" imgH="2285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7263" y="5076825"/>
                        <a:ext cx="201612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4" name="Object 16">
            <a:extLst>
              <a:ext uri="{FF2B5EF4-FFF2-40B4-BE49-F238E27FC236}">
                <a16:creationId xmlns:a16="http://schemas.microsoft.com/office/drawing/2014/main" id="{5C74E944-1D75-4720-AE26-5249C5AC4E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91263" y="3095625"/>
          <a:ext cx="290512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9" name="公式" r:id="rId6" imgW="291973" imgH="291973" progId="Equation.3">
                  <p:embed/>
                </p:oleObj>
              </mc:Choice>
              <mc:Fallback>
                <p:oleObj name="公式" r:id="rId6" imgW="291973" imgH="291973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63" y="3095625"/>
                        <a:ext cx="290512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5" name="Object 17">
            <a:extLst>
              <a:ext uri="{FF2B5EF4-FFF2-40B4-BE49-F238E27FC236}">
                <a16:creationId xmlns:a16="http://schemas.microsoft.com/office/drawing/2014/main" id="{BBDC1DB9-1F7F-4244-84EC-211E7CB61B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56500" y="5064125"/>
          <a:ext cx="266700" cy="26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0" name="Equation" r:id="rId8" imgW="266353" imgH="266353" progId="Equation.DSMT4">
                  <p:embed/>
                </p:oleObj>
              </mc:Choice>
              <mc:Fallback>
                <p:oleObj name="Equation" r:id="rId8" imgW="266353" imgH="266353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0" y="5064125"/>
                        <a:ext cx="266700" cy="265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346" name="Object 18">
            <a:extLst>
              <a:ext uri="{FF2B5EF4-FFF2-40B4-BE49-F238E27FC236}">
                <a16:creationId xmlns:a16="http://schemas.microsoft.com/office/drawing/2014/main" id="{6EDB7A54-379F-482C-9672-298DF4F9B81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47963" y="2032000"/>
          <a:ext cx="2836862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1" name="Equation" r:id="rId10" imgW="3009900" imgH="787400" progId="Equation.DSMT4">
                  <p:embed/>
                </p:oleObj>
              </mc:Choice>
              <mc:Fallback>
                <p:oleObj name="Equation" r:id="rId10" imgW="3009900" imgH="7874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7963" y="2032000"/>
                        <a:ext cx="2836862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48" name="Text Box 20">
            <a:extLst>
              <a:ext uri="{FF2B5EF4-FFF2-40B4-BE49-F238E27FC236}">
                <a16:creationId xmlns:a16="http://schemas.microsoft.com/office/drawing/2014/main" id="{75334332-4BC5-41DF-B53B-5B58E78326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213" y="3530600"/>
            <a:ext cx="6435725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4400">
                <a:solidFill>
                  <a:srgbClr val="FF0000"/>
                </a:solidFill>
              </a:rPr>
              <a:t>*</a:t>
            </a:r>
            <a:r>
              <a:rPr lang="zh-CN" altLang="en-US" sz="2800"/>
              <a:t>一般变化的电场产生的磁场很小。</a:t>
            </a:r>
          </a:p>
        </p:txBody>
      </p:sp>
      <p:sp>
        <p:nvSpPr>
          <p:cNvPr id="99349" name="Text Box 21">
            <a:extLst>
              <a:ext uri="{FF2B5EF4-FFF2-40B4-BE49-F238E27FC236}">
                <a16:creationId xmlns:a16="http://schemas.microsoft.com/office/drawing/2014/main" id="{F4F71D7A-724F-4CCB-995B-971156C73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4314825"/>
            <a:ext cx="53197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例：</a:t>
            </a:r>
            <a:r>
              <a:rPr lang="en-US" altLang="zh-CN" sz="2800" i="1"/>
              <a:t>R </a:t>
            </a:r>
            <a:r>
              <a:rPr lang="en-US" altLang="zh-CN" sz="2800"/>
              <a:t>= 0.1m, </a:t>
            </a:r>
            <a:r>
              <a:rPr lang="en-US" altLang="zh-CN" sz="2800" i="1">
                <a:sym typeface="Symbol" panose="05050102010706020507" pitchFamily="18" charset="2"/>
              </a:rPr>
              <a:t>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 i="1">
                <a:sym typeface="Symbol" panose="05050102010706020507" pitchFamily="18" charset="2"/>
              </a:rPr>
              <a:t></a:t>
            </a:r>
            <a:r>
              <a:rPr lang="en-US" altLang="zh-CN" sz="2800" baseline="-25000">
                <a:sym typeface="Symbol" panose="05050102010706020507" pitchFamily="18" charset="2"/>
              </a:rPr>
              <a:t>0  </a:t>
            </a:r>
            <a:r>
              <a:rPr lang="en-US" altLang="zh-CN" sz="2800">
                <a:sym typeface="Symbol" panose="05050102010706020507" pitchFamily="18" charset="2"/>
              </a:rPr>
              <a:t>, </a:t>
            </a:r>
            <a:r>
              <a:rPr lang="en-US" altLang="zh-CN" sz="2800" i="1">
                <a:sym typeface="Symbol" panose="05050102010706020507" pitchFamily="18" charset="2"/>
              </a:rPr>
              <a:t> </a:t>
            </a:r>
            <a:r>
              <a:rPr lang="en-US" altLang="zh-CN" sz="2800">
                <a:sym typeface="Symbol" panose="05050102010706020507" pitchFamily="18" charset="2"/>
              </a:rPr>
              <a:t>=</a:t>
            </a:r>
            <a:r>
              <a:rPr lang="en-US" altLang="zh-CN" sz="2800" i="1">
                <a:sym typeface="Symbol" panose="05050102010706020507" pitchFamily="18" charset="2"/>
              </a:rPr>
              <a:t></a:t>
            </a:r>
            <a:r>
              <a:rPr lang="en-US" altLang="zh-CN" sz="2800" baseline="-25000">
                <a:sym typeface="Symbol" panose="05050102010706020507" pitchFamily="18" charset="2"/>
              </a:rPr>
              <a:t>0</a:t>
            </a:r>
            <a:endParaRPr lang="en-US" altLang="en-US" sz="2800" baseline="-25000">
              <a:sym typeface="Symbol" panose="05050102010706020507" pitchFamily="18" charset="2"/>
            </a:endParaRPr>
          </a:p>
        </p:txBody>
      </p:sp>
      <p:graphicFrame>
        <p:nvGraphicFramePr>
          <p:cNvPr id="99351" name="Object 23">
            <a:extLst>
              <a:ext uri="{FF2B5EF4-FFF2-40B4-BE49-F238E27FC236}">
                <a16:creationId xmlns:a16="http://schemas.microsoft.com/office/drawing/2014/main" id="{22A6564A-8474-433E-AD57-2E180B361A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00275" y="4970463"/>
          <a:ext cx="2808288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12" name="Equation" r:id="rId12" imgW="2552700" imgH="723900" progId="Equation.DSMT4">
                  <p:embed/>
                </p:oleObj>
              </mc:Choice>
              <mc:Fallback>
                <p:oleObj name="Equation" r:id="rId12" imgW="2552700" imgH="7239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4970463"/>
                        <a:ext cx="2808288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9352" name="Text Box 24">
            <a:extLst>
              <a:ext uri="{FF2B5EF4-FFF2-40B4-BE49-F238E27FC236}">
                <a16:creationId xmlns:a16="http://schemas.microsoft.com/office/drawing/2014/main" id="{9EFEABE5-96FF-4696-977A-893D5C7DD6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2325" y="5800725"/>
            <a:ext cx="40306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B</a:t>
            </a:r>
            <a:r>
              <a:rPr lang="en-US" altLang="zh-CN" sz="2800" i="1" baseline="-25000"/>
              <a:t>max</a:t>
            </a:r>
            <a:r>
              <a:rPr lang="en-US" altLang="zh-CN" sz="2800"/>
              <a:t>=5.56×10</a:t>
            </a:r>
            <a:r>
              <a:rPr lang="en-US" altLang="zh-CN" sz="2800" baseline="30000"/>
              <a:t>-6 </a:t>
            </a:r>
            <a:r>
              <a:rPr lang="en-US" altLang="zh-CN" sz="2800"/>
              <a:t> T</a:t>
            </a:r>
          </a:p>
        </p:txBody>
      </p:sp>
      <p:sp>
        <p:nvSpPr>
          <p:cNvPr id="99353" name="Text Box 25">
            <a:extLst>
              <a:ext uri="{FF2B5EF4-FFF2-40B4-BE49-F238E27FC236}">
                <a16:creationId xmlns:a16="http://schemas.microsoft.com/office/drawing/2014/main" id="{1177CA87-455D-4A2C-B43A-07462531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0625" y="5794375"/>
            <a:ext cx="39671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当时无法验证</a:t>
            </a:r>
          </a:p>
        </p:txBody>
      </p:sp>
      <p:sp>
        <p:nvSpPr>
          <p:cNvPr id="99354" name="Text Box 26">
            <a:extLst>
              <a:ext uri="{FF2B5EF4-FFF2-40B4-BE49-F238E27FC236}">
                <a16:creationId xmlns:a16="http://schemas.microsoft.com/office/drawing/2014/main" id="{28FDDF19-24F2-4235-B48D-E783287220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3800" y="644366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8</a:t>
            </a:r>
          </a:p>
        </p:txBody>
      </p:sp>
      <p:sp>
        <p:nvSpPr>
          <p:cNvPr id="99355" name="Arc 27">
            <a:extLst>
              <a:ext uri="{FF2B5EF4-FFF2-40B4-BE49-F238E27FC236}">
                <a16:creationId xmlns:a16="http://schemas.microsoft.com/office/drawing/2014/main" id="{D2EF10DE-4BE2-46ED-86B5-2BA24CFBEB8A}"/>
              </a:ext>
            </a:extLst>
          </p:cNvPr>
          <p:cNvSpPr>
            <a:spLocks/>
          </p:cNvSpPr>
          <p:nvPr/>
        </p:nvSpPr>
        <p:spPr bwMode="auto">
          <a:xfrm flipH="1" flipV="1">
            <a:off x="7654925" y="3186113"/>
            <a:ext cx="1116013" cy="1573212"/>
          </a:xfrm>
          <a:custGeom>
            <a:avLst/>
            <a:gdLst>
              <a:gd name="T0" fmla="*/ 2147483646 w 20396"/>
              <a:gd name="T1" fmla="*/ 0 h 21474"/>
              <a:gd name="T2" fmla="*/ 2147483646 w 20396"/>
              <a:gd name="T3" fmla="*/ 2147483646 h 21474"/>
              <a:gd name="T4" fmla="*/ 0 w 20396"/>
              <a:gd name="T5" fmla="*/ 2147483646 h 21474"/>
              <a:gd name="T6" fmla="*/ 0 60000 65536"/>
              <a:gd name="T7" fmla="*/ 0 60000 65536"/>
              <a:gd name="T8" fmla="*/ 0 60000 65536"/>
              <a:gd name="T9" fmla="*/ 0 w 20396"/>
              <a:gd name="T10" fmla="*/ 0 h 21474"/>
              <a:gd name="T11" fmla="*/ 20396 w 20396"/>
              <a:gd name="T12" fmla="*/ 21474 h 2147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396" h="21474" fill="none" extrusionOk="0">
                <a:moveTo>
                  <a:pt x="2333" y="0"/>
                </a:moveTo>
                <a:cubicBezTo>
                  <a:pt x="10621" y="901"/>
                  <a:pt x="17651" y="6491"/>
                  <a:pt x="20395" y="14363"/>
                </a:cubicBezTo>
              </a:path>
              <a:path w="20396" h="21474" stroke="0" extrusionOk="0">
                <a:moveTo>
                  <a:pt x="2333" y="0"/>
                </a:moveTo>
                <a:cubicBezTo>
                  <a:pt x="10621" y="901"/>
                  <a:pt x="17651" y="6491"/>
                  <a:pt x="20395" y="14363"/>
                </a:cubicBezTo>
                <a:lnTo>
                  <a:pt x="0" y="21474"/>
                </a:lnTo>
                <a:lnTo>
                  <a:pt x="2333" y="0"/>
                </a:lnTo>
                <a:close/>
              </a:path>
            </a:pathLst>
          </a:cu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356" name="Text Box 28">
            <a:extLst>
              <a:ext uri="{FF2B5EF4-FFF2-40B4-BE49-F238E27FC236}">
                <a16:creationId xmlns:a16="http://schemas.microsoft.com/office/drawing/2014/main" id="{4942115D-93C2-48C7-B248-C2680A24A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4995863"/>
            <a:ext cx="15446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若</a:t>
            </a:r>
          </a:p>
        </p:txBody>
      </p:sp>
      <p:sp>
        <p:nvSpPr>
          <p:cNvPr id="99357" name="AutoShape 29">
            <a:extLst>
              <a:ext uri="{FF2B5EF4-FFF2-40B4-BE49-F238E27FC236}">
                <a16:creationId xmlns:a16="http://schemas.microsoft.com/office/drawing/2014/main" id="{15BE88A8-BEDE-43F2-A892-2B3527F71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100" y="2901950"/>
            <a:ext cx="1584325" cy="609600"/>
          </a:xfrm>
          <a:prstGeom prst="cloudCallout">
            <a:avLst>
              <a:gd name="adj1" fmla="val -33569"/>
              <a:gd name="adj2" fmla="val 101042"/>
            </a:avLst>
          </a:prstGeom>
          <a:solidFill>
            <a:schemeClr val="bg1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99358" name="Text Box 30">
            <a:extLst>
              <a:ext uri="{FF2B5EF4-FFF2-40B4-BE49-F238E27FC236}">
                <a16:creationId xmlns:a16="http://schemas.microsoft.com/office/drawing/2014/main" id="{D7CB22D4-D680-44C1-BB90-66AA43EB99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0938" y="2809875"/>
            <a:ext cx="20272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4000">
                <a:solidFill>
                  <a:srgbClr val="FF0000"/>
                </a:solidFill>
                <a:ea typeface="隶书" panose="02010509060101010101" pitchFamily="49" charset="-122"/>
              </a:rPr>
              <a:t>注</a:t>
            </a:r>
          </a:p>
        </p:txBody>
      </p:sp>
      <p:sp>
        <p:nvSpPr>
          <p:cNvPr id="99368" name="Text Box 40">
            <a:extLst>
              <a:ext uri="{FF2B5EF4-FFF2-40B4-BE49-F238E27FC236}">
                <a16:creationId xmlns:a16="http://schemas.microsoft.com/office/drawing/2014/main" id="{F0586732-B286-40B4-8C80-74C9829964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25600" y="5788025"/>
            <a:ext cx="15446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  <p:grpSp>
        <p:nvGrpSpPr>
          <p:cNvPr id="2" name="Group 58">
            <a:extLst>
              <a:ext uri="{FF2B5EF4-FFF2-40B4-BE49-F238E27FC236}">
                <a16:creationId xmlns:a16="http://schemas.microsoft.com/office/drawing/2014/main" id="{C4FF4A74-7240-478C-AA4C-FE15BD91C6A8}"/>
              </a:ext>
            </a:extLst>
          </p:cNvPr>
          <p:cNvGrpSpPr>
            <a:grpSpLocks/>
          </p:cNvGrpSpPr>
          <p:nvPr/>
        </p:nvGrpSpPr>
        <p:grpSpPr bwMode="auto">
          <a:xfrm>
            <a:off x="642938" y="407988"/>
            <a:ext cx="5456237" cy="1636712"/>
            <a:chOff x="405" y="257"/>
            <a:chExt cx="3437" cy="1031"/>
          </a:xfrm>
        </p:grpSpPr>
        <p:sp>
          <p:nvSpPr>
            <p:cNvPr id="13354" name="Text Box 34">
              <a:extLst>
                <a:ext uri="{FF2B5EF4-FFF2-40B4-BE49-F238E27FC236}">
                  <a16:creationId xmlns:a16="http://schemas.microsoft.com/office/drawing/2014/main" id="{578FCB72-386D-4B13-AD80-0C594A934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7" y="292"/>
              <a:ext cx="1485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 </a:t>
              </a:r>
              <a:r>
                <a:rPr lang="en-US" altLang="zh-CN" sz="2800" i="1"/>
                <a:t>r </a:t>
              </a:r>
              <a:r>
                <a:rPr lang="en-US" altLang="zh-CN" sz="2800">
                  <a:sym typeface="Symbol" panose="05050102010706020507" pitchFamily="18" charset="2"/>
                </a:rPr>
                <a:t></a:t>
              </a:r>
              <a:r>
                <a:rPr lang="en-US" altLang="zh-CN" sz="2800"/>
                <a:t> </a:t>
              </a:r>
              <a:r>
                <a:rPr lang="en-US" altLang="zh-CN" sz="2800" i="1"/>
                <a:t>R </a:t>
              </a:r>
              <a:r>
                <a:rPr lang="en-US" altLang="zh-CN" sz="2800"/>
                <a:t>)</a:t>
              </a:r>
            </a:p>
          </p:txBody>
        </p:sp>
        <p:sp>
          <p:nvSpPr>
            <p:cNvPr id="13355" name="Text Box 36">
              <a:extLst>
                <a:ext uri="{FF2B5EF4-FFF2-40B4-BE49-F238E27FC236}">
                  <a16:creationId xmlns:a16="http://schemas.microsoft.com/office/drawing/2014/main" id="{F420BDDA-6F42-4ACE-AAC6-505B6F41C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99" y="840"/>
              <a:ext cx="1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/>
                <a:t>( </a:t>
              </a:r>
              <a:r>
                <a:rPr lang="en-US" altLang="zh-CN" sz="2800" i="1"/>
                <a:t>r </a:t>
              </a:r>
              <a:r>
                <a:rPr lang="en-US" altLang="zh-CN" sz="2800">
                  <a:sym typeface="Symbol" panose="05050102010706020507" pitchFamily="18" charset="2"/>
                </a:rPr>
                <a:t></a:t>
              </a:r>
              <a:r>
                <a:rPr lang="en-US" altLang="zh-CN" sz="2800"/>
                <a:t> </a:t>
              </a:r>
              <a:r>
                <a:rPr lang="en-US" altLang="zh-CN" sz="2800" i="1"/>
                <a:t>R </a:t>
              </a:r>
              <a:r>
                <a:rPr lang="en-US" altLang="zh-CN" sz="2800"/>
                <a:t>)</a:t>
              </a:r>
            </a:p>
          </p:txBody>
        </p:sp>
        <p:sp>
          <p:nvSpPr>
            <p:cNvPr id="13356" name="AutoShape 37">
              <a:extLst>
                <a:ext uri="{FF2B5EF4-FFF2-40B4-BE49-F238E27FC236}">
                  <a16:creationId xmlns:a16="http://schemas.microsoft.com/office/drawing/2014/main" id="{048AF813-7719-4BD6-B1D4-7A72838E1B6A}"/>
                </a:ext>
              </a:extLst>
            </p:cNvPr>
            <p:cNvSpPr>
              <a:spLocks/>
            </p:cNvSpPr>
            <p:nvPr/>
          </p:nvSpPr>
          <p:spPr bwMode="auto">
            <a:xfrm>
              <a:off x="831" y="483"/>
              <a:ext cx="190" cy="486"/>
            </a:xfrm>
            <a:prstGeom prst="leftBrace">
              <a:avLst>
                <a:gd name="adj1" fmla="val 21316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3357" name="Object 39">
              <a:extLst>
                <a:ext uri="{FF2B5EF4-FFF2-40B4-BE49-F238E27FC236}">
                  <a16:creationId xmlns:a16="http://schemas.microsoft.com/office/drawing/2014/main" id="{E5F51118-8077-4C0B-B711-A7AE4BC5852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05" y="561"/>
            <a:ext cx="480" cy="5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3" name="剪辑" r:id="rId14" imgW="3152722" imgH="2905200" progId="MS_ClipArt_Gallery.2">
                    <p:embed/>
                  </p:oleObj>
                </mc:Choice>
                <mc:Fallback>
                  <p:oleObj name="剪辑" r:id="rId14" imgW="3152722" imgH="2905200" progId="MS_ClipArt_Gallery.2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" y="561"/>
                          <a:ext cx="480" cy="5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8" name="Object 41">
              <a:extLst>
                <a:ext uri="{FF2B5EF4-FFF2-40B4-BE49-F238E27FC236}">
                  <a16:creationId xmlns:a16="http://schemas.microsoft.com/office/drawing/2014/main" id="{7BAD97AF-F901-4BF6-9506-7272336D1C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1" y="257"/>
            <a:ext cx="1228" cy="4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4" name="Equation" r:id="rId16" imgW="1828800" imgH="711200" progId="Equation.DSMT4">
                    <p:embed/>
                  </p:oleObj>
                </mc:Choice>
                <mc:Fallback>
                  <p:oleObj name="Equation" r:id="rId16" imgW="1828800" imgH="7112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" y="257"/>
                          <a:ext cx="1228" cy="4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59" name="Object 42">
              <a:extLst>
                <a:ext uri="{FF2B5EF4-FFF2-40B4-BE49-F238E27FC236}">
                  <a16:creationId xmlns:a16="http://schemas.microsoft.com/office/drawing/2014/main" id="{1984AEE0-4380-4DF5-9C5A-E11FECF970B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55" y="716"/>
            <a:ext cx="1302" cy="5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415" name="Equation" r:id="rId18" imgW="2044700" imgH="889000" progId="Equation.DSMT4">
                    <p:embed/>
                  </p:oleObj>
                </mc:Choice>
                <mc:Fallback>
                  <p:oleObj name="Equation" r:id="rId18" imgW="2044700" imgH="8890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55" y="716"/>
                          <a:ext cx="1302" cy="5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43">
            <a:extLst>
              <a:ext uri="{FF2B5EF4-FFF2-40B4-BE49-F238E27FC236}">
                <a16:creationId xmlns:a16="http://schemas.microsoft.com/office/drawing/2014/main" id="{C0C85741-BB02-4603-89E0-789664EDA46F}"/>
              </a:ext>
            </a:extLst>
          </p:cNvPr>
          <p:cNvGrpSpPr>
            <a:grpSpLocks/>
          </p:cNvGrpSpPr>
          <p:nvPr/>
        </p:nvGrpSpPr>
        <p:grpSpPr bwMode="auto">
          <a:xfrm>
            <a:off x="5786438" y="681038"/>
            <a:ext cx="1917700" cy="2190750"/>
            <a:chOff x="1582" y="1392"/>
            <a:chExt cx="1208" cy="1581"/>
          </a:xfrm>
        </p:grpSpPr>
        <p:sp>
          <p:nvSpPr>
            <p:cNvPr id="13340" name="AutoShape 44">
              <a:extLst>
                <a:ext uri="{FF2B5EF4-FFF2-40B4-BE49-F238E27FC236}">
                  <a16:creationId xmlns:a16="http://schemas.microsoft.com/office/drawing/2014/main" id="{BC467D62-9C93-4199-9185-E581E0FCBA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2637"/>
              <a:ext cx="47" cy="336"/>
            </a:xfrm>
            <a:prstGeom prst="can">
              <a:avLst>
                <a:gd name="adj" fmla="val 76752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3341" name="Group 45">
              <a:extLst>
                <a:ext uri="{FF2B5EF4-FFF2-40B4-BE49-F238E27FC236}">
                  <a16:creationId xmlns:a16="http://schemas.microsoft.com/office/drawing/2014/main" id="{A27EFF37-5857-4A92-848C-D84BB54EB9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8" y="1512"/>
              <a:ext cx="1202" cy="520"/>
              <a:chOff x="1588" y="1512"/>
              <a:chExt cx="1202" cy="520"/>
            </a:xfrm>
          </p:grpSpPr>
          <p:sp>
            <p:nvSpPr>
              <p:cNvPr id="13348" name="Oval 46">
                <a:extLst>
                  <a:ext uri="{FF2B5EF4-FFF2-40B4-BE49-F238E27FC236}">
                    <a16:creationId xmlns:a16="http://schemas.microsoft.com/office/drawing/2014/main" id="{84F4AF59-ABC2-4E1B-9459-AC312C1131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621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49" name="Oval 47">
                <a:extLst>
                  <a:ext uri="{FF2B5EF4-FFF2-40B4-BE49-F238E27FC236}">
                    <a16:creationId xmlns:a16="http://schemas.microsoft.com/office/drawing/2014/main" id="{ECB02EE7-3123-4146-BCDA-0B20753F62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8" y="1550"/>
                <a:ext cx="1200" cy="412"/>
              </a:xfrm>
              <a:prstGeom prst="ellipse">
                <a:avLst/>
              </a:prstGeom>
              <a:solidFill>
                <a:srgbClr val="FFCC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50" name="Line 48">
                <a:extLst>
                  <a:ext uri="{FF2B5EF4-FFF2-40B4-BE49-F238E27FC236}">
                    <a16:creationId xmlns:a16="http://schemas.microsoft.com/office/drawing/2014/main" id="{CDAC1C34-FD8D-4291-ABCC-E24B829E1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42" y="1592"/>
                <a:ext cx="461" cy="16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51" name="Text Box 49">
                <a:extLst>
                  <a:ext uri="{FF2B5EF4-FFF2-40B4-BE49-F238E27FC236}">
                    <a16:creationId xmlns:a16="http://schemas.microsoft.com/office/drawing/2014/main" id="{7A0C78FE-264F-4992-84B5-0CE8DBBC932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04" y="1512"/>
                <a:ext cx="265" cy="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381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FontTx/>
                  <a:buNone/>
                </a:pPr>
                <a:r>
                  <a:rPr lang="en-US" altLang="zh-CN" sz="2800" i="1"/>
                  <a:t>R</a:t>
                </a:r>
              </a:p>
            </p:txBody>
          </p:sp>
          <p:sp>
            <p:nvSpPr>
              <p:cNvPr id="13352" name="Line 50">
                <a:extLst>
                  <a:ext uri="{FF2B5EF4-FFF2-40B4-BE49-F238E27FC236}">
                    <a16:creationId xmlns:a16="http://schemas.microsoft.com/office/drawing/2014/main" id="{DB1E0AFF-A27E-4D03-BECF-33732D615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9" y="1763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Line 51">
                <a:extLst>
                  <a:ext uri="{FF2B5EF4-FFF2-40B4-BE49-F238E27FC236}">
                    <a16:creationId xmlns:a16="http://schemas.microsoft.com/office/drawing/2014/main" id="{DBFF274D-FB35-40B6-ABE5-4D8C45B1D0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90" y="1757"/>
                <a:ext cx="0" cy="97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3342" name="AutoShape 52">
              <a:extLst>
                <a:ext uri="{FF2B5EF4-FFF2-40B4-BE49-F238E27FC236}">
                  <a16:creationId xmlns:a16="http://schemas.microsoft.com/office/drawing/2014/main" id="{24C523DD-9F4E-44D7-B544-C95977AB9D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" y="1392"/>
              <a:ext cx="55" cy="336"/>
            </a:xfrm>
            <a:prstGeom prst="can">
              <a:avLst>
                <a:gd name="adj" fmla="val 65588"/>
              </a:avLst>
            </a:prstGeom>
            <a:gradFill rotWithShape="1">
              <a:gsLst>
                <a:gs pos="0">
                  <a:srgbClr val="765E00"/>
                </a:gs>
                <a:gs pos="50000">
                  <a:srgbClr val="FFCC00"/>
                </a:gs>
                <a:gs pos="100000">
                  <a:srgbClr val="765E00"/>
                </a:gs>
              </a:gsLst>
              <a:lin ang="0" scaled="1"/>
            </a:gradFill>
            <a:ln w="19050">
              <a:solidFill>
                <a:srgbClr val="00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pSp>
          <p:nvGrpSpPr>
            <p:cNvPr id="13343" name="Group 53">
              <a:extLst>
                <a:ext uri="{FF2B5EF4-FFF2-40B4-BE49-F238E27FC236}">
                  <a16:creationId xmlns:a16="http://schemas.microsoft.com/office/drawing/2014/main" id="{39827598-4773-4284-ACE1-5F08F721167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82" y="2210"/>
              <a:ext cx="1200" cy="482"/>
              <a:chOff x="1554" y="2231"/>
              <a:chExt cx="1200" cy="482"/>
            </a:xfrm>
          </p:grpSpPr>
          <p:sp>
            <p:nvSpPr>
              <p:cNvPr id="13344" name="Oval 54">
                <a:extLst>
                  <a:ext uri="{FF2B5EF4-FFF2-40B4-BE49-F238E27FC236}">
                    <a16:creationId xmlns:a16="http://schemas.microsoft.com/office/drawing/2014/main" id="{9232CE66-66AB-45A9-A24A-712AA174F2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302"/>
                <a:ext cx="1200" cy="411"/>
              </a:xfrm>
              <a:prstGeom prst="ellipse">
                <a:avLst/>
              </a:prstGeom>
              <a:gradFill rotWithShape="1">
                <a:gsLst>
                  <a:gs pos="0">
                    <a:srgbClr val="765E00"/>
                  </a:gs>
                  <a:gs pos="50000">
                    <a:srgbClr val="FFCC00"/>
                  </a:gs>
                  <a:gs pos="100000">
                    <a:srgbClr val="765E00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45" name="Oval 55" descr="再生纸">
                <a:extLst>
                  <a:ext uri="{FF2B5EF4-FFF2-40B4-BE49-F238E27FC236}">
                    <a16:creationId xmlns:a16="http://schemas.microsoft.com/office/drawing/2014/main" id="{687B3C2D-0EA8-484D-9B8C-62F8B29D6F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4" y="2231"/>
                <a:ext cx="1200" cy="412"/>
              </a:xfrm>
              <a:prstGeom prst="ellipse">
                <a:avLst/>
              </a:prstGeom>
              <a:blipFill dpi="0" rotWithShape="1">
                <a:blip r:embed="rId3"/>
                <a:srcRect/>
                <a:tile tx="0" ty="0" sx="100000" sy="100000" flip="none" algn="tl"/>
              </a:blipFill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/>
              </a:p>
            </p:txBody>
          </p:sp>
          <p:sp>
            <p:nvSpPr>
              <p:cNvPr id="13346" name="Line 56">
                <a:extLst>
                  <a:ext uri="{FF2B5EF4-FFF2-40B4-BE49-F238E27FC236}">
                    <a16:creationId xmlns:a16="http://schemas.microsoft.com/office/drawing/2014/main" id="{84A568A3-FD21-48DD-8F16-8AE6B520E3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55" y="2444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" name="Line 57">
                <a:extLst>
                  <a:ext uri="{FF2B5EF4-FFF2-40B4-BE49-F238E27FC236}">
                    <a16:creationId xmlns:a16="http://schemas.microsoft.com/office/drawing/2014/main" id="{11C30E0F-8E55-4D83-9F9F-BE0FEF3083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49" y="2458"/>
                <a:ext cx="0" cy="7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99387" name="Line 59">
            <a:extLst>
              <a:ext uri="{FF2B5EF4-FFF2-40B4-BE49-F238E27FC236}">
                <a16:creationId xmlns:a16="http://schemas.microsoft.com/office/drawing/2014/main" id="{49E764B7-68FA-4DCB-9A3C-F19F21F07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5963" y="1322388"/>
            <a:ext cx="0" cy="903287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88" name="Line 60">
            <a:extLst>
              <a:ext uri="{FF2B5EF4-FFF2-40B4-BE49-F238E27FC236}">
                <a16:creationId xmlns:a16="http://schemas.microsoft.com/office/drawing/2014/main" id="{7A4123F5-AE5D-4D1A-99DD-6E72BB2F9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1438" y="1390650"/>
            <a:ext cx="0" cy="903288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390" name="Arc 62">
            <a:extLst>
              <a:ext uri="{FF2B5EF4-FFF2-40B4-BE49-F238E27FC236}">
                <a16:creationId xmlns:a16="http://schemas.microsoft.com/office/drawing/2014/main" id="{7DF77F65-9E4C-41EC-825A-026AEFBC6E2A}"/>
              </a:ext>
            </a:extLst>
          </p:cNvPr>
          <p:cNvSpPr>
            <a:spLocks/>
          </p:cNvSpPr>
          <p:nvPr/>
        </p:nvSpPr>
        <p:spPr bwMode="auto">
          <a:xfrm>
            <a:off x="5773738" y="2047875"/>
            <a:ext cx="1919287" cy="346075"/>
          </a:xfrm>
          <a:custGeom>
            <a:avLst/>
            <a:gdLst>
              <a:gd name="T0" fmla="*/ 2147483646 w 43200"/>
              <a:gd name="T1" fmla="*/ 0 h 24157"/>
              <a:gd name="T2" fmla="*/ 2147483646 w 43200"/>
              <a:gd name="T3" fmla="*/ 2147483646 h 24157"/>
              <a:gd name="T4" fmla="*/ 2147483646 w 43200"/>
              <a:gd name="T5" fmla="*/ 2147483646 h 24157"/>
              <a:gd name="T6" fmla="*/ 0 60000 65536"/>
              <a:gd name="T7" fmla="*/ 0 60000 65536"/>
              <a:gd name="T8" fmla="*/ 0 60000 65536"/>
              <a:gd name="T9" fmla="*/ 0 w 43200"/>
              <a:gd name="T10" fmla="*/ 0 h 24157"/>
              <a:gd name="T11" fmla="*/ 43200 w 43200"/>
              <a:gd name="T12" fmla="*/ 24157 h 2415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4157" fill="none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</a:path>
              <a:path w="43200" h="24157" stroke="0" extrusionOk="0">
                <a:moveTo>
                  <a:pt x="43048" y="-1"/>
                </a:moveTo>
                <a:cubicBezTo>
                  <a:pt x="43149" y="848"/>
                  <a:pt x="43200" y="1702"/>
                  <a:pt x="43200" y="2557"/>
                </a:cubicBezTo>
                <a:cubicBezTo>
                  <a:pt x="43200" y="14486"/>
                  <a:pt x="33529" y="24157"/>
                  <a:pt x="21600" y="24157"/>
                </a:cubicBezTo>
                <a:cubicBezTo>
                  <a:pt x="9670" y="24157"/>
                  <a:pt x="0" y="14486"/>
                  <a:pt x="0" y="2557"/>
                </a:cubicBezTo>
                <a:cubicBezTo>
                  <a:pt x="-1" y="2355"/>
                  <a:pt x="2" y="2154"/>
                  <a:pt x="8" y="1954"/>
                </a:cubicBezTo>
                <a:lnTo>
                  <a:pt x="21600" y="2557"/>
                </a:lnTo>
                <a:lnTo>
                  <a:pt x="43048" y="-1"/>
                </a:lnTo>
                <a:close/>
              </a:path>
            </a:pathLst>
          </a:cu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9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9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93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99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99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99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99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99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99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9" dur="500"/>
                                        <p:tgtEl>
                                          <p:spTgt spid="99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993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8" dur="500"/>
                                        <p:tgtEl>
                                          <p:spTgt spid="99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9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99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9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99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0" dur="500"/>
                                        <p:tgtEl>
                                          <p:spTgt spid="99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993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9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389" grpId="0" animBg="1"/>
      <p:bldP spid="99338" grpId="0" autoUpdateAnimBg="0"/>
      <p:bldP spid="99348" grpId="0" autoUpdateAnimBg="0"/>
      <p:bldP spid="99349" grpId="0"/>
      <p:bldP spid="99352" grpId="0" autoUpdateAnimBg="0"/>
      <p:bldP spid="99353" grpId="0" autoUpdateAnimBg="0"/>
      <p:bldP spid="99354" grpId="0" autoUpdateAnimBg="0"/>
      <p:bldP spid="99356" grpId="0"/>
      <p:bldP spid="99357" grpId="0" animBg="1"/>
      <p:bldP spid="99358" grpId="0" autoUpdateAnimBg="0"/>
      <p:bldP spid="9936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9" name="Text Box 5">
            <a:extLst>
              <a:ext uri="{FF2B5EF4-FFF2-40B4-BE49-F238E27FC236}">
                <a16:creationId xmlns:a16="http://schemas.microsoft.com/office/drawing/2014/main" id="{2BC185CA-3675-4F3E-B1D0-F946116B8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150" y="493713"/>
            <a:ext cx="8797925" cy="887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585">
                <a:solidFill>
                  <a:srgbClr val="FF0000"/>
                </a:solidFill>
              </a:rPr>
              <a:t>例</a:t>
            </a:r>
            <a:r>
              <a:rPr lang="en-US" altLang="zh-CN" sz="2585">
                <a:solidFill>
                  <a:srgbClr val="FF0000"/>
                </a:solidFill>
              </a:rPr>
              <a:t>:</a:t>
            </a:r>
            <a:r>
              <a:rPr lang="en-US" altLang="zh-CN" sz="2585"/>
              <a:t>  </a:t>
            </a:r>
            <a:r>
              <a:rPr lang="zh-CN" altLang="en-US" sz="2585"/>
              <a:t>如图，平行板电容器（忽略边缘效应）充电时，沿环路</a:t>
            </a:r>
          </a:p>
          <a:p>
            <a:pPr eaLnBrk="1" hangingPunct="1">
              <a:defRPr/>
            </a:pPr>
            <a:r>
              <a:rPr lang="zh-CN" altLang="en-US" sz="2585"/>
              <a:t>       </a:t>
            </a:r>
            <a:r>
              <a:rPr lang="en-US" altLang="zh-CN" sz="2585" i="1"/>
              <a:t>L</a:t>
            </a:r>
            <a:r>
              <a:rPr lang="en-US" altLang="zh-CN" sz="2585" baseline="-25000"/>
              <a:t>1</a:t>
            </a:r>
            <a:r>
              <a:rPr lang="zh-CN" altLang="en-US" sz="2585"/>
              <a:t>、</a:t>
            </a:r>
            <a:r>
              <a:rPr lang="en-US" altLang="zh-CN" sz="2585" i="1"/>
              <a:t>L</a:t>
            </a:r>
            <a:r>
              <a:rPr lang="en-US" altLang="zh-CN" sz="2585" baseline="-25000"/>
              <a:t>2</a:t>
            </a:r>
            <a:r>
              <a:rPr lang="zh-CN" altLang="en-US" sz="2585"/>
              <a:t>的磁场强度的环流中，正确的是（       ）。</a:t>
            </a:r>
          </a:p>
        </p:txBody>
      </p:sp>
      <p:grpSp>
        <p:nvGrpSpPr>
          <p:cNvPr id="14339" name="Group 6">
            <a:extLst>
              <a:ext uri="{FF2B5EF4-FFF2-40B4-BE49-F238E27FC236}">
                <a16:creationId xmlns:a16="http://schemas.microsoft.com/office/drawing/2014/main" id="{7F097AB2-CBC1-44B9-A71F-65A4A009649A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1701800"/>
            <a:ext cx="3278187" cy="2657475"/>
            <a:chOff x="3732" y="1389"/>
            <a:chExt cx="2237" cy="1814"/>
          </a:xfrm>
        </p:grpSpPr>
        <p:sp>
          <p:nvSpPr>
            <p:cNvPr id="31758" name="Oval 7">
              <a:extLst>
                <a:ext uri="{FF2B5EF4-FFF2-40B4-BE49-F238E27FC236}">
                  <a16:creationId xmlns:a16="http://schemas.microsoft.com/office/drawing/2014/main" id="{36E766C2-CB48-47D4-B0BF-A4771569B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3" y="1480"/>
              <a:ext cx="362" cy="108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59" name="Oval 8">
              <a:extLst>
                <a:ext uri="{FF2B5EF4-FFF2-40B4-BE49-F238E27FC236}">
                  <a16:creationId xmlns:a16="http://schemas.microsoft.com/office/drawing/2014/main" id="{31754C36-0011-48C1-B297-6C5503450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9" y="1480"/>
              <a:ext cx="362" cy="1089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60" name="Oval 9">
              <a:extLst>
                <a:ext uri="{FF2B5EF4-FFF2-40B4-BE49-F238E27FC236}">
                  <a16:creationId xmlns:a16="http://schemas.microsoft.com/office/drawing/2014/main" id="{68CA4599-A532-44F0-8348-CC5530D49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6" y="1707"/>
              <a:ext cx="272" cy="635"/>
            </a:xfrm>
            <a:prstGeom prst="ellipse">
              <a:avLst/>
            </a:prstGeom>
            <a:noFill/>
            <a:ln w="28575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61" name="Line 10">
              <a:extLst>
                <a:ext uri="{FF2B5EF4-FFF2-40B4-BE49-F238E27FC236}">
                  <a16:creationId xmlns:a16="http://schemas.microsoft.com/office/drawing/2014/main" id="{0C911B5D-8C6A-4B03-A135-4F4E5585F2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2047"/>
              <a:ext cx="341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2" name="Line 11">
              <a:extLst>
                <a:ext uri="{FF2B5EF4-FFF2-40B4-BE49-F238E27FC236}">
                  <a16:creationId xmlns:a16="http://schemas.microsoft.com/office/drawing/2014/main" id="{A24139F8-DFDE-430F-9D17-E93958645A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093" y="2024"/>
              <a:ext cx="499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3" name="Line 12">
              <a:extLst>
                <a:ext uri="{FF2B5EF4-FFF2-40B4-BE49-F238E27FC236}">
                  <a16:creationId xmlns:a16="http://schemas.microsoft.com/office/drawing/2014/main" id="{838DBCD7-651D-4AE6-8C3F-5321CDAC28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3066"/>
              <a:ext cx="47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4" name="Line 13">
              <a:extLst>
                <a:ext uri="{FF2B5EF4-FFF2-40B4-BE49-F238E27FC236}">
                  <a16:creationId xmlns:a16="http://schemas.microsoft.com/office/drawing/2014/main" id="{96067864-964D-4A99-8254-D90362ACB4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30" y="3022"/>
              <a:ext cx="297" cy="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5" name="Line 14">
              <a:extLst>
                <a:ext uri="{FF2B5EF4-FFF2-40B4-BE49-F238E27FC236}">
                  <a16:creationId xmlns:a16="http://schemas.microsoft.com/office/drawing/2014/main" id="{0B4CF3FC-B103-4C61-A724-19E28F627D3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09" y="2931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6" name="Line 15">
              <a:extLst>
                <a:ext uri="{FF2B5EF4-FFF2-40B4-BE49-F238E27FC236}">
                  <a16:creationId xmlns:a16="http://schemas.microsoft.com/office/drawing/2014/main" id="{1C8437AA-4D33-43A5-B467-DF5568D61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2977"/>
              <a:ext cx="0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7" name="Line 16">
              <a:extLst>
                <a:ext uri="{FF2B5EF4-FFF2-40B4-BE49-F238E27FC236}">
                  <a16:creationId xmlns:a16="http://schemas.microsoft.com/office/drawing/2014/main" id="{A32EA12F-B736-4038-8640-20060131A3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2" y="2047"/>
              <a:ext cx="0" cy="102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8" name="Line 17">
              <a:extLst>
                <a:ext uri="{FF2B5EF4-FFF2-40B4-BE49-F238E27FC236}">
                  <a16:creationId xmlns:a16="http://schemas.microsoft.com/office/drawing/2014/main" id="{48340269-01CE-471E-930A-618445231F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99" y="3066"/>
              <a:ext cx="40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69" name="Line 18">
              <a:extLst>
                <a:ext uri="{FF2B5EF4-FFF2-40B4-BE49-F238E27FC236}">
                  <a16:creationId xmlns:a16="http://schemas.microsoft.com/office/drawing/2014/main" id="{7E993654-CDC9-4EE1-8CA2-41794929EA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957" y="3066"/>
              <a:ext cx="63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0" name="Oval 19">
              <a:extLst>
                <a:ext uri="{FF2B5EF4-FFF2-40B4-BE49-F238E27FC236}">
                  <a16:creationId xmlns:a16="http://schemas.microsoft.com/office/drawing/2014/main" id="{D7976E4D-3FB0-46ED-884A-1ADC1CABEE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5" y="3022"/>
              <a:ext cx="67" cy="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71" name="Oval 20">
              <a:extLst>
                <a:ext uri="{FF2B5EF4-FFF2-40B4-BE49-F238E27FC236}">
                  <a16:creationId xmlns:a16="http://schemas.microsoft.com/office/drawing/2014/main" id="{5FD041EC-8307-4401-81EE-77BA547E61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4" y="3022"/>
              <a:ext cx="66" cy="68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72" name="Line 21">
              <a:extLst>
                <a:ext uri="{FF2B5EF4-FFF2-40B4-BE49-F238E27FC236}">
                  <a16:creationId xmlns:a16="http://schemas.microsoft.com/office/drawing/2014/main" id="{6A8A6098-8FCA-473C-82CB-2371888588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95" y="2047"/>
              <a:ext cx="1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3" name="Line 22">
              <a:extLst>
                <a:ext uri="{FF2B5EF4-FFF2-40B4-BE49-F238E27FC236}">
                  <a16:creationId xmlns:a16="http://schemas.microsoft.com/office/drawing/2014/main" id="{658E5BE1-79F8-426F-8715-5461EAF686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2" y="2584"/>
              <a:ext cx="0" cy="4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4" name="Arc 23">
              <a:extLst>
                <a:ext uri="{FF2B5EF4-FFF2-40B4-BE49-F238E27FC236}">
                  <a16:creationId xmlns:a16="http://schemas.microsoft.com/office/drawing/2014/main" id="{1C7B4D4A-5370-4C61-A15F-E2EF940C663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4526" y="2047"/>
              <a:ext cx="23" cy="51"/>
            </a:xfrm>
            <a:custGeom>
              <a:avLst/>
              <a:gdLst>
                <a:gd name="T0" fmla="*/ 22 w 21600"/>
                <a:gd name="T1" fmla="*/ 0 h 4842"/>
                <a:gd name="T2" fmla="*/ 23 w 21600"/>
                <a:gd name="T3" fmla="*/ 51 h 4842"/>
                <a:gd name="T4" fmla="*/ 0 w 21600"/>
                <a:gd name="T5" fmla="*/ 51 h 48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842" fill="none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</a:path>
                <a:path w="21600" h="4842" stroke="0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  <a:lnTo>
                    <a:pt x="0" y="4842"/>
                  </a:lnTo>
                  <a:lnTo>
                    <a:pt x="21050" y="-1"/>
                  </a:lnTo>
                  <a:close/>
                </a:path>
              </a:pathLst>
            </a:cu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5" name="Oval 24">
              <a:extLst>
                <a:ext uri="{FF2B5EF4-FFF2-40B4-BE49-F238E27FC236}">
                  <a16:creationId xmlns:a16="http://schemas.microsoft.com/office/drawing/2014/main" id="{C25D2D5A-C0DC-44A2-B20D-C0583D35F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76" y="2342"/>
              <a:ext cx="430" cy="246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CCC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31776" name="Arc 25">
              <a:extLst>
                <a:ext uri="{FF2B5EF4-FFF2-40B4-BE49-F238E27FC236}">
                  <a16:creationId xmlns:a16="http://schemas.microsoft.com/office/drawing/2014/main" id="{4ADBF1A0-598E-4616-AD04-9E72020B653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5807" y="2467"/>
              <a:ext cx="26" cy="51"/>
            </a:xfrm>
            <a:custGeom>
              <a:avLst/>
              <a:gdLst>
                <a:gd name="T0" fmla="*/ 22 w 21600"/>
                <a:gd name="T1" fmla="*/ 0 h 4842"/>
                <a:gd name="T2" fmla="*/ 23 w 21600"/>
                <a:gd name="T3" fmla="*/ 51 h 4842"/>
                <a:gd name="T4" fmla="*/ 0 w 21600"/>
                <a:gd name="T5" fmla="*/ 51 h 48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4842" fill="none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</a:path>
                <a:path w="21600" h="4842" stroke="0" extrusionOk="0">
                  <a:moveTo>
                    <a:pt x="21050" y="-1"/>
                  </a:moveTo>
                  <a:cubicBezTo>
                    <a:pt x="21415" y="1588"/>
                    <a:pt x="21600" y="3212"/>
                    <a:pt x="21600" y="4842"/>
                  </a:cubicBezTo>
                  <a:lnTo>
                    <a:pt x="0" y="4842"/>
                  </a:lnTo>
                  <a:lnTo>
                    <a:pt x="21050" y="-1"/>
                  </a:lnTo>
                  <a:close/>
                </a:path>
              </a:pathLst>
            </a:custGeom>
            <a:noFill/>
            <a:ln w="9525">
              <a:solidFill>
                <a:srgbClr val="CC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2585"/>
            </a:p>
          </p:txBody>
        </p:sp>
        <p:sp>
          <p:nvSpPr>
            <p:cNvPr id="31777" name="Line 26">
              <a:extLst>
                <a:ext uri="{FF2B5EF4-FFF2-40B4-BE49-F238E27FC236}">
                  <a16:creationId xmlns:a16="http://schemas.microsoft.com/office/drawing/2014/main" id="{1FDF198F-4883-4072-ABBC-59BE550EEAC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592" y="2024"/>
              <a:ext cx="0" cy="44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defRPr/>
              </a:pPr>
              <a:endParaRPr lang="en-US" sz="2585"/>
            </a:p>
          </p:txBody>
        </p:sp>
        <p:graphicFrame>
          <p:nvGraphicFramePr>
            <p:cNvPr id="14366" name="Object 27">
              <a:extLst>
                <a:ext uri="{FF2B5EF4-FFF2-40B4-BE49-F238E27FC236}">
                  <a16:creationId xmlns:a16="http://schemas.microsoft.com/office/drawing/2014/main" id="{8F87FDC2-5D5A-4401-933B-DECFCBB4B3D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690" y="2047"/>
            <a:ext cx="279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0" name="公式" r:id="rId3" imgW="133446" imgH="162000" progId="Equation.3">
                    <p:embed/>
                  </p:oleObj>
                </mc:Choice>
                <mc:Fallback>
                  <p:oleObj name="公式" r:id="rId3" imgW="133446" imgH="162000" progId="Equation.3">
                    <p:embed/>
                    <p:pic>
                      <p:nvPicPr>
                        <p:cNvPr id="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90" y="2047"/>
                          <a:ext cx="279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367" name="Object 28">
              <a:extLst>
                <a:ext uri="{FF2B5EF4-FFF2-40B4-BE49-F238E27FC236}">
                  <a16:creationId xmlns:a16="http://schemas.microsoft.com/office/drawing/2014/main" id="{FF7AF984-F359-4DDA-9A14-2322C435AD6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38" y="1389"/>
            <a:ext cx="260" cy="3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411" name="公式" r:id="rId5" imgW="123721" imgH="162000" progId="Equation.3">
                    <p:embed/>
                  </p:oleObj>
                </mc:Choice>
                <mc:Fallback>
                  <p:oleObj name="公式" r:id="rId5" imgW="123721" imgH="162000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8" y="1389"/>
                          <a:ext cx="260" cy="3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340" name="Object 29">
            <a:extLst>
              <a:ext uri="{FF2B5EF4-FFF2-40B4-BE49-F238E27FC236}">
                <a16:creationId xmlns:a16="http://schemas.microsoft.com/office/drawing/2014/main" id="{F74E0BF1-6767-493C-AC63-329DEDA65C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1701800"/>
          <a:ext cx="32861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2" name="公式" r:id="rId7" imgW="1117115" imgH="317362" progId="Equation.3">
                  <p:embed/>
                </p:oleObj>
              </mc:Choice>
              <mc:Fallback>
                <p:oleObj name="公式" r:id="rId7" imgW="1117115" imgH="317362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1701800"/>
                        <a:ext cx="32861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1" name="Object 30">
            <a:extLst>
              <a:ext uri="{FF2B5EF4-FFF2-40B4-BE49-F238E27FC236}">
                <a16:creationId xmlns:a16="http://schemas.microsoft.com/office/drawing/2014/main" id="{530CBF34-7E0B-467F-9BB6-B26C805426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2659063"/>
          <a:ext cx="32861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3" name="公式" r:id="rId9" imgW="1117115" imgH="317362" progId="Equation.3">
                  <p:embed/>
                </p:oleObj>
              </mc:Choice>
              <mc:Fallback>
                <p:oleObj name="公式" r:id="rId9" imgW="1117115" imgH="317362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2659063"/>
                        <a:ext cx="32861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31">
            <a:extLst>
              <a:ext uri="{FF2B5EF4-FFF2-40B4-BE49-F238E27FC236}">
                <a16:creationId xmlns:a16="http://schemas.microsoft.com/office/drawing/2014/main" id="{C3B855FA-986B-4FBA-AFA9-E8515F3966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4425" y="3692525"/>
          <a:ext cx="3286125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4" name="公式" r:id="rId11" imgW="1117115" imgH="317362" progId="Equation.3">
                  <p:embed/>
                </p:oleObj>
              </mc:Choice>
              <mc:Fallback>
                <p:oleObj name="公式" r:id="rId11" imgW="1117115" imgH="317362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4425" y="3692525"/>
                        <a:ext cx="3286125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32">
            <a:extLst>
              <a:ext uri="{FF2B5EF4-FFF2-40B4-BE49-F238E27FC236}">
                <a16:creationId xmlns:a16="http://schemas.microsoft.com/office/drawing/2014/main" id="{C78E998D-ED73-4CC5-92FB-114F6327DD9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3788" y="4625975"/>
          <a:ext cx="23542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5" name="公式" r:id="rId13" imgW="799753" imgH="317362" progId="Equation.3">
                  <p:embed/>
                </p:oleObj>
              </mc:Choice>
              <mc:Fallback>
                <p:oleObj name="公式" r:id="rId13" imgW="799753" imgH="317362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4625975"/>
                        <a:ext cx="2354262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45" name="Object 33">
            <a:extLst>
              <a:ext uri="{FF2B5EF4-FFF2-40B4-BE49-F238E27FC236}">
                <a16:creationId xmlns:a16="http://schemas.microsoft.com/office/drawing/2014/main" id="{D9D8B73E-90B9-4071-B08D-A4B0C2DCA0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29425" y="850900"/>
          <a:ext cx="44926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16" name="公式" r:id="rId15" imgW="95357" imgH="123930" progId="Equation.3">
                  <p:embed/>
                </p:oleObj>
              </mc:Choice>
              <mc:Fallback>
                <p:oleObj name="公式" r:id="rId15" imgW="95357" imgH="12393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9425" y="850900"/>
                        <a:ext cx="44926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6" name="Rectangle 34">
            <a:hlinkClick r:id="" action="ppaction://macro?name=TimerOnOff"/>
            <a:extLst>
              <a:ext uri="{FF2B5EF4-FFF2-40B4-BE49-F238E27FC236}">
                <a16:creationId xmlns:a16="http://schemas.microsoft.com/office/drawing/2014/main" id="{361900AD-D3B7-4D53-BCAF-C8E413A3B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28050" y="263525"/>
            <a:ext cx="615950" cy="263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694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CCDF2747-99FB-4DA0-BE53-F4D8B2C2F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913" y="1320800"/>
            <a:ext cx="75072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一、麦克斯韦方程组</a:t>
            </a:r>
          </a:p>
        </p:txBody>
      </p:sp>
      <p:sp>
        <p:nvSpPr>
          <p:cNvPr id="20483" name="AutoShape 3">
            <a:extLst>
              <a:ext uri="{FF2B5EF4-FFF2-40B4-BE49-F238E27FC236}">
                <a16:creationId xmlns:a16="http://schemas.microsoft.com/office/drawing/2014/main" id="{51F64697-5746-48E8-9706-30C2B628EC57}"/>
              </a:ext>
            </a:extLst>
          </p:cNvPr>
          <p:cNvSpPr>
            <a:spLocks/>
          </p:cNvSpPr>
          <p:nvPr/>
        </p:nvSpPr>
        <p:spPr bwMode="auto">
          <a:xfrm>
            <a:off x="1060450" y="3338513"/>
            <a:ext cx="304800" cy="2209800"/>
          </a:xfrm>
          <a:prstGeom prst="leftBrace">
            <a:avLst>
              <a:gd name="adj1" fmla="val 60417"/>
              <a:gd name="adj2" fmla="val 50000"/>
            </a:avLst>
          </a:prstGeom>
          <a:noFill/>
          <a:ln w="381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0485" name="Object 5">
            <a:extLst>
              <a:ext uri="{FF2B5EF4-FFF2-40B4-BE49-F238E27FC236}">
                <a16:creationId xmlns:a16="http://schemas.microsoft.com/office/drawing/2014/main" id="{4FDA8081-B6C5-4F53-927A-00D27EB43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3808413"/>
          <a:ext cx="15938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name="Equation" r:id="rId3" imgW="1701800" imgH="571500" progId="Equation.DSMT4">
                  <p:embed/>
                </p:oleObj>
              </mc:Choice>
              <mc:Fallback>
                <p:oleObj name="Equation" r:id="rId3" imgW="1701800" imgH="5715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3808413"/>
                        <a:ext cx="15938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8" name="Object 8">
            <a:extLst>
              <a:ext uri="{FF2B5EF4-FFF2-40B4-BE49-F238E27FC236}">
                <a16:creationId xmlns:a16="http://schemas.microsoft.com/office/drawing/2014/main" id="{7B815B8A-30D0-4651-B24C-7E94618E84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3105150"/>
          <a:ext cx="183832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6" name="Equation" r:id="rId5" imgW="2184400" imgH="787400" progId="Equation.DSMT4">
                  <p:embed/>
                </p:oleObj>
              </mc:Choice>
              <mc:Fallback>
                <p:oleObj name="Equation" r:id="rId5" imgW="2184400" imgH="7874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3105150"/>
                        <a:ext cx="1838325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3283A271-F4E1-4653-812B-5074AD953F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4570413"/>
          <a:ext cx="150495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name="Equation" r:id="rId7" imgW="1727200" imgH="571500" progId="Equation.DSMT4">
                  <p:embed/>
                </p:oleObj>
              </mc:Choice>
              <mc:Fallback>
                <p:oleObj name="Equation" r:id="rId7" imgW="1727200" imgH="5715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4570413"/>
                        <a:ext cx="150495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4" name="Object 14">
            <a:extLst>
              <a:ext uri="{FF2B5EF4-FFF2-40B4-BE49-F238E27FC236}">
                <a16:creationId xmlns:a16="http://schemas.microsoft.com/office/drawing/2014/main" id="{814485AD-25BC-4921-8E5A-DD87F0F0B0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23988" y="5311775"/>
          <a:ext cx="1720850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Equation" r:id="rId9" imgW="2235200" imgH="723900" progId="Equation.DSMT4">
                  <p:embed/>
                </p:oleObj>
              </mc:Choice>
              <mc:Fallback>
                <p:oleObj name="Equation" r:id="rId9" imgW="2235200" imgH="7239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23988" y="5311775"/>
                        <a:ext cx="1720850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4" name="Text Box 24">
            <a:extLst>
              <a:ext uri="{FF2B5EF4-FFF2-40B4-BE49-F238E27FC236}">
                <a16:creationId xmlns:a16="http://schemas.microsoft.com/office/drawing/2014/main" id="{BF0C213C-A5CB-42AC-B4BD-D7AB0B97ED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788" y="2460625"/>
            <a:ext cx="45354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稳恒情况</a:t>
            </a:r>
          </a:p>
        </p:txBody>
      </p:sp>
      <p:sp>
        <p:nvSpPr>
          <p:cNvPr id="20505" name="Text Box 25">
            <a:extLst>
              <a:ext uri="{FF2B5EF4-FFF2-40B4-BE49-F238E27FC236}">
                <a16:creationId xmlns:a16="http://schemas.microsoft.com/office/drawing/2014/main" id="{682FEF47-9ACB-437B-A744-4161F3D173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1917700"/>
            <a:ext cx="3543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积分形式</a:t>
            </a:r>
          </a:p>
        </p:txBody>
      </p:sp>
      <p:sp>
        <p:nvSpPr>
          <p:cNvPr id="20568" name="Text Box 88">
            <a:extLst>
              <a:ext uri="{FF2B5EF4-FFF2-40B4-BE49-F238E27FC236}">
                <a16:creationId xmlns:a16="http://schemas.microsoft.com/office/drawing/2014/main" id="{584E87FF-D9C3-4495-B9BB-A4EACE0BDF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9225" y="833438"/>
            <a:ext cx="61198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folHlink"/>
                </a:solidFill>
                <a:latin typeface="Arial" panose="020B0604020202020204" pitchFamily="34" charset="0"/>
              </a:rPr>
              <a:t>Maxwell’s  Equations</a:t>
            </a:r>
          </a:p>
        </p:txBody>
      </p:sp>
      <p:sp>
        <p:nvSpPr>
          <p:cNvPr id="20569" name="Text Box 89">
            <a:extLst>
              <a:ext uri="{FF2B5EF4-FFF2-40B4-BE49-F238E27FC236}">
                <a16:creationId xmlns:a16="http://schemas.microsoft.com/office/drawing/2014/main" id="{5676BC42-442C-4066-BC22-B20C73D8E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10</a:t>
            </a:r>
          </a:p>
        </p:txBody>
      </p:sp>
      <p:sp>
        <p:nvSpPr>
          <p:cNvPr id="20570" name="Text Box 90">
            <a:extLst>
              <a:ext uri="{FF2B5EF4-FFF2-40B4-BE49-F238E27FC236}">
                <a16:creationId xmlns:a16="http://schemas.microsoft.com/office/drawing/2014/main" id="{CBBBCDC0-E459-4A87-AF6B-AB035EF074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3525" y="3536950"/>
            <a:ext cx="4143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800"/>
              <a:t>内</a:t>
            </a:r>
          </a:p>
        </p:txBody>
      </p:sp>
      <p:sp>
        <p:nvSpPr>
          <p:cNvPr id="20573" name="Oval 93">
            <a:extLst>
              <a:ext uri="{FF2B5EF4-FFF2-40B4-BE49-F238E27FC236}">
                <a16:creationId xmlns:a16="http://schemas.microsoft.com/office/drawing/2014/main" id="{42EB41E0-D420-4BE1-AB45-A7753DB447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575" y="32940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74" name="Oval 94">
            <a:extLst>
              <a:ext uri="{FF2B5EF4-FFF2-40B4-BE49-F238E27FC236}">
                <a16:creationId xmlns:a16="http://schemas.microsoft.com/office/drawing/2014/main" id="{E22E148B-AE3C-4F35-8418-47225A07B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5100" y="399732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75" name="Oval 95">
            <a:extLst>
              <a:ext uri="{FF2B5EF4-FFF2-40B4-BE49-F238E27FC236}">
                <a16:creationId xmlns:a16="http://schemas.microsoft.com/office/drawing/2014/main" id="{1C9FF988-0DD9-4422-B932-EE8F852124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3513" y="47561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76" name="Oval 96">
            <a:extLst>
              <a:ext uri="{FF2B5EF4-FFF2-40B4-BE49-F238E27FC236}">
                <a16:creationId xmlns:a16="http://schemas.microsoft.com/office/drawing/2014/main" id="{6001EB2B-E46A-4728-B52A-BCA3948FA0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0" y="5478463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20582" name="Text Box 102">
            <a:extLst>
              <a:ext uri="{FF2B5EF4-FFF2-40B4-BE49-F238E27FC236}">
                <a16:creationId xmlns:a16="http://schemas.microsoft.com/office/drawing/2014/main" id="{288FE9ED-5607-4EFB-9B5F-B4A28A6E1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19100"/>
            <a:ext cx="8839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/>
              <a:t>第</a:t>
            </a:r>
            <a:r>
              <a:rPr lang="en-US" altLang="zh-CN"/>
              <a:t>2</a:t>
            </a:r>
            <a:r>
              <a:rPr lang="zh-CN" altLang="en-US"/>
              <a:t>节  麦克斯韦方程组</a:t>
            </a:r>
          </a:p>
        </p:txBody>
      </p:sp>
      <p:grpSp>
        <p:nvGrpSpPr>
          <p:cNvPr id="2" name="Group 111">
            <a:extLst>
              <a:ext uri="{FF2B5EF4-FFF2-40B4-BE49-F238E27FC236}">
                <a16:creationId xmlns:a16="http://schemas.microsoft.com/office/drawing/2014/main" id="{7C561E6D-C11E-469A-B5BC-A733F9E53DA5}"/>
              </a:ext>
            </a:extLst>
          </p:cNvPr>
          <p:cNvGrpSpPr>
            <a:grpSpLocks/>
          </p:cNvGrpSpPr>
          <p:nvPr/>
        </p:nvGrpSpPr>
        <p:grpSpPr bwMode="auto">
          <a:xfrm>
            <a:off x="4019550" y="3046413"/>
            <a:ext cx="2446338" cy="581025"/>
            <a:chOff x="2660" y="1960"/>
            <a:chExt cx="1881" cy="366"/>
          </a:xfrm>
        </p:grpSpPr>
        <p:graphicFrame>
          <p:nvGraphicFramePr>
            <p:cNvPr id="15394" name="Object 104">
              <a:extLst>
                <a:ext uri="{FF2B5EF4-FFF2-40B4-BE49-F238E27FC236}">
                  <a16:creationId xmlns:a16="http://schemas.microsoft.com/office/drawing/2014/main" id="{D35912D2-7A3E-4A5A-9D5B-E0759E5393B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60" y="1960"/>
            <a:ext cx="151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49" name="Equation" r:id="rId11" imgW="1587500" imgH="431800" progId="Equation.DSMT4">
                    <p:embed/>
                  </p:oleObj>
                </mc:Choice>
                <mc:Fallback>
                  <p:oleObj name="Equation" r:id="rId11" imgW="1587500" imgH="431800" progId="Equation.DSMT4">
                    <p:embed/>
                    <p:pic>
                      <p:nvPicPr>
                        <p:cNvPr id="0" name="Object 10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0" y="1960"/>
                          <a:ext cx="151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5" name="Text Box 109">
              <a:extLst>
                <a:ext uri="{FF2B5EF4-FFF2-40B4-BE49-F238E27FC236}">
                  <a16:creationId xmlns:a16="http://schemas.microsoft.com/office/drawing/2014/main" id="{59EC2724-56AA-47EB-B9B0-91D1EEFD4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感应</a:t>
              </a:r>
            </a:p>
          </p:txBody>
        </p:sp>
        <p:sp>
          <p:nvSpPr>
            <p:cNvPr id="15396" name="Text Box 110">
              <a:extLst>
                <a:ext uri="{FF2B5EF4-FFF2-40B4-BE49-F238E27FC236}">
                  <a16:creationId xmlns:a16="http://schemas.microsoft.com/office/drawing/2014/main" id="{DE608072-209C-49A4-859B-F0BF586D7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静电</a:t>
              </a:r>
            </a:p>
          </p:txBody>
        </p:sp>
      </p:grpSp>
      <p:sp>
        <p:nvSpPr>
          <p:cNvPr id="20596" name="Text Box 116">
            <a:extLst>
              <a:ext uri="{FF2B5EF4-FFF2-40B4-BE49-F238E27FC236}">
                <a16:creationId xmlns:a16="http://schemas.microsoft.com/office/drawing/2014/main" id="{3BE2EF40-9F49-44D2-A27B-043D74EA4D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9550" y="2505075"/>
            <a:ext cx="4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非稳恒情况</a:t>
            </a:r>
          </a:p>
        </p:txBody>
      </p:sp>
      <p:sp>
        <p:nvSpPr>
          <p:cNvPr id="20603" name="Line 123">
            <a:extLst>
              <a:ext uri="{FF2B5EF4-FFF2-40B4-BE49-F238E27FC236}">
                <a16:creationId xmlns:a16="http://schemas.microsoft.com/office/drawing/2014/main" id="{70BAF1A8-BF5D-4E75-A658-1C43E4073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4100513"/>
            <a:ext cx="1277937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0604" name="Object 124">
            <a:extLst>
              <a:ext uri="{FF2B5EF4-FFF2-40B4-BE49-F238E27FC236}">
                <a16:creationId xmlns:a16="http://schemas.microsoft.com/office/drawing/2014/main" id="{164423F7-0D76-4524-A2AC-D26C415C05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03763" y="3711575"/>
          <a:ext cx="28289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Equation" r:id="rId13" imgW="2908300" imgH="774700" progId="Equation.DSMT4">
                  <p:embed/>
                </p:oleObj>
              </mc:Choice>
              <mc:Fallback>
                <p:oleObj name="Equation" r:id="rId13" imgW="2908300" imgH="774700" progId="Equation.DSMT4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03763" y="3711575"/>
                        <a:ext cx="28289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05" name="Oval 125">
            <a:extLst>
              <a:ext uri="{FF2B5EF4-FFF2-40B4-BE49-F238E27FC236}">
                <a16:creationId xmlns:a16="http://schemas.microsoft.com/office/drawing/2014/main" id="{2E56B6AD-E955-45BA-BF70-3190C9C10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4035425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pSp>
        <p:nvGrpSpPr>
          <p:cNvPr id="3" name="Group 126">
            <a:extLst>
              <a:ext uri="{FF2B5EF4-FFF2-40B4-BE49-F238E27FC236}">
                <a16:creationId xmlns:a16="http://schemas.microsoft.com/office/drawing/2014/main" id="{9BA20308-6699-41D0-98E7-5E1130561314}"/>
              </a:ext>
            </a:extLst>
          </p:cNvPr>
          <p:cNvGrpSpPr>
            <a:grpSpLocks/>
          </p:cNvGrpSpPr>
          <p:nvPr/>
        </p:nvGrpSpPr>
        <p:grpSpPr bwMode="auto">
          <a:xfrm>
            <a:off x="4019550" y="4711700"/>
            <a:ext cx="2532063" cy="581025"/>
            <a:chOff x="2594" y="1960"/>
            <a:chExt cx="1947" cy="366"/>
          </a:xfrm>
        </p:grpSpPr>
        <p:graphicFrame>
          <p:nvGraphicFramePr>
            <p:cNvPr id="15391" name="Object 127">
              <a:extLst>
                <a:ext uri="{FF2B5EF4-FFF2-40B4-BE49-F238E27FC236}">
                  <a16:creationId xmlns:a16="http://schemas.microsoft.com/office/drawing/2014/main" id="{C2153027-C444-4937-B124-A7309B05012E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94" y="1960"/>
            <a:ext cx="1648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1" name="Equation" r:id="rId15" imgW="1727200" imgH="431800" progId="Equation.DSMT4">
                    <p:embed/>
                  </p:oleObj>
                </mc:Choice>
                <mc:Fallback>
                  <p:oleObj name="Equation" r:id="rId15" imgW="1727200" imgH="431800" progId="Equation.DSMT4">
                    <p:embed/>
                    <p:pic>
                      <p:nvPicPr>
                        <p:cNvPr id="0" name="Object 127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94" y="1960"/>
                          <a:ext cx="1648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92" name="Text Box 128">
              <a:extLst>
                <a:ext uri="{FF2B5EF4-FFF2-40B4-BE49-F238E27FC236}">
                  <a16:creationId xmlns:a16="http://schemas.microsoft.com/office/drawing/2014/main" id="{76CEF573-A6FF-4E9A-80D9-7550091437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位移</a:t>
              </a:r>
            </a:p>
          </p:txBody>
        </p:sp>
        <p:sp>
          <p:nvSpPr>
            <p:cNvPr id="15393" name="Text Box 129">
              <a:extLst>
                <a:ext uri="{FF2B5EF4-FFF2-40B4-BE49-F238E27FC236}">
                  <a16:creationId xmlns:a16="http://schemas.microsoft.com/office/drawing/2014/main" id="{4DE73BC0-AE8C-498B-BC38-3E58EF1EE8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sp>
        <p:nvSpPr>
          <p:cNvPr id="20610" name="Line 130">
            <a:extLst>
              <a:ext uri="{FF2B5EF4-FFF2-40B4-BE49-F238E27FC236}">
                <a16:creationId xmlns:a16="http://schemas.microsoft.com/office/drawing/2014/main" id="{942F64BB-AF7C-4806-8F7B-62C77CB57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7713" y="5661025"/>
            <a:ext cx="1262062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36">
            <a:extLst>
              <a:ext uri="{FF2B5EF4-FFF2-40B4-BE49-F238E27FC236}">
                <a16:creationId xmlns:a16="http://schemas.microsoft.com/office/drawing/2014/main" id="{C254F792-9147-4AAA-B8B9-BD06A9F23F8E}"/>
              </a:ext>
            </a:extLst>
          </p:cNvPr>
          <p:cNvGrpSpPr>
            <a:grpSpLocks/>
          </p:cNvGrpSpPr>
          <p:nvPr/>
        </p:nvGrpSpPr>
        <p:grpSpPr bwMode="auto">
          <a:xfrm>
            <a:off x="4703763" y="5227638"/>
            <a:ext cx="3273425" cy="779462"/>
            <a:chOff x="3236" y="3293"/>
            <a:chExt cx="2062" cy="491"/>
          </a:xfrm>
        </p:grpSpPr>
        <p:graphicFrame>
          <p:nvGraphicFramePr>
            <p:cNvPr id="15388" name="Object 133">
              <a:extLst>
                <a:ext uri="{FF2B5EF4-FFF2-40B4-BE49-F238E27FC236}">
                  <a16:creationId xmlns:a16="http://schemas.microsoft.com/office/drawing/2014/main" id="{B9F7850D-6792-452A-8A2A-935677FE160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36" y="3293"/>
            <a:ext cx="206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52" name="Equation" r:id="rId17" imgW="3594100" imgH="774700" progId="Equation.DSMT4">
                    <p:embed/>
                  </p:oleObj>
                </mc:Choice>
                <mc:Fallback>
                  <p:oleObj name="Equation" r:id="rId17" imgW="3594100" imgH="774700" progId="Equation.DSMT4">
                    <p:embed/>
                    <p:pic>
                      <p:nvPicPr>
                        <p:cNvPr id="0" name="Object 13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6" y="3293"/>
                          <a:ext cx="206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9" name="Oval 134">
              <a:extLst>
                <a:ext uri="{FF2B5EF4-FFF2-40B4-BE49-F238E27FC236}">
                  <a16:creationId xmlns:a16="http://schemas.microsoft.com/office/drawing/2014/main" id="{9B2CE07D-CADF-4542-88E0-91AF95A332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6" y="349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5390" name="Text Box 135">
              <a:extLst>
                <a:ext uri="{FF2B5EF4-FFF2-40B4-BE49-F238E27FC236}">
                  <a16:creationId xmlns:a16="http://schemas.microsoft.com/office/drawing/2014/main" id="{341DABDB-D051-4269-B978-44229A29E6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3572"/>
              <a:ext cx="686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pic>
        <p:nvPicPr>
          <p:cNvPr id="15386" name="图片 4">
            <a:extLst>
              <a:ext uri="{FF2B5EF4-FFF2-40B4-BE49-F238E27FC236}">
                <a16:creationId xmlns:a16="http://schemas.microsoft.com/office/drawing/2014/main" id="{49CA9340-2BFB-401E-A7A1-B1CD6DD877A1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6275" y="82550"/>
            <a:ext cx="2073275" cy="266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FFE637A7-6676-4903-9EE8-C962A1BC6DF7}"/>
              </a:ext>
            </a:extLst>
          </p:cNvPr>
          <p:cNvSpPr/>
          <p:nvPr/>
        </p:nvSpPr>
        <p:spPr>
          <a:xfrm>
            <a:off x="7186613" y="2762250"/>
            <a:ext cx="1751012" cy="64611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1800" dirty="0">
                <a:solidFill>
                  <a:srgbClr val="333333"/>
                </a:solidFill>
                <a:latin typeface="+mn-lt"/>
              </a:rPr>
              <a:t>J. C. Maxwell</a:t>
            </a:r>
          </a:p>
          <a:p>
            <a:pPr algn="ctr">
              <a:defRPr/>
            </a:pPr>
            <a:r>
              <a:rPr lang="en-US" altLang="zh-CN" sz="1800" dirty="0">
                <a:solidFill>
                  <a:srgbClr val="333333"/>
                </a:solidFill>
                <a:latin typeface="+mn-lt"/>
              </a:rPr>
              <a:t>(1831〜1879)</a:t>
            </a:r>
            <a:endParaRPr lang="zh-CN" altLang="en-US" sz="1800" dirty="0">
              <a:latin typeface="+mn-lt"/>
            </a:endParaRP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0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4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" fill="hold"/>
                                        <p:tgtEl>
                                          <p:spTgt spid="204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0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1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4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63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6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0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7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6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0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9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06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nimBg="1"/>
      <p:bldP spid="20504" grpId="0" autoUpdateAnimBg="0"/>
      <p:bldP spid="20505" grpId="0" autoUpdateAnimBg="0"/>
      <p:bldP spid="20568" grpId="0"/>
      <p:bldP spid="20569" grpId="0" autoUpdateAnimBg="0"/>
      <p:bldP spid="20570" grpId="0"/>
      <p:bldP spid="20573" grpId="0" animBg="1"/>
      <p:bldP spid="20574" grpId="0" animBg="1"/>
      <p:bldP spid="20575" grpId="0" animBg="1"/>
      <p:bldP spid="20576" grpId="0" animBg="1"/>
      <p:bldP spid="20582" grpId="0"/>
      <p:bldP spid="20596" grpId="0" autoUpdateAnimBg="0"/>
      <p:bldP spid="2060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4">
            <a:extLst>
              <a:ext uri="{FF2B5EF4-FFF2-40B4-BE49-F238E27FC236}">
                <a16:creationId xmlns:a16="http://schemas.microsoft.com/office/drawing/2014/main" id="{56243F91-1E69-460D-9A72-5F94E55C77EE}"/>
              </a:ext>
            </a:extLst>
          </p:cNvPr>
          <p:cNvGrpSpPr>
            <a:grpSpLocks/>
          </p:cNvGrpSpPr>
          <p:nvPr/>
        </p:nvGrpSpPr>
        <p:grpSpPr bwMode="auto">
          <a:xfrm>
            <a:off x="1878013" y="939800"/>
            <a:ext cx="2466975" cy="581025"/>
            <a:chOff x="2660" y="1960"/>
            <a:chExt cx="1881" cy="366"/>
          </a:xfrm>
        </p:grpSpPr>
        <p:graphicFrame>
          <p:nvGraphicFramePr>
            <p:cNvPr id="16420" name="Object 25">
              <a:extLst>
                <a:ext uri="{FF2B5EF4-FFF2-40B4-BE49-F238E27FC236}">
                  <a16:creationId xmlns:a16="http://schemas.microsoft.com/office/drawing/2014/main" id="{68F3530C-DF89-42A8-BC5D-879E37EFD38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60" y="1960"/>
            <a:ext cx="1515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1" name="Equation" r:id="rId3" imgW="1587500" imgH="431800" progId="Equation.DSMT4">
                    <p:embed/>
                  </p:oleObj>
                </mc:Choice>
                <mc:Fallback>
                  <p:oleObj name="Equation" r:id="rId3" imgW="1587500" imgH="431800" progId="Equation.DSMT4">
                    <p:embed/>
                    <p:pic>
                      <p:nvPicPr>
                        <p:cNvPr id="0" name="Object 2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60" y="1960"/>
                          <a:ext cx="1515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21" name="Text Box 26">
              <a:extLst>
                <a:ext uri="{FF2B5EF4-FFF2-40B4-BE49-F238E27FC236}">
                  <a16:creationId xmlns:a16="http://schemas.microsoft.com/office/drawing/2014/main" id="{B8F5DC8A-8F37-49C0-9B05-A25CF2607D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感应</a:t>
              </a:r>
            </a:p>
          </p:txBody>
        </p:sp>
        <p:sp>
          <p:nvSpPr>
            <p:cNvPr id="16422" name="Text Box 27">
              <a:extLst>
                <a:ext uri="{FF2B5EF4-FFF2-40B4-BE49-F238E27FC236}">
                  <a16:creationId xmlns:a16="http://schemas.microsoft.com/office/drawing/2014/main" id="{86ECC8F0-93C2-4539-A2F9-4538A6D112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静电</a:t>
              </a:r>
            </a:p>
          </p:txBody>
        </p:sp>
      </p:grpSp>
      <p:sp>
        <p:nvSpPr>
          <p:cNvPr id="103452" name="Text Box 28">
            <a:extLst>
              <a:ext uri="{FF2B5EF4-FFF2-40B4-BE49-F238E27FC236}">
                <a16:creationId xmlns:a16="http://schemas.microsoft.com/office/drawing/2014/main" id="{B27C693B-AC00-472A-AA0C-D1AAEDAC0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377825"/>
            <a:ext cx="45354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同理在非稳恒情况中</a:t>
            </a:r>
          </a:p>
        </p:txBody>
      </p:sp>
      <p:grpSp>
        <p:nvGrpSpPr>
          <p:cNvPr id="3" name="Group 33">
            <a:extLst>
              <a:ext uri="{FF2B5EF4-FFF2-40B4-BE49-F238E27FC236}">
                <a16:creationId xmlns:a16="http://schemas.microsoft.com/office/drawing/2014/main" id="{845CBD4A-8EFC-4376-AED0-361C7D3474CA}"/>
              </a:ext>
            </a:extLst>
          </p:cNvPr>
          <p:cNvGrpSpPr>
            <a:grpSpLocks/>
          </p:cNvGrpSpPr>
          <p:nvPr/>
        </p:nvGrpSpPr>
        <p:grpSpPr bwMode="auto">
          <a:xfrm>
            <a:off x="4687888" y="930275"/>
            <a:ext cx="2439987" cy="581025"/>
            <a:chOff x="2690" y="1960"/>
            <a:chExt cx="1851" cy="366"/>
          </a:xfrm>
        </p:grpSpPr>
        <p:graphicFrame>
          <p:nvGraphicFramePr>
            <p:cNvPr id="16417" name="Object 34">
              <a:extLst>
                <a:ext uri="{FF2B5EF4-FFF2-40B4-BE49-F238E27FC236}">
                  <a16:creationId xmlns:a16="http://schemas.microsoft.com/office/drawing/2014/main" id="{E521B0AD-8DEE-4935-91C0-5A0F9EFC57D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690" y="1960"/>
            <a:ext cx="1454" cy="3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472" name="Equation" r:id="rId5" imgW="1524000" imgH="431800" progId="Equation.DSMT4">
                    <p:embed/>
                  </p:oleObj>
                </mc:Choice>
                <mc:Fallback>
                  <p:oleObj name="Equation" r:id="rId5" imgW="1524000" imgH="431800" progId="Equation.DSMT4">
                    <p:embed/>
                    <p:pic>
                      <p:nvPicPr>
                        <p:cNvPr id="0" name="Object 3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90" y="1960"/>
                          <a:ext cx="1454" cy="3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418" name="Text Box 35">
              <a:extLst>
                <a:ext uri="{FF2B5EF4-FFF2-40B4-BE49-F238E27FC236}">
                  <a16:creationId xmlns:a16="http://schemas.microsoft.com/office/drawing/2014/main" id="{FB0656CD-A188-4E9F-81DD-FFCDEE6715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0" y="2114"/>
              <a:ext cx="56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位移</a:t>
              </a:r>
            </a:p>
          </p:txBody>
        </p:sp>
        <p:sp>
          <p:nvSpPr>
            <p:cNvPr id="16419" name="Text Box 36">
              <a:extLst>
                <a:ext uri="{FF2B5EF4-FFF2-40B4-BE49-F238E27FC236}">
                  <a16:creationId xmlns:a16="http://schemas.microsoft.com/office/drawing/2014/main" id="{FF0EA750-D591-4186-9AF6-C70CE9CFC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00" y="2114"/>
              <a:ext cx="781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sp>
        <p:nvSpPr>
          <p:cNvPr id="103461" name="Text Box 37">
            <a:extLst>
              <a:ext uri="{FF2B5EF4-FFF2-40B4-BE49-F238E27FC236}">
                <a16:creationId xmlns:a16="http://schemas.microsoft.com/office/drawing/2014/main" id="{10DD5286-3DEF-49A9-AF52-C3826071B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600" y="1563688"/>
            <a:ext cx="66373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电场、磁场的通量也推广到一般</a:t>
            </a:r>
          </a:p>
        </p:txBody>
      </p:sp>
      <p:graphicFrame>
        <p:nvGraphicFramePr>
          <p:cNvPr id="103462" name="Object 38">
            <a:extLst>
              <a:ext uri="{FF2B5EF4-FFF2-40B4-BE49-F238E27FC236}">
                <a16:creationId xmlns:a16="http://schemas.microsoft.com/office/drawing/2014/main" id="{9BA7F025-2322-424C-8DA8-09BD7902992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0888" y="2135188"/>
          <a:ext cx="231457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3" name="Equation" r:id="rId7" imgW="2616200" imgH="571500" progId="Equation.DSMT4">
                  <p:embed/>
                </p:oleObj>
              </mc:Choice>
              <mc:Fallback>
                <p:oleObj name="Equation" r:id="rId7" imgW="2616200" imgH="571500" progId="Equation.DSMT4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2135188"/>
                        <a:ext cx="231457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64" name="Object 40">
            <a:extLst>
              <a:ext uri="{FF2B5EF4-FFF2-40B4-BE49-F238E27FC236}">
                <a16:creationId xmlns:a16="http://schemas.microsoft.com/office/drawing/2014/main" id="{7A10F4AC-253C-4860-A3C3-60F42F7232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90888" y="2782888"/>
          <a:ext cx="1625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4" name="Equation" r:id="rId9" imgW="1727200" imgH="571500" progId="Equation.DSMT4">
                  <p:embed/>
                </p:oleObj>
              </mc:Choice>
              <mc:Fallback>
                <p:oleObj name="Equation" r:id="rId9" imgW="1727200" imgH="571500" progId="Equation.DSMT4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90888" y="2782888"/>
                        <a:ext cx="1625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65" name="Oval 41">
            <a:extLst>
              <a:ext uri="{FF2B5EF4-FFF2-40B4-BE49-F238E27FC236}">
                <a16:creationId xmlns:a16="http://schemas.microsoft.com/office/drawing/2014/main" id="{2DF3017A-E511-4333-BF50-37CA62A39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02000" y="2305050"/>
            <a:ext cx="141288" cy="153988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66" name="Oval 42">
            <a:extLst>
              <a:ext uri="{FF2B5EF4-FFF2-40B4-BE49-F238E27FC236}">
                <a16:creationId xmlns:a16="http://schemas.microsoft.com/office/drawing/2014/main" id="{E18EDB6F-E05E-4A5F-B7A1-915FE071B8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2965450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67" name="AutoShape 43">
            <a:extLst>
              <a:ext uri="{FF2B5EF4-FFF2-40B4-BE49-F238E27FC236}">
                <a16:creationId xmlns:a16="http://schemas.microsoft.com/office/drawing/2014/main" id="{CA94B6BC-8265-457E-A18F-AD15F3E143E7}"/>
              </a:ext>
            </a:extLst>
          </p:cNvPr>
          <p:cNvSpPr>
            <a:spLocks/>
          </p:cNvSpPr>
          <p:nvPr/>
        </p:nvSpPr>
        <p:spPr bwMode="auto">
          <a:xfrm>
            <a:off x="2921000" y="2289175"/>
            <a:ext cx="261938" cy="811213"/>
          </a:xfrm>
          <a:prstGeom prst="leftBrace">
            <a:avLst>
              <a:gd name="adj1" fmla="val 25808"/>
              <a:gd name="adj2" fmla="val 50000"/>
            </a:avLst>
          </a:prstGeom>
          <a:noFill/>
          <a:ln w="28575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68" name="AutoShape 44">
            <a:extLst>
              <a:ext uri="{FF2B5EF4-FFF2-40B4-BE49-F238E27FC236}">
                <a16:creationId xmlns:a16="http://schemas.microsoft.com/office/drawing/2014/main" id="{74000923-6CBE-4A43-9D8C-E44D4C2EA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0263" y="3489325"/>
            <a:ext cx="4032250" cy="3024188"/>
          </a:xfrm>
          <a:prstGeom prst="rightArrowCallout">
            <a:avLst>
              <a:gd name="adj1" fmla="val 9083"/>
              <a:gd name="adj2" fmla="val 14157"/>
              <a:gd name="adj3" fmla="val 9617"/>
              <a:gd name="adj4" fmla="val 88449"/>
            </a:avLst>
          </a:prstGeom>
          <a:solidFill>
            <a:srgbClr val="FFFF99"/>
          </a:solidFill>
          <a:ln w="38100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103469" name="Object 45">
            <a:extLst>
              <a:ext uri="{FF2B5EF4-FFF2-40B4-BE49-F238E27FC236}">
                <a16:creationId xmlns:a16="http://schemas.microsoft.com/office/drawing/2014/main" id="{A0BFB414-9538-4C3B-B9DE-4D62E9FA18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5662613"/>
          <a:ext cx="326707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5" name="Equation" r:id="rId11" imgW="3581400" imgH="774700" progId="Equation.DSMT4">
                  <p:embed/>
                </p:oleObj>
              </mc:Choice>
              <mc:Fallback>
                <p:oleObj name="Equation" r:id="rId11" imgW="3581400" imgH="7747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5662613"/>
                        <a:ext cx="326707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470" name="Object 46">
            <a:extLst>
              <a:ext uri="{FF2B5EF4-FFF2-40B4-BE49-F238E27FC236}">
                <a16:creationId xmlns:a16="http://schemas.microsoft.com/office/drawing/2014/main" id="{10AD856E-78D3-45AA-87C4-48175DCAFE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4203700"/>
          <a:ext cx="28289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6" name="Equation" r:id="rId13" imgW="2882900" imgH="774700" progId="Equation.DSMT4">
                  <p:embed/>
                </p:oleObj>
              </mc:Choice>
              <mc:Fallback>
                <p:oleObj name="Equation" r:id="rId13" imgW="2882900" imgH="774700" progId="Equation.DSMT4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4203700"/>
                        <a:ext cx="28289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71" name="Text Box 47">
            <a:extLst>
              <a:ext uri="{FF2B5EF4-FFF2-40B4-BE49-F238E27FC236}">
                <a16:creationId xmlns:a16="http://schemas.microsoft.com/office/drawing/2014/main" id="{A4C9132C-0CEC-4F0A-B7E8-65925B7C9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613" y="3541713"/>
            <a:ext cx="611187" cy="2809875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bg1"/>
                </a:solidFill>
              </a:rPr>
              <a:t>麦克斯韦方程组</a:t>
            </a:r>
          </a:p>
        </p:txBody>
      </p:sp>
      <p:graphicFrame>
        <p:nvGraphicFramePr>
          <p:cNvPr id="103472" name="Object 48">
            <a:extLst>
              <a:ext uri="{FF2B5EF4-FFF2-40B4-BE49-F238E27FC236}">
                <a16:creationId xmlns:a16="http://schemas.microsoft.com/office/drawing/2014/main" id="{7EFBD1CD-D8EA-43B8-95FB-E238EF928F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3573463"/>
          <a:ext cx="2246312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7" name="Equation" r:id="rId15" imgW="2667000" imgH="571500" progId="Equation.DSMT4">
                  <p:embed/>
                </p:oleObj>
              </mc:Choice>
              <mc:Fallback>
                <p:oleObj name="Equation" r:id="rId15" imgW="2667000" imgH="571500" progId="Equation.DSMT4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3573463"/>
                        <a:ext cx="2246312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73" name="Text Box 49">
            <a:extLst>
              <a:ext uri="{FF2B5EF4-FFF2-40B4-BE49-F238E27FC236}">
                <a16:creationId xmlns:a16="http://schemas.microsoft.com/office/drawing/2014/main" id="{A7D760FE-663B-4779-8B7D-41B2A7585D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3975100"/>
            <a:ext cx="2740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任意电场</a:t>
            </a:r>
          </a:p>
        </p:txBody>
      </p:sp>
      <p:sp>
        <p:nvSpPr>
          <p:cNvPr id="103474" name="Text Box 50">
            <a:extLst>
              <a:ext uri="{FF2B5EF4-FFF2-40B4-BE49-F238E27FC236}">
                <a16:creationId xmlns:a16="http://schemas.microsoft.com/office/drawing/2014/main" id="{17F2D9A6-5DAF-4A1F-985B-657514777C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5200" y="5414963"/>
            <a:ext cx="2740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任意磁场</a:t>
            </a:r>
          </a:p>
        </p:txBody>
      </p:sp>
      <p:grpSp>
        <p:nvGrpSpPr>
          <p:cNvPr id="4" name="Group 51">
            <a:extLst>
              <a:ext uri="{FF2B5EF4-FFF2-40B4-BE49-F238E27FC236}">
                <a16:creationId xmlns:a16="http://schemas.microsoft.com/office/drawing/2014/main" id="{2574213F-2AA5-4CEC-93EF-CA836589AAF1}"/>
              </a:ext>
            </a:extLst>
          </p:cNvPr>
          <p:cNvGrpSpPr>
            <a:grpSpLocks/>
          </p:cNvGrpSpPr>
          <p:nvPr/>
        </p:nvGrpSpPr>
        <p:grpSpPr bwMode="auto">
          <a:xfrm>
            <a:off x="2570163" y="3902075"/>
            <a:ext cx="720725" cy="647700"/>
            <a:chOff x="1292" y="2432"/>
            <a:chExt cx="454" cy="408"/>
          </a:xfrm>
        </p:grpSpPr>
        <p:sp>
          <p:nvSpPr>
            <p:cNvPr id="16414" name="Line 52">
              <a:extLst>
                <a:ext uri="{FF2B5EF4-FFF2-40B4-BE49-F238E27FC236}">
                  <a16:creationId xmlns:a16="http://schemas.microsoft.com/office/drawing/2014/main" id="{101AB070-DE1E-4E69-B450-5B7A864B44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65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5" name="Line 53">
              <a:extLst>
                <a:ext uri="{FF2B5EF4-FFF2-40B4-BE49-F238E27FC236}">
                  <a16:creationId xmlns:a16="http://schemas.microsoft.com/office/drawing/2014/main" id="{73208BCB-4C4E-44F4-A8F5-6D9E8AEF4F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2432"/>
              <a:ext cx="22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6" name="Line 54">
              <a:extLst>
                <a:ext uri="{FF2B5EF4-FFF2-40B4-BE49-F238E27FC236}">
                  <a16:creationId xmlns:a16="http://schemas.microsoft.com/office/drawing/2014/main" id="{4CF73884-5525-4015-B657-6E3EF6564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659"/>
              <a:ext cx="226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55">
            <a:extLst>
              <a:ext uri="{FF2B5EF4-FFF2-40B4-BE49-F238E27FC236}">
                <a16:creationId xmlns:a16="http://schemas.microsoft.com/office/drawing/2014/main" id="{D2A7FE9F-4680-41AC-8521-C9DC33908A85}"/>
              </a:ext>
            </a:extLst>
          </p:cNvPr>
          <p:cNvGrpSpPr>
            <a:grpSpLocks/>
          </p:cNvGrpSpPr>
          <p:nvPr/>
        </p:nvGrpSpPr>
        <p:grpSpPr bwMode="auto">
          <a:xfrm>
            <a:off x="2570163" y="5343525"/>
            <a:ext cx="720725" cy="647700"/>
            <a:chOff x="1292" y="2432"/>
            <a:chExt cx="454" cy="408"/>
          </a:xfrm>
        </p:grpSpPr>
        <p:sp>
          <p:nvSpPr>
            <p:cNvPr id="16411" name="Line 56">
              <a:extLst>
                <a:ext uri="{FF2B5EF4-FFF2-40B4-BE49-F238E27FC236}">
                  <a16:creationId xmlns:a16="http://schemas.microsoft.com/office/drawing/2014/main" id="{5AD9C5C5-10C5-4C3D-88D1-4937CFE95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92" y="2659"/>
              <a:ext cx="22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2" name="Line 57">
              <a:extLst>
                <a:ext uri="{FF2B5EF4-FFF2-40B4-BE49-F238E27FC236}">
                  <a16:creationId xmlns:a16="http://schemas.microsoft.com/office/drawing/2014/main" id="{23235E4A-00A1-45A9-AF3A-50C506B49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19" y="2432"/>
              <a:ext cx="227" cy="22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13" name="Line 58">
              <a:extLst>
                <a:ext uri="{FF2B5EF4-FFF2-40B4-BE49-F238E27FC236}">
                  <a16:creationId xmlns:a16="http://schemas.microsoft.com/office/drawing/2014/main" id="{8B8AE828-3908-45CA-805C-A3B4748112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659"/>
              <a:ext cx="226" cy="18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103483" name="Object 59">
            <a:extLst>
              <a:ext uri="{FF2B5EF4-FFF2-40B4-BE49-F238E27FC236}">
                <a16:creationId xmlns:a16="http://schemas.microsoft.com/office/drawing/2014/main" id="{D60EECBF-D0C8-4BC5-8F5F-7B02730DB5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8063" y="5064125"/>
          <a:ext cx="1690687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78" name="Equation" r:id="rId17" imgW="1727200" imgH="571500" progId="Equation.DSMT4">
                  <p:embed/>
                </p:oleObj>
              </mc:Choice>
              <mc:Fallback>
                <p:oleObj name="Equation" r:id="rId17" imgW="1727200" imgH="571500" progId="Equation.DSMT4">
                  <p:embed/>
                  <p:pic>
                    <p:nvPicPr>
                      <p:cNvPr id="0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063" y="5064125"/>
                        <a:ext cx="1690687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85" name="Oval 61">
            <a:extLst>
              <a:ext uri="{FF2B5EF4-FFF2-40B4-BE49-F238E27FC236}">
                <a16:creationId xmlns:a16="http://schemas.microsoft.com/office/drawing/2014/main" id="{2585C679-E54E-4A5E-B4D9-3731A01578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2825" y="3727450"/>
            <a:ext cx="144463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6" name="Oval 62">
            <a:extLst>
              <a:ext uri="{FF2B5EF4-FFF2-40B4-BE49-F238E27FC236}">
                <a16:creationId xmlns:a16="http://schemas.microsoft.com/office/drawing/2014/main" id="{BCAF210A-3548-4297-A919-55EB03F8D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9175" y="452913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7" name="Oval 63">
            <a:extLst>
              <a:ext uri="{FF2B5EF4-FFF2-40B4-BE49-F238E27FC236}">
                <a16:creationId xmlns:a16="http://schemas.microsoft.com/office/drawing/2014/main" id="{5191A276-B5FB-4B8C-B934-9BD0A73ED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7588" y="524192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8" name="Oval 64">
            <a:extLst>
              <a:ext uri="{FF2B5EF4-FFF2-40B4-BE49-F238E27FC236}">
                <a16:creationId xmlns:a16="http://schemas.microsoft.com/office/drawing/2014/main" id="{35E94E50-0F71-42C8-8C4C-921CEFAAB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5978525"/>
            <a:ext cx="144462" cy="144463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3489" name="Text Box 65">
            <a:extLst>
              <a:ext uri="{FF2B5EF4-FFF2-40B4-BE49-F238E27FC236}">
                <a16:creationId xmlns:a16="http://schemas.microsoft.com/office/drawing/2014/main" id="{B3A69BA0-9B9C-462B-A7ED-9201387FC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11</a:t>
            </a:r>
          </a:p>
        </p:txBody>
      </p:sp>
      <p:sp>
        <p:nvSpPr>
          <p:cNvPr id="103490" name="Text Box 66">
            <a:extLst>
              <a:ext uri="{FF2B5EF4-FFF2-40B4-BE49-F238E27FC236}">
                <a16:creationId xmlns:a16="http://schemas.microsoft.com/office/drawing/2014/main" id="{91114058-4A23-460A-A4E0-21A486A0F1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2538" y="6103938"/>
            <a:ext cx="1119187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传导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3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16" presetClass="entr" presetSubtype="26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1" dur="300"/>
                                        <p:tgtEl>
                                          <p:spTgt spid="103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3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034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3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3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800"/>
                            </p:stCondLst>
                            <p:childTnLst>
                              <p:par>
                                <p:cTn id="5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8" dur="500"/>
                                        <p:tgtEl>
                                          <p:spTgt spid="103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7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34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8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103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9" presetID="17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034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03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3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75" fill="hold"/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75" fill="hold"/>
                                        <p:tgtEl>
                                          <p:spTgt spid="103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025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52" grpId="0" autoUpdateAnimBg="0"/>
      <p:bldP spid="103461" grpId="0" autoUpdateAnimBg="0"/>
      <p:bldP spid="103465" grpId="0" animBg="1"/>
      <p:bldP spid="103466" grpId="0" animBg="1"/>
      <p:bldP spid="103467" grpId="0" animBg="1"/>
      <p:bldP spid="103468" grpId="0" animBg="1"/>
      <p:bldP spid="103471" grpId="0" animBg="1" autoUpdateAnimBg="0"/>
      <p:bldP spid="103473" grpId="0" autoUpdateAnimBg="0"/>
      <p:bldP spid="103474" grpId="0" autoUpdateAnimBg="0"/>
      <p:bldP spid="103485" grpId="0" animBg="1"/>
      <p:bldP spid="103486" grpId="0" animBg="1"/>
      <p:bldP spid="103487" grpId="0" animBg="1"/>
      <p:bldP spid="103488" grpId="0" animBg="1"/>
      <p:bldP spid="103489" grpId="0" autoUpdateAnimBg="0"/>
      <p:bldP spid="10349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77" name="AutoShape 45">
            <a:extLst>
              <a:ext uri="{FF2B5EF4-FFF2-40B4-BE49-F238E27FC236}">
                <a16:creationId xmlns:a16="http://schemas.microsoft.com/office/drawing/2014/main" id="{A9F4C05C-7023-4463-B81A-C018E6C3D0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875" y="2781300"/>
            <a:ext cx="1547813" cy="1008063"/>
          </a:xfrm>
          <a:prstGeom prst="irregularSeal1">
            <a:avLst/>
          </a:prstGeom>
          <a:solidFill>
            <a:srgbClr val="FFFF66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69634" name="Text Box 2">
            <a:extLst>
              <a:ext uri="{FF2B5EF4-FFF2-40B4-BE49-F238E27FC236}">
                <a16:creationId xmlns:a16="http://schemas.microsoft.com/office/drawing/2014/main" id="{CCFFD14B-CD63-4708-87FC-D4849F250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88" y="388938"/>
            <a:ext cx="56515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</a:t>
            </a:r>
            <a:r>
              <a:rPr lang="zh-CN" altLang="en-US" sz="2800"/>
              <a:t>麦克斯韦方程组的物理意义</a:t>
            </a:r>
          </a:p>
        </p:txBody>
      </p:sp>
      <p:sp>
        <p:nvSpPr>
          <p:cNvPr id="69636" name="Text Box 4">
            <a:extLst>
              <a:ext uri="{FF2B5EF4-FFF2-40B4-BE49-F238E27FC236}">
                <a16:creationId xmlns:a16="http://schemas.microsoft.com/office/drawing/2014/main" id="{817E1ECC-4D1B-401B-8634-568E5D7026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965200"/>
            <a:ext cx="297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有源场</a:t>
            </a:r>
          </a:p>
        </p:txBody>
      </p:sp>
      <p:sp>
        <p:nvSpPr>
          <p:cNvPr id="69637" name="Text Box 5">
            <a:extLst>
              <a:ext uri="{FF2B5EF4-FFF2-40B4-BE49-F238E27FC236}">
                <a16:creationId xmlns:a16="http://schemas.microsoft.com/office/drawing/2014/main" id="{F5021B96-058E-45CD-A006-6A9B0CDBB2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62600" y="2135188"/>
            <a:ext cx="28971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无源场</a:t>
            </a:r>
          </a:p>
        </p:txBody>
      </p:sp>
      <p:sp>
        <p:nvSpPr>
          <p:cNvPr id="69638" name="Text Box 6">
            <a:extLst>
              <a:ext uri="{FF2B5EF4-FFF2-40B4-BE49-F238E27FC236}">
                <a16:creationId xmlns:a16="http://schemas.microsoft.com/office/drawing/2014/main" id="{70BA41FE-A3D5-4378-A7AC-AF3A55D12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1517650"/>
            <a:ext cx="29702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有旋场</a:t>
            </a:r>
          </a:p>
        </p:txBody>
      </p:sp>
      <p:sp>
        <p:nvSpPr>
          <p:cNvPr id="69639" name="Text Box 7">
            <a:extLst>
              <a:ext uri="{FF2B5EF4-FFF2-40B4-BE49-F238E27FC236}">
                <a16:creationId xmlns:a16="http://schemas.microsoft.com/office/drawing/2014/main" id="{3C55082D-9034-47F7-AA75-503541CA90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0063" y="2765425"/>
            <a:ext cx="2952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有旋场</a:t>
            </a:r>
          </a:p>
        </p:txBody>
      </p:sp>
      <p:sp>
        <p:nvSpPr>
          <p:cNvPr id="69640" name="Text Box 8">
            <a:extLst>
              <a:ext uri="{FF2B5EF4-FFF2-40B4-BE49-F238E27FC236}">
                <a16:creationId xmlns:a16="http://schemas.microsoft.com/office/drawing/2014/main" id="{28E1E3F9-7DCA-4D4B-9871-3C10FDDE7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863" y="6451600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12</a:t>
            </a:r>
          </a:p>
        </p:txBody>
      </p:sp>
      <p:sp>
        <p:nvSpPr>
          <p:cNvPr id="69661" name="Text Box 29">
            <a:extLst>
              <a:ext uri="{FF2B5EF4-FFF2-40B4-BE49-F238E27FC236}">
                <a16:creationId xmlns:a16="http://schemas.microsoft.com/office/drawing/2014/main" id="{79509A36-5B20-43C8-B636-B9A5F4B68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2860675"/>
            <a:ext cx="20574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3600">
                <a:solidFill>
                  <a:srgbClr val="FF3300"/>
                </a:solidFill>
                <a:ea typeface="隶书" panose="02010509060101010101" pitchFamily="49" charset="-122"/>
              </a:rPr>
              <a:t>注：</a:t>
            </a:r>
            <a:endParaRPr lang="zh-CN" altLang="en-US" sz="3600" b="0">
              <a:ea typeface="隶书" panose="02010509060101010101" pitchFamily="49" charset="-122"/>
            </a:endParaRPr>
          </a:p>
        </p:txBody>
      </p:sp>
      <p:sp>
        <p:nvSpPr>
          <p:cNvPr id="69662" name="Text Box 30">
            <a:extLst>
              <a:ext uri="{FF2B5EF4-FFF2-40B4-BE49-F238E27FC236}">
                <a16:creationId xmlns:a16="http://schemas.microsoft.com/office/drawing/2014/main" id="{4DB39C72-F379-47BC-905D-894244A2B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494213"/>
            <a:ext cx="82153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2º </a:t>
            </a:r>
            <a:r>
              <a:rPr lang="zh-CN" altLang="en-US" sz="2800"/>
              <a:t>麦氏电磁理论是物理学史上的一次重大突破</a:t>
            </a:r>
          </a:p>
        </p:txBody>
      </p:sp>
      <p:graphicFrame>
        <p:nvGraphicFramePr>
          <p:cNvPr id="69663" name="Object 31">
            <a:extLst>
              <a:ext uri="{FF2B5EF4-FFF2-40B4-BE49-F238E27FC236}">
                <a16:creationId xmlns:a16="http://schemas.microsoft.com/office/drawing/2014/main" id="{E53317E2-7DEE-4677-B4AE-69E2C1492E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6475" y="3500438"/>
          <a:ext cx="2362200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公式" r:id="rId3" imgW="1879600" imgH="330200" progId="Equation.3">
                  <p:embed/>
                </p:oleObj>
              </mc:Choice>
              <mc:Fallback>
                <p:oleObj name="公式" r:id="rId3" imgW="1879600" imgH="330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3500438"/>
                        <a:ext cx="2362200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65" name="Rectangle 33">
            <a:extLst>
              <a:ext uri="{FF2B5EF4-FFF2-40B4-BE49-F238E27FC236}">
                <a16:creationId xmlns:a16="http://schemas.microsoft.com/office/drawing/2014/main" id="{1961DA21-B797-4548-A811-31AA74E17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3788" y="3917950"/>
            <a:ext cx="79073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不仅是空间函数而且是时间的函数</a:t>
            </a:r>
            <a:r>
              <a:rPr lang="en-US" altLang="zh-CN" sz="2800"/>
              <a:t>,</a:t>
            </a:r>
            <a:r>
              <a:rPr lang="zh-CN" altLang="en-US" sz="2800"/>
              <a:t>内容丰富</a:t>
            </a:r>
            <a:r>
              <a:rPr lang="zh-CN" altLang="en-US" sz="2400" b="0"/>
              <a:t>。</a:t>
            </a:r>
          </a:p>
        </p:txBody>
      </p:sp>
      <p:sp>
        <p:nvSpPr>
          <p:cNvPr id="69666" name="Rectangle 34">
            <a:extLst>
              <a:ext uri="{FF2B5EF4-FFF2-40B4-BE49-F238E27FC236}">
                <a16:creationId xmlns:a16="http://schemas.microsoft.com/office/drawing/2014/main" id="{8D9753A7-A751-4AD9-945B-CEA36DAAAB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425" y="6019800"/>
            <a:ext cx="62484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zh-CN" altLang="en-US" sz="2800">
                <a:solidFill>
                  <a:srgbClr val="FF0000"/>
                </a:solidFill>
              </a:rPr>
              <a:t>指出</a:t>
            </a:r>
            <a:r>
              <a:rPr lang="zh-CN" altLang="en-US" sz="2800">
                <a:solidFill>
                  <a:srgbClr val="FF3300"/>
                </a:solidFill>
              </a:rPr>
              <a:t>  </a:t>
            </a:r>
            <a:r>
              <a:rPr lang="zh-CN" altLang="en-US" sz="2800"/>
              <a:t>光波就是电磁波。</a:t>
            </a:r>
          </a:p>
        </p:txBody>
      </p:sp>
      <p:sp>
        <p:nvSpPr>
          <p:cNvPr id="69667" name="Rectangle 35">
            <a:extLst>
              <a:ext uri="{FF2B5EF4-FFF2-40B4-BE49-F238E27FC236}">
                <a16:creationId xmlns:a16="http://schemas.microsoft.com/office/drawing/2014/main" id="{0686F75C-BC96-4D37-991C-ED0CDE081C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875" y="3460750"/>
            <a:ext cx="57753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/>
              <a:t>1º</a:t>
            </a:r>
            <a:r>
              <a:rPr lang="en-US" altLang="zh-CN" sz="2800" baseline="30000">
                <a:solidFill>
                  <a:schemeClr val="accent2"/>
                </a:solidFill>
              </a:rPr>
              <a:t> </a:t>
            </a:r>
            <a:r>
              <a:rPr lang="zh-CN" altLang="en-US" sz="2800"/>
              <a:t>麦克斯韦方程组中的</a:t>
            </a:r>
            <a:r>
              <a:rPr lang="en-US" altLang="zh-CN" sz="2800"/>
              <a:t>:</a:t>
            </a:r>
          </a:p>
        </p:txBody>
      </p:sp>
      <p:sp>
        <p:nvSpPr>
          <p:cNvPr id="69668" name="Rectangle 36">
            <a:extLst>
              <a:ext uri="{FF2B5EF4-FFF2-40B4-BE49-F238E27FC236}">
                <a16:creationId xmlns:a16="http://schemas.microsoft.com/office/drawing/2014/main" id="{FB7CDD1D-3754-471C-8309-867F1FF94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2663" y="4937125"/>
            <a:ext cx="61817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zh-CN" altLang="en-US" sz="2800">
                <a:solidFill>
                  <a:srgbClr val="FF0000"/>
                </a:solidFill>
              </a:rPr>
              <a:t>解释</a:t>
            </a:r>
            <a:r>
              <a:rPr lang="zh-CN" altLang="en-US" sz="2800">
                <a:solidFill>
                  <a:srgbClr val="FF3300"/>
                </a:solidFill>
              </a:rPr>
              <a:t>  </a:t>
            </a:r>
            <a:r>
              <a:rPr lang="zh-CN" altLang="en-US" sz="2800"/>
              <a:t>一切宏观的电磁现象；</a:t>
            </a:r>
          </a:p>
        </p:txBody>
      </p:sp>
      <p:sp>
        <p:nvSpPr>
          <p:cNvPr id="69669" name="Rectangle 37">
            <a:extLst>
              <a:ext uri="{FF2B5EF4-FFF2-40B4-BE49-F238E27FC236}">
                <a16:creationId xmlns:a16="http://schemas.microsoft.com/office/drawing/2014/main" id="{89E6B82D-941D-4DCE-8CDB-C7A30B647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5363" y="5486400"/>
            <a:ext cx="48006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>
                <a:solidFill>
                  <a:srgbClr val="FF0000"/>
                </a:solidFill>
              </a:rPr>
              <a:t>*</a:t>
            </a:r>
            <a:r>
              <a:rPr lang="zh-CN" altLang="en-US" sz="2800">
                <a:solidFill>
                  <a:srgbClr val="FF0000"/>
                </a:solidFill>
              </a:rPr>
              <a:t>预言</a:t>
            </a:r>
            <a:r>
              <a:rPr lang="zh-CN" altLang="en-US" sz="2800">
                <a:solidFill>
                  <a:srgbClr val="FF3300"/>
                </a:solidFill>
              </a:rPr>
              <a:t>  </a:t>
            </a:r>
            <a:r>
              <a:rPr lang="zh-CN" altLang="en-US" sz="2800"/>
              <a:t>电磁波的存在；</a:t>
            </a:r>
          </a:p>
        </p:txBody>
      </p:sp>
      <p:sp>
        <p:nvSpPr>
          <p:cNvPr id="69670" name="AutoShape 38">
            <a:extLst>
              <a:ext uri="{FF2B5EF4-FFF2-40B4-BE49-F238E27FC236}">
                <a16:creationId xmlns:a16="http://schemas.microsoft.com/office/drawing/2014/main" id="{CC2A5D4B-CF06-4B59-85EA-A48237876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0600" y="4919663"/>
            <a:ext cx="4019550" cy="1828800"/>
          </a:xfrm>
          <a:prstGeom prst="cloudCallout">
            <a:avLst>
              <a:gd name="adj1" fmla="val 42931"/>
              <a:gd name="adj2" fmla="val -37671"/>
            </a:avLst>
          </a:prstGeom>
          <a:gradFill rotWithShape="0">
            <a:gsLst>
              <a:gs pos="0">
                <a:srgbClr val="FFFFFF"/>
              </a:gs>
              <a:gs pos="100000">
                <a:srgbClr val="FFCCCC"/>
              </a:gs>
            </a:gsLst>
            <a:path path="rect">
              <a:fillToRect l="50000" t="50000" r="50000" b="50000"/>
            </a:path>
          </a:gradFill>
          <a:ln w="38100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麦方程并非完全对称，你是否想作修改</a:t>
            </a:r>
            <a:endParaRPr lang="zh-CN" altLang="en-US" sz="2400" b="0">
              <a:ea typeface="楷体_GB2312" pitchFamily="49" charset="-122"/>
            </a:endParaRPr>
          </a:p>
        </p:txBody>
      </p:sp>
      <p:sp>
        <p:nvSpPr>
          <p:cNvPr id="69671" name="Text Box 39">
            <a:extLst>
              <a:ext uri="{FF2B5EF4-FFF2-40B4-BE49-F238E27FC236}">
                <a16:creationId xmlns:a16="http://schemas.microsoft.com/office/drawing/2014/main" id="{8B2CFB3A-AC64-442D-AC45-7E4DEF42BB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0" y="5200650"/>
            <a:ext cx="1082675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8000">
                <a:solidFill>
                  <a:srgbClr val="FF0000"/>
                </a:solidFill>
              </a:rPr>
              <a:t>？</a:t>
            </a:r>
            <a:endParaRPr lang="zh-CN" altLang="en-US" sz="7200">
              <a:solidFill>
                <a:srgbClr val="FF0000"/>
              </a:solidFill>
            </a:endParaRPr>
          </a:p>
        </p:txBody>
      </p:sp>
      <p:grpSp>
        <p:nvGrpSpPr>
          <p:cNvPr id="2" name="Group 80">
            <a:extLst>
              <a:ext uri="{FF2B5EF4-FFF2-40B4-BE49-F238E27FC236}">
                <a16:creationId xmlns:a16="http://schemas.microsoft.com/office/drawing/2014/main" id="{BC419D51-8871-400E-8686-07DD8C2A1BD3}"/>
              </a:ext>
            </a:extLst>
          </p:cNvPr>
          <p:cNvGrpSpPr>
            <a:grpSpLocks/>
          </p:cNvGrpSpPr>
          <p:nvPr/>
        </p:nvGrpSpPr>
        <p:grpSpPr bwMode="auto">
          <a:xfrm>
            <a:off x="1001713" y="900113"/>
            <a:ext cx="4467225" cy="2508250"/>
            <a:chOff x="631" y="567"/>
            <a:chExt cx="2814" cy="1580"/>
          </a:xfrm>
        </p:grpSpPr>
        <p:sp>
          <p:nvSpPr>
            <p:cNvPr id="17428" name="AutoShape 68">
              <a:extLst>
                <a:ext uri="{FF2B5EF4-FFF2-40B4-BE49-F238E27FC236}">
                  <a16:creationId xmlns:a16="http://schemas.microsoft.com/office/drawing/2014/main" id="{E1DE732C-2EA8-4E38-ABE1-F8E83432A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716"/>
              <a:ext cx="200" cy="1209"/>
            </a:xfrm>
            <a:prstGeom prst="leftBrace">
              <a:avLst>
                <a:gd name="adj1" fmla="val 50375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7429" name="Object 69">
              <a:extLst>
                <a:ext uri="{FF2B5EF4-FFF2-40B4-BE49-F238E27FC236}">
                  <a16:creationId xmlns:a16="http://schemas.microsoft.com/office/drawing/2014/main" id="{F2724525-9E98-4A35-9857-B60EF30DD1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1" y="1153"/>
            <a:ext cx="52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6" name="剪辑" r:id="rId5" imgW="3152722" imgH="2905200" progId="MS_ClipArt_Gallery.2">
                    <p:embed/>
                  </p:oleObj>
                </mc:Choice>
                <mc:Fallback>
                  <p:oleObj name="剪辑" r:id="rId5" imgW="3152722" imgH="2905200" progId="MS_ClipArt_Gallery.2">
                    <p:embed/>
                    <p:pic>
                      <p:nvPicPr>
                        <p:cNvPr id="0" name="Object 6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" y="1153"/>
                          <a:ext cx="528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0" name="Object 70">
              <a:extLst>
                <a:ext uri="{FF2B5EF4-FFF2-40B4-BE49-F238E27FC236}">
                  <a16:creationId xmlns:a16="http://schemas.microsoft.com/office/drawing/2014/main" id="{BCE2A112-D414-4BE1-BDBE-C5DBEFD67DA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659"/>
            <a:ext cx="205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7" name="Equation" r:id="rId7" imgW="3581400" imgH="774700" progId="Equation.DSMT4">
                    <p:embed/>
                  </p:oleObj>
                </mc:Choice>
                <mc:Fallback>
                  <p:oleObj name="Equation" r:id="rId7" imgW="3581400" imgH="774700" progId="Equation.DSMT4">
                    <p:embed/>
                    <p:pic>
                      <p:nvPicPr>
                        <p:cNvPr id="0" name="Object 7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659"/>
                          <a:ext cx="205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1" name="Object 71">
              <a:extLst>
                <a:ext uri="{FF2B5EF4-FFF2-40B4-BE49-F238E27FC236}">
                  <a16:creationId xmlns:a16="http://schemas.microsoft.com/office/drawing/2014/main" id="{0DA81874-987E-4666-8130-F67784A77BE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887"/>
            <a:ext cx="178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8" name="Equation" r:id="rId9" imgW="2882900" imgH="774700" progId="Equation.DSMT4">
                    <p:embed/>
                  </p:oleObj>
                </mc:Choice>
                <mc:Fallback>
                  <p:oleObj name="Equation" r:id="rId9" imgW="2882900" imgH="774700" progId="Equation.DSMT4">
                    <p:embed/>
                    <p:pic>
                      <p:nvPicPr>
                        <p:cNvPr id="0" name="Object 7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887"/>
                          <a:ext cx="178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2" name="Object 72">
              <a:extLst>
                <a:ext uri="{FF2B5EF4-FFF2-40B4-BE49-F238E27FC236}">
                  <a16:creationId xmlns:a16="http://schemas.microsoft.com/office/drawing/2014/main" id="{72C91DAC-98D9-49D4-9995-B9A41EB33E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567"/>
            <a:ext cx="141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79" name="Equation" r:id="rId11" imgW="2667000" imgH="571500" progId="Equation.DSMT4">
                    <p:embed/>
                  </p:oleObj>
                </mc:Choice>
                <mc:Fallback>
                  <p:oleObj name="Equation" r:id="rId11" imgW="2667000" imgH="571500" progId="Equation.DSMT4">
                    <p:embed/>
                    <p:pic>
                      <p:nvPicPr>
                        <p:cNvPr id="0" name="Object 7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567"/>
                          <a:ext cx="141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33" name="Object 73">
              <a:extLst>
                <a:ext uri="{FF2B5EF4-FFF2-40B4-BE49-F238E27FC236}">
                  <a16:creationId xmlns:a16="http://schemas.microsoft.com/office/drawing/2014/main" id="{6C93D8D5-ADAF-426B-8762-590D3F8533F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380"/>
            <a:ext cx="106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480" name="Equation" r:id="rId13" imgW="1727200" imgH="571500" progId="Equation.DSMT4">
                    <p:embed/>
                  </p:oleObj>
                </mc:Choice>
                <mc:Fallback>
                  <p:oleObj name="Equation" r:id="rId13" imgW="1727200" imgH="571500" progId="Equation.DSMT4">
                    <p:embed/>
                    <p:pic>
                      <p:nvPicPr>
                        <p:cNvPr id="0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380"/>
                          <a:ext cx="106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4" name="Oval 74">
              <a:extLst>
                <a:ext uri="{FF2B5EF4-FFF2-40B4-BE49-F238E27FC236}">
                  <a16:creationId xmlns:a16="http://schemas.microsoft.com/office/drawing/2014/main" id="{3917263F-7914-47D9-A167-3F9431E35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67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5" name="Oval 75">
              <a:extLst>
                <a:ext uri="{FF2B5EF4-FFF2-40B4-BE49-F238E27FC236}">
                  <a16:creationId xmlns:a16="http://schemas.microsoft.com/office/drawing/2014/main" id="{08FEDF59-5517-468F-9903-34A2AC756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1092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6" name="Oval 76">
              <a:extLst>
                <a:ext uri="{FF2B5EF4-FFF2-40B4-BE49-F238E27FC236}">
                  <a16:creationId xmlns:a16="http://schemas.microsoft.com/office/drawing/2014/main" id="{8765ABC6-3A40-4D20-9B37-BC6A34BB32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149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7" name="Oval 77">
              <a:extLst>
                <a:ext uri="{FF2B5EF4-FFF2-40B4-BE49-F238E27FC236}">
                  <a16:creationId xmlns:a16="http://schemas.microsoft.com/office/drawing/2014/main" id="{62B9F5F7-3793-4A93-983F-AC24CCE558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86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7438" name="Text Box 78">
              <a:extLst>
                <a:ext uri="{FF2B5EF4-FFF2-40B4-BE49-F238E27FC236}">
                  <a16:creationId xmlns:a16="http://schemas.microsoft.com/office/drawing/2014/main" id="{95313A7A-AAB4-45FB-B446-DF492B31F8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1930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75" fill="hold"/>
                                        <p:tgtEl>
                                          <p:spTgt spid="69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1050"/>
                            </p:stCondLst>
                            <p:childTnLst>
                              <p:par>
                                <p:cTn id="1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75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0" fill="hold"/>
                                        <p:tgtEl>
                                          <p:spTgt spid="696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75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0" fill="hold"/>
                                        <p:tgtEl>
                                          <p:spTgt spid="696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75"/>
                                        <p:tgtEl>
                                          <p:spTgt spid="69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75"/>
                                        <p:tgtEl>
                                          <p:spTgt spid="69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9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9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9" dur="75"/>
                                        <p:tgtEl>
                                          <p:spTgt spid="69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75"/>
                                        <p:tgtEl>
                                          <p:spTgt spid="69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696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696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696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696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696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696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9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0" fill="hold"/>
                                        <p:tgtEl>
                                          <p:spTgt spid="696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0" fill="hold"/>
                                        <p:tgtEl>
                                          <p:spTgt spid="696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77" grpId="0" animBg="1"/>
      <p:bldP spid="69634" grpId="0" autoUpdateAnimBg="0"/>
      <p:bldP spid="69636" grpId="0" autoUpdateAnimBg="0"/>
      <p:bldP spid="69637" grpId="0" autoUpdateAnimBg="0"/>
      <p:bldP spid="69638" grpId="0" autoUpdateAnimBg="0"/>
      <p:bldP spid="69639" grpId="0" autoUpdateAnimBg="0"/>
      <p:bldP spid="69640" grpId="0" autoUpdateAnimBg="0"/>
      <p:bldP spid="69661" grpId="0" autoUpdateAnimBg="0"/>
      <p:bldP spid="69662" grpId="0" autoUpdateAnimBg="0"/>
      <p:bldP spid="69665" grpId="0" autoUpdateAnimBg="0"/>
      <p:bldP spid="69666" grpId="0" autoUpdateAnimBg="0"/>
      <p:bldP spid="69667" grpId="0" autoUpdateAnimBg="0"/>
      <p:bldP spid="69668" grpId="0" autoUpdateAnimBg="0"/>
      <p:bldP spid="69669" grpId="0" autoUpdateAnimBg="0"/>
      <p:bldP spid="69670" grpId="0" animBg="1"/>
      <p:bldP spid="6967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33">
            <a:extLst>
              <a:ext uri="{FF2B5EF4-FFF2-40B4-BE49-F238E27FC236}">
                <a16:creationId xmlns:a16="http://schemas.microsoft.com/office/drawing/2014/main" id="{FFE5328A-7DDB-421C-8385-E265A63CDC88}"/>
              </a:ext>
            </a:extLst>
          </p:cNvPr>
          <p:cNvGrpSpPr>
            <a:grpSpLocks/>
          </p:cNvGrpSpPr>
          <p:nvPr/>
        </p:nvGrpSpPr>
        <p:grpSpPr bwMode="auto">
          <a:xfrm>
            <a:off x="315913" y="436563"/>
            <a:ext cx="4411662" cy="2497137"/>
            <a:chOff x="631" y="567"/>
            <a:chExt cx="2814" cy="1580"/>
          </a:xfrm>
        </p:grpSpPr>
        <p:sp>
          <p:nvSpPr>
            <p:cNvPr id="18460" name="AutoShape 134">
              <a:extLst>
                <a:ext uri="{FF2B5EF4-FFF2-40B4-BE49-F238E27FC236}">
                  <a16:creationId xmlns:a16="http://schemas.microsoft.com/office/drawing/2014/main" id="{780A07D6-7D0F-4A26-8420-08645B44C32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1" y="716"/>
              <a:ext cx="200" cy="1209"/>
            </a:xfrm>
            <a:prstGeom prst="leftBrace">
              <a:avLst>
                <a:gd name="adj1" fmla="val 50375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61" name="Object 135">
              <a:extLst>
                <a:ext uri="{FF2B5EF4-FFF2-40B4-BE49-F238E27FC236}">
                  <a16:creationId xmlns:a16="http://schemas.microsoft.com/office/drawing/2014/main" id="{98CFC88A-D5E0-4EA6-A90B-9B856EECD88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31" y="1153"/>
            <a:ext cx="52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5" name="剪辑" r:id="rId3" imgW="3152722" imgH="2905200" progId="MS_ClipArt_Gallery.2">
                    <p:embed/>
                  </p:oleObj>
                </mc:Choice>
                <mc:Fallback>
                  <p:oleObj name="剪辑" r:id="rId3" imgW="3152722" imgH="2905200" progId="MS_ClipArt_Gallery.2">
                    <p:embed/>
                    <p:pic>
                      <p:nvPicPr>
                        <p:cNvPr id="0" name="Object 1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1" y="1153"/>
                          <a:ext cx="528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2" name="Object 136">
              <a:extLst>
                <a:ext uri="{FF2B5EF4-FFF2-40B4-BE49-F238E27FC236}">
                  <a16:creationId xmlns:a16="http://schemas.microsoft.com/office/drawing/2014/main" id="{A607BC0D-3B9A-41D5-82CD-48EF92B584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659"/>
            <a:ext cx="205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6" name="Equation" r:id="rId5" imgW="3581400" imgH="774700" progId="Equation.DSMT4">
                    <p:embed/>
                  </p:oleObj>
                </mc:Choice>
                <mc:Fallback>
                  <p:oleObj name="Equation" r:id="rId5" imgW="3581400" imgH="774700" progId="Equation.DSMT4">
                    <p:embed/>
                    <p:pic>
                      <p:nvPicPr>
                        <p:cNvPr id="0" name="Object 1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659"/>
                          <a:ext cx="205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3" name="Object 137">
              <a:extLst>
                <a:ext uri="{FF2B5EF4-FFF2-40B4-BE49-F238E27FC236}">
                  <a16:creationId xmlns:a16="http://schemas.microsoft.com/office/drawing/2014/main" id="{AAA2E02D-9C32-4EA5-A640-9AE068D2D06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887"/>
            <a:ext cx="178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7" name="Equation" r:id="rId7" imgW="2882900" imgH="774700" progId="Equation.DSMT4">
                    <p:embed/>
                  </p:oleObj>
                </mc:Choice>
                <mc:Fallback>
                  <p:oleObj name="Equation" r:id="rId7" imgW="2882900" imgH="774700" progId="Equation.DSMT4">
                    <p:embed/>
                    <p:pic>
                      <p:nvPicPr>
                        <p:cNvPr id="0" name="Object 1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887"/>
                          <a:ext cx="178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4" name="Object 138">
              <a:extLst>
                <a:ext uri="{FF2B5EF4-FFF2-40B4-BE49-F238E27FC236}">
                  <a16:creationId xmlns:a16="http://schemas.microsoft.com/office/drawing/2014/main" id="{2CB96F2D-C722-4EC3-801A-143A89C9AD3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567"/>
            <a:ext cx="141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8" name="Equation" r:id="rId9" imgW="2667000" imgH="571500" progId="Equation.DSMT4">
                    <p:embed/>
                  </p:oleObj>
                </mc:Choice>
                <mc:Fallback>
                  <p:oleObj name="Equation" r:id="rId9" imgW="2667000" imgH="571500" progId="Equation.DSMT4">
                    <p:embed/>
                    <p:pic>
                      <p:nvPicPr>
                        <p:cNvPr id="0" name="Object 1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567"/>
                          <a:ext cx="141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465" name="Object 139">
              <a:extLst>
                <a:ext uri="{FF2B5EF4-FFF2-40B4-BE49-F238E27FC236}">
                  <a16:creationId xmlns:a16="http://schemas.microsoft.com/office/drawing/2014/main" id="{EDD960CE-9598-4D95-AA91-7D00BE1F152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87" y="1380"/>
            <a:ext cx="106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59" name="Equation" r:id="rId11" imgW="1727200" imgH="571500" progId="Equation.DSMT4">
                    <p:embed/>
                  </p:oleObj>
                </mc:Choice>
                <mc:Fallback>
                  <p:oleObj name="Equation" r:id="rId11" imgW="1727200" imgH="571500" progId="Equation.DSMT4">
                    <p:embed/>
                    <p:pic>
                      <p:nvPicPr>
                        <p:cNvPr id="0" name="Object 1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87" y="1380"/>
                          <a:ext cx="106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66" name="Oval 140">
              <a:extLst>
                <a:ext uri="{FF2B5EF4-FFF2-40B4-BE49-F238E27FC236}">
                  <a16:creationId xmlns:a16="http://schemas.microsoft.com/office/drawing/2014/main" id="{17FA1A97-F038-40D7-A2BA-CD26F58B3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7" y="67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67" name="Oval 141">
              <a:extLst>
                <a:ext uri="{FF2B5EF4-FFF2-40B4-BE49-F238E27FC236}">
                  <a16:creationId xmlns:a16="http://schemas.microsoft.com/office/drawing/2014/main" id="{19D641B8-55B1-455F-A6A0-33F75DC558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4" y="1092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68" name="Oval 142">
              <a:extLst>
                <a:ext uri="{FF2B5EF4-FFF2-40B4-BE49-F238E27FC236}">
                  <a16:creationId xmlns:a16="http://schemas.microsoft.com/office/drawing/2014/main" id="{FECE0134-2E6B-42F8-A671-CE9859A3EF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3" y="149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69" name="Oval 143">
              <a:extLst>
                <a:ext uri="{FF2B5EF4-FFF2-40B4-BE49-F238E27FC236}">
                  <a16:creationId xmlns:a16="http://schemas.microsoft.com/office/drawing/2014/main" id="{DC17E0AB-C0B2-4B39-B0B8-646B7A47D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88" y="186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70" name="Text Box 144">
              <a:extLst>
                <a:ext uri="{FF2B5EF4-FFF2-40B4-BE49-F238E27FC236}">
                  <a16:creationId xmlns:a16="http://schemas.microsoft.com/office/drawing/2014/main" id="{2779EFF6-17E8-40C3-985D-D82C8C630F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48" y="1930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sp>
        <p:nvSpPr>
          <p:cNvPr id="70788" name="AutoShape 132">
            <a:extLst>
              <a:ext uri="{FF2B5EF4-FFF2-40B4-BE49-F238E27FC236}">
                <a16:creationId xmlns:a16="http://schemas.microsoft.com/office/drawing/2014/main" id="{A3DB04F9-A923-4FF2-83CB-EA3445B39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8" y="4157663"/>
            <a:ext cx="1547812" cy="1008062"/>
          </a:xfrm>
          <a:prstGeom prst="irregularSeal1">
            <a:avLst/>
          </a:prstGeom>
          <a:solidFill>
            <a:srgbClr val="FFFF66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70677" name="Text Box 21">
            <a:extLst>
              <a:ext uri="{FF2B5EF4-FFF2-40B4-BE49-F238E27FC236}">
                <a16:creationId xmlns:a16="http://schemas.microsoft.com/office/drawing/2014/main" id="{46636913-8B75-4D5B-AD92-7B01DB37A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4268788"/>
            <a:ext cx="16271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3600">
                <a:solidFill>
                  <a:srgbClr val="FF0000"/>
                </a:solidFill>
                <a:ea typeface="隶书" panose="02010509060101010101" pitchFamily="49" charset="-122"/>
              </a:rPr>
              <a:t>注：</a:t>
            </a:r>
          </a:p>
        </p:txBody>
      </p:sp>
      <p:sp>
        <p:nvSpPr>
          <p:cNvPr id="70678" name="Text Box 22">
            <a:extLst>
              <a:ext uri="{FF2B5EF4-FFF2-40B4-BE49-F238E27FC236}">
                <a16:creationId xmlns:a16="http://schemas.microsoft.com/office/drawing/2014/main" id="{D530F33F-FF8E-427A-AF27-E7927705FB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6925" y="4852988"/>
            <a:ext cx="8283575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无论是否有自由磁荷、磁流存在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麦克斯韦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方程组不受影响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它是电磁运动普遍规律的精髓、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电磁场理论的基石，并经受了实践的检验</a:t>
            </a:r>
            <a:r>
              <a:rPr lang="en-US" altLang="zh-CN" sz="2800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已成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为现代电子学、无线电学等学科的理论基础。</a:t>
            </a:r>
          </a:p>
        </p:txBody>
      </p:sp>
      <p:sp>
        <p:nvSpPr>
          <p:cNvPr id="70679" name="Text Box 23">
            <a:extLst>
              <a:ext uri="{FF2B5EF4-FFF2-40B4-BE49-F238E27FC236}">
                <a16:creationId xmlns:a16="http://schemas.microsoft.com/office/drawing/2014/main" id="{CAC1B465-B1F0-4460-BDDE-8EC862FEF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3346450"/>
            <a:ext cx="46085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1931</a:t>
            </a:r>
            <a:r>
              <a:rPr lang="zh-CN" altLang="en-US" sz="2800"/>
              <a:t>年狄拉克预言：</a:t>
            </a:r>
          </a:p>
        </p:txBody>
      </p:sp>
      <p:graphicFrame>
        <p:nvGraphicFramePr>
          <p:cNvPr id="70680" name="Object 24">
            <a:extLst>
              <a:ext uri="{FF2B5EF4-FFF2-40B4-BE49-F238E27FC236}">
                <a16:creationId xmlns:a16="http://schemas.microsoft.com/office/drawing/2014/main" id="{AB81C71B-0F3F-43CF-B9A4-5041E811C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30675" y="3151188"/>
          <a:ext cx="163036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0" name="Equation" r:id="rId13" imgW="1752600" imgH="774700" progId="Equation.DSMT4">
                  <p:embed/>
                </p:oleObj>
              </mc:Choice>
              <mc:Fallback>
                <p:oleObj name="Equation" r:id="rId13" imgW="1752600" imgH="7747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0675" y="3151188"/>
                        <a:ext cx="1630363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81" name="Text Box 25">
            <a:extLst>
              <a:ext uri="{FF2B5EF4-FFF2-40B4-BE49-F238E27FC236}">
                <a16:creationId xmlns:a16="http://schemas.microsoft.com/office/drawing/2014/main" id="{0DE5D79B-9E50-4450-963E-111130096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68638" y="3941763"/>
            <a:ext cx="1885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/>
              <a:t>n =</a:t>
            </a:r>
            <a:r>
              <a:rPr lang="en-US" altLang="zh-CN" sz="2800"/>
              <a:t>1</a:t>
            </a:r>
          </a:p>
        </p:txBody>
      </p:sp>
      <p:graphicFrame>
        <p:nvGraphicFramePr>
          <p:cNvPr id="70682" name="Object 26">
            <a:extLst>
              <a:ext uri="{FF2B5EF4-FFF2-40B4-BE49-F238E27FC236}">
                <a16:creationId xmlns:a16="http://schemas.microsoft.com/office/drawing/2014/main" id="{7DB01A14-D60F-4CA6-BE60-B8AE27D065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6388" y="3981450"/>
          <a:ext cx="1460500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1" name="Equation" r:id="rId15" imgW="1497950" imgH="431613" progId="Equation.DSMT4">
                  <p:embed/>
                </p:oleObj>
              </mc:Choice>
              <mc:Fallback>
                <p:oleObj name="Equation" r:id="rId15" imgW="1497950" imgH="431613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8" y="3981450"/>
                        <a:ext cx="1460500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99" name="Text Box 43">
            <a:extLst>
              <a:ext uri="{FF2B5EF4-FFF2-40B4-BE49-F238E27FC236}">
                <a16:creationId xmlns:a16="http://schemas.microsoft.com/office/drawing/2014/main" id="{6167290F-9430-4ED0-9CB1-558E84EFBE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547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13</a:t>
            </a:r>
          </a:p>
        </p:txBody>
      </p:sp>
      <p:sp>
        <p:nvSpPr>
          <p:cNvPr id="70700" name="Text Box 44">
            <a:extLst>
              <a:ext uri="{FF2B5EF4-FFF2-40B4-BE49-F238E27FC236}">
                <a16:creationId xmlns:a16="http://schemas.microsoft.com/office/drawing/2014/main" id="{799B2741-F018-473E-AA58-D38D007CB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3575" y="2851150"/>
            <a:ext cx="3116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3.</a:t>
            </a:r>
            <a:r>
              <a:rPr lang="zh-CN" altLang="en-US" sz="2800"/>
              <a:t>磁单极</a:t>
            </a:r>
          </a:p>
        </p:txBody>
      </p:sp>
      <p:graphicFrame>
        <p:nvGraphicFramePr>
          <p:cNvPr id="70701" name="Object 45">
            <a:extLst>
              <a:ext uri="{FF2B5EF4-FFF2-40B4-BE49-F238E27FC236}">
                <a16:creationId xmlns:a16="http://schemas.microsoft.com/office/drawing/2014/main" id="{BFC8DFED-3AD7-41CF-9911-F22B407C11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17975" y="4405313"/>
          <a:ext cx="22193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2" name="Equation" r:id="rId17" imgW="2311400" imgH="482600" progId="Equation.DSMT4">
                  <p:embed/>
                </p:oleObj>
              </mc:Choice>
              <mc:Fallback>
                <p:oleObj name="Equation" r:id="rId17" imgW="2311400" imgH="482600" progId="Equation.DSMT4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7975" y="4405313"/>
                        <a:ext cx="22193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40" name="Object 84">
            <a:extLst>
              <a:ext uri="{FF2B5EF4-FFF2-40B4-BE49-F238E27FC236}">
                <a16:creationId xmlns:a16="http://schemas.microsoft.com/office/drawing/2014/main" id="{6166D3E4-3BBC-415A-9D71-E0909FB89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1716088"/>
          <a:ext cx="1181100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3" name="Equation" r:id="rId19" imgW="1152657" imgH="428760" progId="Equation.DSMT4">
                  <p:embed/>
                </p:oleObj>
              </mc:Choice>
              <mc:Fallback>
                <p:oleObj name="Equation" r:id="rId19" imgW="1152657" imgH="428760" progId="Equation.DSMT4">
                  <p:embed/>
                  <p:pic>
                    <p:nvPicPr>
                      <p:cNvPr id="0" name="Object 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4763" y="1716088"/>
                        <a:ext cx="1181100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741" name="Object 85">
            <a:extLst>
              <a:ext uri="{FF2B5EF4-FFF2-40B4-BE49-F238E27FC236}">
                <a16:creationId xmlns:a16="http://schemas.microsoft.com/office/drawing/2014/main" id="{B049A948-1211-42BA-BBA1-0F9DFB5B198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15113" y="1109663"/>
          <a:ext cx="34766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64" name="Equation" r:id="rId21" imgW="276346" imgH="362070" progId="Equation.DSMT4">
                  <p:embed/>
                </p:oleObj>
              </mc:Choice>
              <mc:Fallback>
                <p:oleObj name="Equation" r:id="rId21" imgW="276346" imgH="362070" progId="Equation.DSMT4">
                  <p:embed/>
                  <p:pic>
                    <p:nvPicPr>
                      <p:cNvPr id="0" name="Objec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5113" y="1109663"/>
                        <a:ext cx="34766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753" name="Text Box 97">
            <a:extLst>
              <a:ext uri="{FF2B5EF4-FFF2-40B4-BE49-F238E27FC236}">
                <a16:creationId xmlns:a16="http://schemas.microsoft.com/office/drawing/2014/main" id="{FC184079-AB03-463E-8BFA-94E058324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9263" y="3933825"/>
            <a:ext cx="12287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(C)</a:t>
            </a:r>
          </a:p>
        </p:txBody>
      </p:sp>
      <p:sp>
        <p:nvSpPr>
          <p:cNvPr id="70698" name="AutoShape 42">
            <a:extLst>
              <a:ext uri="{FF2B5EF4-FFF2-40B4-BE49-F238E27FC236}">
                <a16:creationId xmlns:a16="http://schemas.microsoft.com/office/drawing/2014/main" id="{D8238979-8310-472C-B3C4-D2B0F4278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988" y="44450"/>
            <a:ext cx="2438400" cy="1371600"/>
          </a:xfrm>
          <a:prstGeom prst="cloudCallout">
            <a:avLst>
              <a:gd name="adj1" fmla="val 63477"/>
              <a:gd name="adj2" fmla="val 65856"/>
            </a:avLst>
          </a:prstGeom>
          <a:gradFill rotWithShape="0">
            <a:gsLst>
              <a:gs pos="0">
                <a:schemeClr val="bg1"/>
              </a:gs>
              <a:gs pos="100000">
                <a:srgbClr val="66FFFF"/>
              </a:gs>
            </a:gsLst>
            <a:path path="rect">
              <a:fillToRect l="50000" t="50000" r="50000" b="50000"/>
            </a:path>
          </a:gradFill>
          <a:ln w="28575">
            <a:solidFill>
              <a:srgbClr val="FF0000"/>
            </a:solidFill>
            <a:prstDash val="sysDot"/>
            <a:round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磁单极是否存在</a:t>
            </a: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?</a:t>
            </a:r>
          </a:p>
        </p:txBody>
      </p:sp>
      <p:grpSp>
        <p:nvGrpSpPr>
          <p:cNvPr id="3" name="Group 145">
            <a:extLst>
              <a:ext uri="{FF2B5EF4-FFF2-40B4-BE49-F238E27FC236}">
                <a16:creationId xmlns:a16="http://schemas.microsoft.com/office/drawing/2014/main" id="{439EB181-EE6D-4204-A47B-375F17B7CB6F}"/>
              </a:ext>
            </a:extLst>
          </p:cNvPr>
          <p:cNvGrpSpPr>
            <a:grpSpLocks/>
          </p:cNvGrpSpPr>
          <p:nvPr/>
        </p:nvGrpSpPr>
        <p:grpSpPr bwMode="auto">
          <a:xfrm>
            <a:off x="4667250" y="465138"/>
            <a:ext cx="3644900" cy="2439987"/>
            <a:chOff x="2940" y="293"/>
            <a:chExt cx="2296" cy="1537"/>
          </a:xfrm>
        </p:grpSpPr>
        <p:sp>
          <p:nvSpPr>
            <p:cNvPr id="18450" name="AutoShape 76">
              <a:extLst>
                <a:ext uri="{FF2B5EF4-FFF2-40B4-BE49-F238E27FC236}">
                  <a16:creationId xmlns:a16="http://schemas.microsoft.com/office/drawing/2014/main" id="{8927FB57-2105-41EE-B497-77383C27E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409"/>
              <a:ext cx="183" cy="1216"/>
            </a:xfrm>
            <a:prstGeom prst="leftBrace">
              <a:avLst>
                <a:gd name="adj1" fmla="val 55373"/>
                <a:gd name="adj2" fmla="val 50000"/>
              </a:avLst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1" name="Object 80">
              <a:extLst>
                <a:ext uri="{FF2B5EF4-FFF2-40B4-BE49-F238E27FC236}">
                  <a16:creationId xmlns:a16="http://schemas.microsoft.com/office/drawing/2014/main" id="{783A6C7A-684C-420D-8AC3-B7E2E355D78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293"/>
            <a:ext cx="1309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5" name="Equation" r:id="rId23" imgW="2654300" imgH="571500" progId="Equation.DSMT4">
                    <p:embed/>
                  </p:oleObj>
                </mc:Choice>
                <mc:Fallback>
                  <p:oleObj name="Equation" r:id="rId23" imgW="2654300" imgH="571500" progId="Equation.DSMT4">
                    <p:embed/>
                    <p:pic>
                      <p:nvPicPr>
                        <p:cNvPr id="0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293"/>
                          <a:ext cx="1309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2" name="Oval 93">
              <a:extLst>
                <a:ext uri="{FF2B5EF4-FFF2-40B4-BE49-F238E27FC236}">
                  <a16:creationId xmlns:a16="http://schemas.microsoft.com/office/drawing/2014/main" id="{C84A57BE-4AD8-4A2A-9925-87EAB463E8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3" y="392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3" name="Object 81">
              <a:extLst>
                <a:ext uri="{FF2B5EF4-FFF2-40B4-BE49-F238E27FC236}">
                  <a16:creationId xmlns:a16="http://schemas.microsoft.com/office/drawing/2014/main" id="{F40BC3AF-1851-4E33-84EA-63633EB4666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1078"/>
            <a:ext cx="807" cy="3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6" name="Equation" r:id="rId25" imgW="1473200" imgH="571500" progId="Equation.DSMT4">
                    <p:embed/>
                  </p:oleObj>
                </mc:Choice>
                <mc:Fallback>
                  <p:oleObj name="Equation" r:id="rId25" imgW="1473200" imgH="571500" progId="Equation.DSMT4">
                    <p:embed/>
                    <p:pic>
                      <p:nvPicPr>
                        <p:cNvPr id="0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1078"/>
                          <a:ext cx="807" cy="3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4" name="Oval 94">
              <a:extLst>
                <a:ext uri="{FF2B5EF4-FFF2-40B4-BE49-F238E27FC236}">
                  <a16:creationId xmlns:a16="http://schemas.microsoft.com/office/drawing/2014/main" id="{269479B4-B229-441E-966D-4576FB7D3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9" y="1189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5" name="Object 79">
              <a:extLst>
                <a:ext uri="{FF2B5EF4-FFF2-40B4-BE49-F238E27FC236}">
                  <a16:creationId xmlns:a16="http://schemas.microsoft.com/office/drawing/2014/main" id="{123CA4A0-82A4-45D9-9640-26A84C961E2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599"/>
            <a:ext cx="2060" cy="4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7" name="Equation" r:id="rId27" imgW="3517900" imgH="774700" progId="Equation.DSMT4">
                    <p:embed/>
                  </p:oleObj>
                </mc:Choice>
                <mc:Fallback>
                  <p:oleObj name="Equation" r:id="rId27" imgW="3517900" imgH="774700" progId="Equation.DSMT4">
                    <p:embed/>
                    <p:pic>
                      <p:nvPicPr>
                        <p:cNvPr id="0" name="Object 7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599"/>
                          <a:ext cx="2060" cy="49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6" name="Oval 95">
              <a:extLst>
                <a:ext uri="{FF2B5EF4-FFF2-40B4-BE49-F238E27FC236}">
                  <a16:creationId xmlns:a16="http://schemas.microsoft.com/office/drawing/2014/main" id="{7027D3F7-C2E1-4DB6-ACBB-24F3ACE0A4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9" y="818"/>
              <a:ext cx="87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8457" name="Object 124">
              <a:extLst>
                <a:ext uri="{FF2B5EF4-FFF2-40B4-BE49-F238E27FC236}">
                  <a16:creationId xmlns:a16="http://schemas.microsoft.com/office/drawing/2014/main" id="{CD962AB6-EE69-4345-BC53-1203653A5FD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59" y="1340"/>
            <a:ext cx="2077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568" name="Equation" r:id="rId29" imgW="3581400" imgH="774700" progId="Equation.DSMT4">
                    <p:embed/>
                  </p:oleObj>
                </mc:Choice>
                <mc:Fallback>
                  <p:oleObj name="Equation" r:id="rId29" imgW="3581400" imgH="774700" progId="Equation.DSMT4">
                    <p:embed/>
                    <p:pic>
                      <p:nvPicPr>
                        <p:cNvPr id="0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9" y="1340"/>
                          <a:ext cx="2077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458" name="Oval 125">
              <a:extLst>
                <a:ext uri="{FF2B5EF4-FFF2-40B4-BE49-F238E27FC236}">
                  <a16:creationId xmlns:a16="http://schemas.microsoft.com/office/drawing/2014/main" id="{DC45C88E-7F1D-45A0-BC04-6D0C6FBC6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6" y="1553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8459" name="Text Box 126">
              <a:extLst>
                <a:ext uri="{FF2B5EF4-FFF2-40B4-BE49-F238E27FC236}">
                  <a16:creationId xmlns:a16="http://schemas.microsoft.com/office/drawing/2014/main" id="{BAFF70F4-EA3F-4CAF-BD7A-01AAFCB019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19" y="1618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07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07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3" dur="500"/>
                                        <p:tgtEl>
                                          <p:spTgt spid="70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8" dur="500"/>
                                        <p:tgtEl>
                                          <p:spTgt spid="7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9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0" fill="hold"/>
                                        <p:tgtEl>
                                          <p:spTgt spid="707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0" fill="hold"/>
                                        <p:tgtEl>
                                          <p:spTgt spid="707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9" dur="500"/>
                                        <p:tgtEl>
                                          <p:spTgt spid="7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06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2" dur="500"/>
                                        <p:tgtEl>
                                          <p:spTgt spid="7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706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707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500" tmFilter="0,0; .5, 1; 1, 1"/>
                                        <p:tgtEl>
                                          <p:spTgt spid="70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707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6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07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707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7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788" grpId="0" animBg="1"/>
      <p:bldP spid="70677" grpId="0" autoUpdateAnimBg="0"/>
      <p:bldP spid="70678" grpId="0" autoUpdateAnimBg="0"/>
      <p:bldP spid="70679" grpId="0" autoUpdateAnimBg="0"/>
      <p:bldP spid="70681" grpId="0" autoUpdateAnimBg="0"/>
      <p:bldP spid="70699" grpId="0" autoUpdateAnimBg="0"/>
      <p:bldP spid="70700" grpId="0"/>
      <p:bldP spid="70753" grpId="0"/>
      <p:bldP spid="70698" grpId="0" animBg="1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97" name="AutoShape 49">
            <a:extLst>
              <a:ext uri="{FF2B5EF4-FFF2-40B4-BE49-F238E27FC236}">
                <a16:creationId xmlns:a16="http://schemas.microsoft.com/office/drawing/2014/main" id="{4CB11BCF-0973-489C-A677-371C1393B6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3357563"/>
            <a:ext cx="2863850" cy="2881312"/>
          </a:xfrm>
          <a:prstGeom prst="rightArrowCallout">
            <a:avLst>
              <a:gd name="adj1" fmla="val 13806"/>
              <a:gd name="adj2" fmla="val 14244"/>
              <a:gd name="adj3" fmla="val 8370"/>
              <a:gd name="adj4" fmla="val 82704"/>
            </a:avLst>
          </a:prstGeom>
          <a:solidFill>
            <a:srgbClr val="EAEAEA"/>
          </a:solidFill>
          <a:ln w="28575">
            <a:solidFill>
              <a:srgbClr val="FF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sp>
        <p:nvSpPr>
          <p:cNvPr id="104498" name="Text Box 50">
            <a:extLst>
              <a:ext uri="{FF2B5EF4-FFF2-40B4-BE49-F238E27FC236}">
                <a16:creationId xmlns:a16="http://schemas.microsoft.com/office/drawing/2014/main" id="{DF5381BE-8720-46BC-B716-6F8155B12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8938" y="3413125"/>
            <a:ext cx="639762" cy="2743200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微分形式</a:t>
            </a:r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DD580E84-B991-4740-B0A2-8618D4BB1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371475"/>
            <a:ext cx="63738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4.</a:t>
            </a:r>
            <a:r>
              <a:rPr lang="zh-CN" altLang="en-US" sz="2800">
                <a:solidFill>
                  <a:schemeClr val="tx2"/>
                </a:solidFill>
              </a:rPr>
              <a:t>麦克斯韦方程组的微分形式</a:t>
            </a:r>
          </a:p>
        </p:txBody>
      </p:sp>
      <p:sp>
        <p:nvSpPr>
          <p:cNvPr id="104452" name="Rectangle 4">
            <a:extLst>
              <a:ext uri="{FF2B5EF4-FFF2-40B4-BE49-F238E27FC236}">
                <a16:creationId xmlns:a16="http://schemas.microsoft.com/office/drawing/2014/main" id="{8583C3BA-918E-4439-8FD4-04C45A662F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1509713"/>
            <a:ext cx="32210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Gauss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定理</a:t>
            </a:r>
          </a:p>
        </p:txBody>
      </p:sp>
      <p:sp>
        <p:nvSpPr>
          <p:cNvPr id="104455" name="Rectangle 7">
            <a:extLst>
              <a:ext uri="{FF2B5EF4-FFF2-40B4-BE49-F238E27FC236}">
                <a16:creationId xmlns:a16="http://schemas.microsoft.com/office/drawing/2014/main" id="{2CD8419E-920B-4A9E-ADA5-812423D131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1788" y="2195513"/>
            <a:ext cx="32877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Stokes</a:t>
            </a:r>
            <a:r>
              <a:rPr lang="zh-CN" altLang="en-US" sz="2800">
                <a:solidFill>
                  <a:schemeClr val="tx2"/>
                </a:solidFill>
              </a:rPr>
              <a:t>定理</a:t>
            </a:r>
          </a:p>
        </p:txBody>
      </p:sp>
      <p:sp>
        <p:nvSpPr>
          <p:cNvPr id="104465" name="Rectangle 17">
            <a:extLst>
              <a:ext uri="{FF2B5EF4-FFF2-40B4-BE49-F238E27FC236}">
                <a16:creationId xmlns:a16="http://schemas.microsoft.com/office/drawing/2014/main" id="{57834B5D-DF7F-481A-9422-8BC23ECC9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977900"/>
            <a:ext cx="4038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ea typeface="楷体_GB2312" pitchFamily="49" charset="-122"/>
              </a:rPr>
              <a:t>数学定理</a:t>
            </a:r>
          </a:p>
        </p:txBody>
      </p:sp>
      <p:grpSp>
        <p:nvGrpSpPr>
          <p:cNvPr id="2" name="Group 52">
            <a:extLst>
              <a:ext uri="{FF2B5EF4-FFF2-40B4-BE49-F238E27FC236}">
                <a16:creationId xmlns:a16="http://schemas.microsoft.com/office/drawing/2014/main" id="{C99F44C6-8AF7-4990-84B4-923914C40363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1493838"/>
            <a:ext cx="3276600" cy="604837"/>
            <a:chOff x="2508" y="941"/>
            <a:chExt cx="2064" cy="381"/>
          </a:xfrm>
        </p:grpSpPr>
        <p:graphicFrame>
          <p:nvGraphicFramePr>
            <p:cNvPr id="19486" name="Object 5">
              <a:extLst>
                <a:ext uri="{FF2B5EF4-FFF2-40B4-BE49-F238E27FC236}">
                  <a16:creationId xmlns:a16="http://schemas.microsoft.com/office/drawing/2014/main" id="{B085AA35-4ABF-4684-91FB-85ECCF22316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508" y="941"/>
            <a:ext cx="2064" cy="3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4" name="Equation" r:id="rId3" imgW="3327400" imgH="571500" progId="Equation.DSMT4">
                    <p:embed/>
                  </p:oleObj>
                </mc:Choice>
                <mc:Fallback>
                  <p:oleObj name="Equation" r:id="rId3" imgW="3327400" imgH="571500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08" y="941"/>
                          <a:ext cx="2064" cy="3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7" name="Oval 18">
              <a:extLst>
                <a:ext uri="{FF2B5EF4-FFF2-40B4-BE49-F238E27FC236}">
                  <a16:creationId xmlns:a16="http://schemas.microsoft.com/office/drawing/2014/main" id="{763DA441-6D93-49FC-9F0B-B07D2974DE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4" y="1077"/>
              <a:ext cx="93" cy="10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graphicFrame>
        <p:nvGraphicFramePr>
          <p:cNvPr id="104472" name="Object 24">
            <a:extLst>
              <a:ext uri="{FF2B5EF4-FFF2-40B4-BE49-F238E27FC236}">
                <a16:creationId xmlns:a16="http://schemas.microsoft.com/office/drawing/2014/main" id="{C1DFAEA7-7095-44A9-978E-C514E3163A6C}"/>
              </a:ext>
            </a:extLst>
          </p:cNvPr>
          <p:cNvGraphicFramePr>
            <a:graphicFrameLocks/>
          </p:cNvGraphicFramePr>
          <p:nvPr/>
        </p:nvGraphicFramePr>
        <p:xfrm>
          <a:off x="5297488" y="3898900"/>
          <a:ext cx="1798637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5" name="Equation" r:id="rId5" imgW="1981200" imgH="914400" progId="Equation.DSMT4">
                  <p:embed/>
                </p:oleObj>
              </mc:Choice>
              <mc:Fallback>
                <p:oleObj name="Equation" r:id="rId5" imgW="1981200" imgH="914400" progId="Equation.DSMT4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3898900"/>
                        <a:ext cx="1798637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3" name="Object 25">
            <a:extLst>
              <a:ext uri="{FF2B5EF4-FFF2-40B4-BE49-F238E27FC236}">
                <a16:creationId xmlns:a16="http://schemas.microsoft.com/office/drawing/2014/main" id="{0ABC6CC7-F158-4AF3-BC7F-5DC920E406FF}"/>
              </a:ext>
            </a:extLst>
          </p:cNvPr>
          <p:cNvGraphicFramePr>
            <a:graphicFrameLocks/>
          </p:cNvGraphicFramePr>
          <p:nvPr/>
        </p:nvGraphicFramePr>
        <p:xfrm>
          <a:off x="5297488" y="4854575"/>
          <a:ext cx="13081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6" name="Equation" r:id="rId7" imgW="1256755" imgH="406224" progId="Equation.DSMT4">
                  <p:embed/>
                </p:oleObj>
              </mc:Choice>
              <mc:Fallback>
                <p:oleObj name="Equation" r:id="rId7" imgW="1256755" imgH="406224" progId="Equation.DSMT4">
                  <p:embed/>
                  <p:pic>
                    <p:nvPicPr>
                      <p:cNvPr id="0" name="Object 25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7488" y="4854575"/>
                        <a:ext cx="13081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4" name="Object 26">
            <a:extLst>
              <a:ext uri="{FF2B5EF4-FFF2-40B4-BE49-F238E27FC236}">
                <a16:creationId xmlns:a16="http://schemas.microsoft.com/office/drawing/2014/main" id="{34C96FAD-8A59-41BC-92F1-2AB33F0E8E03}"/>
              </a:ext>
            </a:extLst>
          </p:cNvPr>
          <p:cNvGraphicFramePr>
            <a:graphicFrameLocks/>
          </p:cNvGraphicFramePr>
          <p:nvPr/>
        </p:nvGraphicFramePr>
        <p:xfrm>
          <a:off x="5286375" y="3402013"/>
          <a:ext cx="1257300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7" name="Equation" r:id="rId9" imgW="1409088" imgH="482391" progId="Equation.DSMT4">
                  <p:embed/>
                </p:oleObj>
              </mc:Choice>
              <mc:Fallback>
                <p:oleObj name="Equation" r:id="rId9" imgW="1409088" imgH="482391" progId="Equation.DSMT4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6375" y="3402013"/>
                        <a:ext cx="1257300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475" name="Object 27">
            <a:extLst>
              <a:ext uri="{FF2B5EF4-FFF2-40B4-BE49-F238E27FC236}">
                <a16:creationId xmlns:a16="http://schemas.microsoft.com/office/drawing/2014/main" id="{051C888F-BA7D-476D-95A6-D2D0E308860A}"/>
              </a:ext>
            </a:extLst>
          </p:cNvPr>
          <p:cNvGraphicFramePr>
            <a:graphicFrameLocks/>
          </p:cNvGraphicFramePr>
          <p:nvPr/>
        </p:nvGraphicFramePr>
        <p:xfrm>
          <a:off x="5310188" y="5346700"/>
          <a:ext cx="1990725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58" name="Equation" r:id="rId11" imgW="2349500" imgH="914400" progId="Equation.DSMT4">
                  <p:embed/>
                </p:oleObj>
              </mc:Choice>
              <mc:Fallback>
                <p:oleObj name="Equation" r:id="rId11" imgW="2349500" imgH="914400" progId="Equation.DSMT4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0188" y="5346700"/>
                        <a:ext cx="1990725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482" name="Text Box 34">
            <a:extLst>
              <a:ext uri="{FF2B5EF4-FFF2-40B4-BE49-F238E27FC236}">
                <a16:creationId xmlns:a16="http://schemas.microsoft.com/office/drawing/2014/main" id="{532FDC1D-4A20-452D-BD46-EA7227C2C7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2832100"/>
            <a:ext cx="50863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</a:rPr>
              <a:t>麦克斯韦方程组</a:t>
            </a:r>
            <a:r>
              <a:rPr lang="zh-CN" altLang="en-US" sz="2800"/>
              <a:t>积分形式</a:t>
            </a:r>
          </a:p>
        </p:txBody>
      </p:sp>
      <p:grpSp>
        <p:nvGrpSpPr>
          <p:cNvPr id="3" name="Group 48">
            <a:extLst>
              <a:ext uri="{FF2B5EF4-FFF2-40B4-BE49-F238E27FC236}">
                <a16:creationId xmlns:a16="http://schemas.microsoft.com/office/drawing/2014/main" id="{6EFCF770-4ADC-42B3-BF2B-382E682C7AE9}"/>
              </a:ext>
            </a:extLst>
          </p:cNvPr>
          <p:cNvGrpSpPr>
            <a:grpSpLocks/>
          </p:cNvGrpSpPr>
          <p:nvPr/>
        </p:nvGrpSpPr>
        <p:grpSpPr bwMode="auto">
          <a:xfrm>
            <a:off x="495300" y="3463925"/>
            <a:ext cx="4478338" cy="2719388"/>
            <a:chOff x="298" y="2154"/>
            <a:chExt cx="2821" cy="1713"/>
          </a:xfrm>
        </p:grpSpPr>
        <p:sp>
          <p:nvSpPr>
            <p:cNvPr id="19475" name="AutoShape 37">
              <a:extLst>
                <a:ext uri="{FF2B5EF4-FFF2-40B4-BE49-F238E27FC236}">
                  <a16:creationId xmlns:a16="http://schemas.microsoft.com/office/drawing/2014/main" id="{4F1A82C6-72EC-446E-9847-78B50BCAD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" y="2284"/>
              <a:ext cx="234" cy="1382"/>
            </a:xfrm>
            <a:prstGeom prst="leftBrace">
              <a:avLst>
                <a:gd name="adj1" fmla="val 49217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graphicFrame>
          <p:nvGraphicFramePr>
            <p:cNvPr id="19476" name="Object 38">
              <a:extLst>
                <a:ext uri="{FF2B5EF4-FFF2-40B4-BE49-F238E27FC236}">
                  <a16:creationId xmlns:a16="http://schemas.microsoft.com/office/drawing/2014/main" id="{8D5D39A1-3B47-4D7C-9025-BF5B2123E5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8" y="2796"/>
            <a:ext cx="528" cy="5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59" name="剪辑" r:id="rId13" imgW="3152722" imgH="2905200" progId="MS_ClipArt_Gallery.2">
                    <p:embed/>
                  </p:oleObj>
                </mc:Choice>
                <mc:Fallback>
                  <p:oleObj name="剪辑" r:id="rId13" imgW="3152722" imgH="2905200" progId="MS_ClipArt_Gallery.2">
                    <p:embed/>
                    <p:pic>
                      <p:nvPicPr>
                        <p:cNvPr id="0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" y="2796"/>
                          <a:ext cx="528" cy="5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7" name="Object 39">
              <a:extLst>
                <a:ext uri="{FF2B5EF4-FFF2-40B4-BE49-F238E27FC236}">
                  <a16:creationId xmlns:a16="http://schemas.microsoft.com/office/drawing/2014/main" id="{B596A5CC-5223-4C9B-AC0B-1809926EF0E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1" y="3379"/>
            <a:ext cx="2058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0" name="Equation" r:id="rId15" imgW="3581400" imgH="774700" progId="Equation.DSMT4">
                    <p:embed/>
                  </p:oleObj>
                </mc:Choice>
                <mc:Fallback>
                  <p:oleObj name="Equation" r:id="rId15" imgW="3581400" imgH="774700" progId="Equation.DSMT4">
                    <p:embed/>
                    <p:pic>
                      <p:nvPicPr>
                        <p:cNvPr id="0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1" y="3379"/>
                          <a:ext cx="2058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8" name="Object 40">
              <a:extLst>
                <a:ext uri="{FF2B5EF4-FFF2-40B4-BE49-F238E27FC236}">
                  <a16:creationId xmlns:a16="http://schemas.microsoft.com/office/drawing/2014/main" id="{5CCFB0BF-4E77-4AD5-BB12-3F8CB3700D9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5" y="2523"/>
            <a:ext cx="1782" cy="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1" name="Equation" r:id="rId17" imgW="2882900" imgH="774700" progId="Equation.DSMT4">
                    <p:embed/>
                  </p:oleObj>
                </mc:Choice>
                <mc:Fallback>
                  <p:oleObj name="Equation" r:id="rId17" imgW="2882900" imgH="774700" progId="Equation.DSMT4">
                    <p:embed/>
                    <p:pic>
                      <p:nvPicPr>
                        <p:cNvPr id="0" name="Object 4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2523"/>
                          <a:ext cx="1782" cy="4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79" name="Object 41">
              <a:extLst>
                <a:ext uri="{FF2B5EF4-FFF2-40B4-BE49-F238E27FC236}">
                  <a16:creationId xmlns:a16="http://schemas.microsoft.com/office/drawing/2014/main" id="{594F3E33-AE52-4BF5-866D-42D44B1D23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73" y="2154"/>
            <a:ext cx="1414" cy="3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2" name="Equation" r:id="rId19" imgW="2667000" imgH="571500" progId="Equation.DSMT4">
                    <p:embed/>
                  </p:oleObj>
                </mc:Choice>
                <mc:Fallback>
                  <p:oleObj name="Equation" r:id="rId19" imgW="2667000" imgH="571500" progId="Equation.DSMT4">
                    <p:embed/>
                    <p:pic>
                      <p:nvPicPr>
                        <p:cNvPr id="0" name="Object 4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3" y="2154"/>
                          <a:ext cx="1414" cy="3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0" name="Object 42">
              <a:extLst>
                <a:ext uri="{FF2B5EF4-FFF2-40B4-BE49-F238E27FC236}">
                  <a16:creationId xmlns:a16="http://schemas.microsoft.com/office/drawing/2014/main" id="{C0791EA1-ACA7-4208-ABAA-7EE34C9353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068" y="3072"/>
            <a:ext cx="1065" cy="3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3" name="Equation" r:id="rId21" imgW="1727200" imgH="571500" progId="Equation.DSMT4">
                    <p:embed/>
                  </p:oleObj>
                </mc:Choice>
                <mc:Fallback>
                  <p:oleObj name="Equation" r:id="rId21" imgW="1727200" imgH="571500" progId="Equation.DSMT4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68" y="3072"/>
                          <a:ext cx="1065" cy="3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1" name="Oval 43">
              <a:extLst>
                <a:ext uri="{FF2B5EF4-FFF2-40B4-BE49-F238E27FC236}">
                  <a16:creationId xmlns:a16="http://schemas.microsoft.com/office/drawing/2014/main" id="{D57FBF36-202A-4DCF-A6C4-7D157E062D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5" y="2258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2" name="Oval 44">
              <a:extLst>
                <a:ext uri="{FF2B5EF4-FFF2-40B4-BE49-F238E27FC236}">
                  <a16:creationId xmlns:a16="http://schemas.microsoft.com/office/drawing/2014/main" id="{DECDB8E1-F6A5-42EF-98FD-DD03DCD318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2" y="2728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3" name="Oval 45">
              <a:extLst>
                <a:ext uri="{FF2B5EF4-FFF2-40B4-BE49-F238E27FC236}">
                  <a16:creationId xmlns:a16="http://schemas.microsoft.com/office/drawing/2014/main" id="{FE420D49-A9AA-45C4-A646-4370C9F8FD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74" y="3191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4" name="Oval 46">
              <a:extLst>
                <a:ext uri="{FF2B5EF4-FFF2-40B4-BE49-F238E27FC236}">
                  <a16:creationId xmlns:a16="http://schemas.microsoft.com/office/drawing/2014/main" id="{969AACC6-11FC-411F-89F5-C471EF5969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2" y="3585"/>
              <a:ext cx="91" cy="9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9485" name="Text Box 47">
              <a:extLst>
                <a:ext uri="{FF2B5EF4-FFF2-40B4-BE49-F238E27FC236}">
                  <a16:creationId xmlns:a16="http://schemas.microsoft.com/office/drawing/2014/main" id="{D45E7BB8-1824-487F-A77B-459F784041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22" y="3650"/>
              <a:ext cx="705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zh-CN" altLang="en-US" sz="1600"/>
                <a:t>传导</a:t>
              </a:r>
            </a:p>
          </p:txBody>
        </p:sp>
      </p:grpSp>
      <p:grpSp>
        <p:nvGrpSpPr>
          <p:cNvPr id="4" name="Group 53">
            <a:extLst>
              <a:ext uri="{FF2B5EF4-FFF2-40B4-BE49-F238E27FC236}">
                <a16:creationId xmlns:a16="http://schemas.microsoft.com/office/drawing/2014/main" id="{428C4E93-7758-4260-9A46-98037532CBA8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220913"/>
            <a:ext cx="3379788" cy="550862"/>
            <a:chOff x="2496" y="1399"/>
            <a:chExt cx="2129" cy="347"/>
          </a:xfrm>
        </p:grpSpPr>
        <p:graphicFrame>
          <p:nvGraphicFramePr>
            <p:cNvPr id="19473" name="Object 21">
              <a:extLst>
                <a:ext uri="{FF2B5EF4-FFF2-40B4-BE49-F238E27FC236}">
                  <a16:creationId xmlns:a16="http://schemas.microsoft.com/office/drawing/2014/main" id="{583EAA7B-C5E3-4DBD-AF5F-89203D0AAD5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496" y="1399"/>
            <a:ext cx="2129" cy="3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9564" name="Equation" r:id="rId23" imgW="3505200" imgH="571500" progId="Equation.DSMT4">
                    <p:embed/>
                  </p:oleObj>
                </mc:Choice>
                <mc:Fallback>
                  <p:oleObj name="Equation" r:id="rId23" imgW="3505200" imgH="571500" progId="Equation.DSMT4">
                    <p:embed/>
                    <p:pic>
                      <p:nvPicPr>
                        <p:cNvPr id="0" name="Object 2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6" y="1399"/>
                          <a:ext cx="2129" cy="3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4" name="Oval 51">
              <a:extLst>
                <a:ext uri="{FF2B5EF4-FFF2-40B4-BE49-F238E27FC236}">
                  <a16:creationId xmlns:a16="http://schemas.microsoft.com/office/drawing/2014/main" id="{C10E7D62-E11D-42A4-9510-73D64A81B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1" y="1508"/>
              <a:ext cx="93" cy="100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104502" name="Text Box 54">
            <a:extLst>
              <a:ext uri="{FF2B5EF4-FFF2-40B4-BE49-F238E27FC236}">
                <a16:creationId xmlns:a16="http://schemas.microsoft.com/office/drawing/2014/main" id="{C209BFCE-2F7D-4383-8FB9-CC9C72037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14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044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044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3" dur="500"/>
                                        <p:tgtEl>
                                          <p:spTgt spid="104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04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044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4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97" grpId="0" animBg="1"/>
      <p:bldP spid="104498" grpId="0" animBg="1" autoUpdateAnimBg="0"/>
      <p:bldP spid="104450" grpId="0" build="p" autoUpdateAnimBg="0"/>
      <p:bldP spid="104452" grpId="0"/>
      <p:bldP spid="104455" grpId="0"/>
      <p:bldP spid="104465" grpId="0" build="p" autoUpdateAnimBg="0"/>
      <p:bldP spid="104482" grpId="0"/>
      <p:bldP spid="10450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8089F28C-0559-4560-8DCE-8B42949B32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450" y="396875"/>
            <a:ext cx="563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  <a:latin typeface="宋体" panose="02010600030101010101" pitchFamily="2" charset="-122"/>
              </a:rPr>
              <a:t>二、宏观的电磁场理论</a:t>
            </a:r>
          </a:p>
        </p:txBody>
      </p:sp>
      <p:sp>
        <p:nvSpPr>
          <p:cNvPr id="107526" name="Rectangle 6">
            <a:extLst>
              <a:ext uri="{FF2B5EF4-FFF2-40B4-BE49-F238E27FC236}">
                <a16:creationId xmlns:a16="http://schemas.microsoft.com/office/drawing/2014/main" id="{1EADB0A2-8AE1-4039-8935-0B8E2113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6813" y="1895475"/>
            <a:ext cx="77343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麦克斯韦方程组在任何惯性系中形式相同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rPr>
              <a:t>即在洛仑兹变换下形式不变。</a:t>
            </a:r>
          </a:p>
        </p:txBody>
      </p:sp>
      <p:graphicFrame>
        <p:nvGraphicFramePr>
          <p:cNvPr id="107531" name="Object 11">
            <a:extLst>
              <a:ext uri="{FF2B5EF4-FFF2-40B4-BE49-F238E27FC236}">
                <a16:creationId xmlns:a16="http://schemas.microsoft.com/office/drawing/2014/main" id="{C4799F8E-12DC-4513-BF35-8E31A45A5C9E}"/>
              </a:ext>
            </a:extLst>
          </p:cNvPr>
          <p:cNvGraphicFramePr>
            <a:graphicFrameLocks/>
          </p:cNvGraphicFramePr>
          <p:nvPr/>
        </p:nvGraphicFramePr>
        <p:xfrm>
          <a:off x="2378075" y="5476875"/>
          <a:ext cx="264795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9" name="Equation" r:id="rId3" imgW="2336800" imgH="482600" progId="Equation.DSMT4">
                  <p:embed/>
                </p:oleObj>
              </mc:Choice>
              <mc:Fallback>
                <p:oleObj name="Equation" r:id="rId3" imgW="2336800" imgH="482600" progId="Equation.DSMT4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8075" y="5476875"/>
                        <a:ext cx="2647950" cy="53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330099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532" name="Text Box 12">
            <a:extLst>
              <a:ext uri="{FF2B5EF4-FFF2-40B4-BE49-F238E27FC236}">
                <a16:creationId xmlns:a16="http://schemas.microsoft.com/office/drawing/2014/main" id="{2D0DE868-4822-409E-90FF-4D22ED4C15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4940300"/>
            <a:ext cx="8186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3.</a:t>
            </a:r>
            <a:r>
              <a:rPr lang="zh-CN" altLang="en-US" sz="2800">
                <a:solidFill>
                  <a:schemeClr val="tx2"/>
                </a:solidFill>
              </a:rPr>
              <a:t>洛仑兹力反映了</a:t>
            </a:r>
            <a:r>
              <a:rPr lang="zh-CN" altLang="en-US" sz="2800"/>
              <a:t>电磁场对电荷有作用力的规律</a:t>
            </a:r>
          </a:p>
        </p:txBody>
      </p:sp>
      <p:sp>
        <p:nvSpPr>
          <p:cNvPr id="107534" name="Text Box 14">
            <a:extLst>
              <a:ext uri="{FF2B5EF4-FFF2-40B4-BE49-F238E27FC236}">
                <a16:creationId xmlns:a16="http://schemas.microsoft.com/office/drawing/2014/main" id="{FB1B55C0-3E14-425B-B85E-8F342129F0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2989263"/>
            <a:ext cx="3222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en-US" altLang="zh-CN" sz="2800">
                <a:solidFill>
                  <a:schemeClr val="tx2"/>
                </a:solidFill>
              </a:rPr>
              <a:t>2.</a:t>
            </a:r>
            <a:r>
              <a:rPr lang="zh-CN" altLang="en-US" sz="2800">
                <a:solidFill>
                  <a:schemeClr val="tx2"/>
                </a:solidFill>
              </a:rPr>
              <a:t>介质方程</a:t>
            </a:r>
          </a:p>
        </p:txBody>
      </p:sp>
      <p:grpSp>
        <p:nvGrpSpPr>
          <p:cNvPr id="2" name="Group 22">
            <a:extLst>
              <a:ext uri="{FF2B5EF4-FFF2-40B4-BE49-F238E27FC236}">
                <a16:creationId xmlns:a16="http://schemas.microsoft.com/office/drawing/2014/main" id="{C09DF9E3-783D-4D59-A35A-B24F8E246017}"/>
              </a:ext>
            </a:extLst>
          </p:cNvPr>
          <p:cNvGrpSpPr>
            <a:grpSpLocks/>
          </p:cNvGrpSpPr>
          <p:nvPr/>
        </p:nvGrpSpPr>
        <p:grpSpPr bwMode="auto">
          <a:xfrm>
            <a:off x="3209925" y="3170238"/>
            <a:ext cx="1735138" cy="1643062"/>
            <a:chOff x="1390" y="2149"/>
            <a:chExt cx="1093" cy="1035"/>
          </a:xfrm>
        </p:grpSpPr>
        <p:graphicFrame>
          <p:nvGraphicFramePr>
            <p:cNvPr id="20491" name="Object 3">
              <a:extLst>
                <a:ext uri="{FF2B5EF4-FFF2-40B4-BE49-F238E27FC236}">
                  <a16:creationId xmlns:a16="http://schemas.microsoft.com/office/drawing/2014/main" id="{0A3DF2BE-6157-4D89-B007-51ACEFF2650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31" y="2149"/>
            <a:ext cx="729" cy="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0" name="Equation" r:id="rId5" imgW="1143000" imgH="406400" progId="Equation.DSMT4">
                    <p:embed/>
                  </p:oleObj>
                </mc:Choice>
                <mc:Fallback>
                  <p:oleObj name="Equation" r:id="rId5" imgW="1143000" imgH="406400" progId="Equation.DSMT4">
                    <p:embed/>
                    <p:pic>
                      <p:nvPicPr>
                        <p:cNvPr id="0" name="Object 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1" y="2149"/>
                          <a:ext cx="729" cy="29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00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2" name="Object 4">
              <a:extLst>
                <a:ext uri="{FF2B5EF4-FFF2-40B4-BE49-F238E27FC236}">
                  <a16:creationId xmlns:a16="http://schemas.microsoft.com/office/drawing/2014/main" id="{48477EC0-953D-407B-92BD-BE32F6B4528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59" y="2501"/>
            <a:ext cx="824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1" name="Equation" r:id="rId7" imgW="1219200" imgH="469900" progId="Equation.DSMT4">
                    <p:embed/>
                  </p:oleObj>
                </mc:Choice>
                <mc:Fallback>
                  <p:oleObj name="Equation" r:id="rId7" imgW="1219200" imgH="469900" progId="Equation.DSMT4">
                    <p:embed/>
                    <p:pic>
                      <p:nvPicPr>
                        <p:cNvPr id="0" name="Object 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59" y="2501"/>
                          <a:ext cx="824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00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493" name="Object 5">
              <a:extLst>
                <a:ext uri="{FF2B5EF4-FFF2-40B4-BE49-F238E27FC236}">
                  <a16:creationId xmlns:a16="http://schemas.microsoft.com/office/drawing/2014/main" id="{22957B9E-5C0B-4966-8014-597A4FE828D1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677" y="2840"/>
            <a:ext cx="750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522" name="Equation" r:id="rId9" imgW="1117115" imgH="482391" progId="Equation.DSMT4">
                    <p:embed/>
                  </p:oleObj>
                </mc:Choice>
                <mc:Fallback>
                  <p:oleObj name="Equation" r:id="rId9" imgW="1117115" imgH="482391" progId="Equation.DSMT4">
                    <p:embed/>
                    <p:pic>
                      <p:nvPicPr>
                        <p:cNvPr id="0" name="Object 5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77" y="2840"/>
                          <a:ext cx="750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330099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494" name="AutoShape 15">
              <a:extLst>
                <a:ext uri="{FF2B5EF4-FFF2-40B4-BE49-F238E27FC236}">
                  <a16:creationId xmlns:a16="http://schemas.microsoft.com/office/drawing/2014/main" id="{52F9DF6B-FEC9-4085-8F79-D3D123DE4D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0" y="2308"/>
              <a:ext cx="210" cy="732"/>
            </a:xfrm>
            <a:prstGeom prst="leftBrace">
              <a:avLst>
                <a:gd name="adj1" fmla="val 29048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</p:grpSp>
      <p:sp>
        <p:nvSpPr>
          <p:cNvPr id="107539" name="Text Box 19">
            <a:extLst>
              <a:ext uri="{FF2B5EF4-FFF2-40B4-BE49-F238E27FC236}">
                <a16:creationId xmlns:a16="http://schemas.microsoft.com/office/drawing/2014/main" id="{13D216FE-0A33-40FD-96CA-4C4B963E73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0" y="968375"/>
            <a:ext cx="818356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麦克斯韦方程组反映了电荷激发电磁场及电磁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   场内部运动的规律</a:t>
            </a:r>
          </a:p>
        </p:txBody>
      </p:sp>
      <p:sp>
        <p:nvSpPr>
          <p:cNvPr id="107541" name="Text Box 21">
            <a:extLst>
              <a:ext uri="{FF2B5EF4-FFF2-40B4-BE49-F238E27FC236}">
                <a16:creationId xmlns:a16="http://schemas.microsoft.com/office/drawing/2014/main" id="{A15A01CB-5B5A-4339-925D-E294B0BBB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888" y="6072188"/>
            <a:ext cx="69453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对任何运动状态的带电粒子都成立！</a:t>
            </a:r>
          </a:p>
        </p:txBody>
      </p:sp>
      <p:sp>
        <p:nvSpPr>
          <p:cNvPr id="107543" name="Text Box 23">
            <a:extLst>
              <a:ext uri="{FF2B5EF4-FFF2-40B4-BE49-F238E27FC236}">
                <a16:creationId xmlns:a16="http://schemas.microsoft.com/office/drawing/2014/main" id="{7EA3FAAA-B010-4DF9-999B-C7B44C5E15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43663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15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75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" fill="hold"/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075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075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07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07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107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75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 build="p" autoUpdateAnimBg="0"/>
      <p:bldP spid="107526" grpId="0" build="p" autoUpdateAnimBg="0"/>
      <p:bldP spid="107532" grpId="0"/>
      <p:bldP spid="107534" grpId="0"/>
      <p:bldP spid="107539" grpId="0" autoUpdateAnimBg="0"/>
      <p:bldP spid="107541" grpId="0" autoUpdateAnimBg="0"/>
      <p:bldP spid="107543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2B4E6803-B0D0-4454-ABB8-1F5504938B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463" y="388938"/>
            <a:ext cx="5791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0000FF"/>
                </a:solidFill>
              </a:rPr>
              <a:t>三、电磁场的物质性</a:t>
            </a:r>
          </a:p>
        </p:txBody>
      </p:sp>
      <p:sp>
        <p:nvSpPr>
          <p:cNvPr id="23558" name="Text Box 6">
            <a:extLst>
              <a:ext uri="{FF2B5EF4-FFF2-40B4-BE49-F238E27FC236}">
                <a16:creationId xmlns:a16="http://schemas.microsoft.com/office/drawing/2014/main" id="{89F1E128-BA22-457F-BB40-E85B1F934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938" y="1597025"/>
            <a:ext cx="39417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1.</a:t>
            </a:r>
            <a:r>
              <a:rPr lang="zh-CN" altLang="en-US" sz="2800"/>
              <a:t>电磁场的物质性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2A23F7B6-FBE3-43D7-BD99-664305A7E1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2135188"/>
            <a:ext cx="35512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）能量密度</a:t>
            </a:r>
          </a:p>
        </p:txBody>
      </p:sp>
      <p:sp>
        <p:nvSpPr>
          <p:cNvPr id="23564" name="Text Box 12">
            <a:extLst>
              <a:ext uri="{FF2B5EF4-FFF2-40B4-BE49-F238E27FC236}">
                <a16:creationId xmlns:a16="http://schemas.microsoft.com/office/drawing/2014/main" id="{B8BCA8C1-BA83-4671-8374-2AF78D03DF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2592388"/>
            <a:ext cx="750093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变化的电磁场同时具有电场能和磁场能</a:t>
            </a:r>
          </a:p>
        </p:txBody>
      </p:sp>
      <p:graphicFrame>
        <p:nvGraphicFramePr>
          <p:cNvPr id="23565" name="Object 13">
            <a:extLst>
              <a:ext uri="{FF2B5EF4-FFF2-40B4-BE49-F238E27FC236}">
                <a16:creationId xmlns:a16="http://schemas.microsoft.com/office/drawing/2014/main" id="{7A1A48FA-C88C-4860-B323-86CD3B7A9FE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60575" y="3098800"/>
          <a:ext cx="464820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7" name="Equation" r:id="rId3" imgW="4648200" imgH="698500" progId="Equation.DSMT4">
                  <p:embed/>
                </p:oleObj>
              </mc:Choice>
              <mc:Fallback>
                <p:oleObj name="Equation" r:id="rId3" imgW="4648200" imgH="698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0575" y="3098800"/>
                        <a:ext cx="464820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7" name="Text Box 15">
            <a:extLst>
              <a:ext uri="{FF2B5EF4-FFF2-40B4-BE49-F238E27FC236}">
                <a16:creationId xmlns:a16="http://schemas.microsoft.com/office/drawing/2014/main" id="{41D52F3B-4DDA-41F0-8B8A-B732E6E2D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9850" y="3709988"/>
            <a:ext cx="2997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一般地：</a:t>
            </a:r>
          </a:p>
        </p:txBody>
      </p:sp>
      <p:graphicFrame>
        <p:nvGraphicFramePr>
          <p:cNvPr id="23568" name="Object 16">
            <a:extLst>
              <a:ext uri="{FF2B5EF4-FFF2-40B4-BE49-F238E27FC236}">
                <a16:creationId xmlns:a16="http://schemas.microsoft.com/office/drawing/2014/main" id="{9CF8D1C7-EE0B-42D5-A112-7036B65532A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8150" y="3825875"/>
          <a:ext cx="20574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8" name="公式" r:id="rId5" imgW="2057400" imgH="393700" progId="Equation.3">
                  <p:embed/>
                </p:oleObj>
              </mc:Choice>
              <mc:Fallback>
                <p:oleObj name="公式" r:id="rId5" imgW="20574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8150" y="3825875"/>
                        <a:ext cx="20574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7" name="Text Box 25">
            <a:extLst>
              <a:ext uri="{FF2B5EF4-FFF2-40B4-BE49-F238E27FC236}">
                <a16:creationId xmlns:a16="http://schemas.microsoft.com/office/drawing/2014/main" id="{9A55E0A3-48BD-4129-B2A1-6EA469413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86800" y="64547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16</a:t>
            </a:r>
          </a:p>
        </p:txBody>
      </p:sp>
      <p:sp>
        <p:nvSpPr>
          <p:cNvPr id="23579" name="Rectangle 27">
            <a:extLst>
              <a:ext uri="{FF2B5EF4-FFF2-40B4-BE49-F238E27FC236}">
                <a16:creationId xmlns:a16="http://schemas.microsoft.com/office/drawing/2014/main" id="{92B7BA0A-2A9B-445F-9229-4D56D1FBE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8725" y="998538"/>
            <a:ext cx="737076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宋体" panose="02010600030101010101" pitchFamily="2" charset="-122"/>
              </a:rPr>
              <a:t>自然界物质存在有</a:t>
            </a:r>
            <a:r>
              <a:rPr lang="zh-CN" altLang="en-US" sz="2800"/>
              <a:t>两种基本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的形式：</a:t>
            </a:r>
          </a:p>
        </p:txBody>
      </p:sp>
      <p:sp>
        <p:nvSpPr>
          <p:cNvPr id="23580" name="Rectangle 28">
            <a:extLst>
              <a:ext uri="{FF2B5EF4-FFF2-40B4-BE49-F238E27FC236}">
                <a16:creationId xmlns:a16="http://schemas.microsoft.com/office/drawing/2014/main" id="{27F476B3-B8CE-499E-97A8-359419AE09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1175" y="1016000"/>
            <a:ext cx="2216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实物和场</a:t>
            </a:r>
          </a:p>
        </p:txBody>
      </p:sp>
      <p:sp>
        <p:nvSpPr>
          <p:cNvPr id="23582" name="Text Box 30">
            <a:extLst>
              <a:ext uri="{FF2B5EF4-FFF2-40B4-BE49-F238E27FC236}">
                <a16:creationId xmlns:a16="http://schemas.microsoft.com/office/drawing/2014/main" id="{7866FD1C-E1BE-4A75-806B-24FBDC288F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125" y="4310063"/>
            <a:ext cx="3998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）质量密度</a:t>
            </a:r>
          </a:p>
        </p:txBody>
      </p:sp>
      <p:sp>
        <p:nvSpPr>
          <p:cNvPr id="23586" name="Text Box 34">
            <a:extLst>
              <a:ext uri="{FF2B5EF4-FFF2-40B4-BE49-F238E27FC236}">
                <a16:creationId xmlns:a16="http://schemas.microsoft.com/office/drawing/2014/main" id="{A4183FF8-B24A-4D46-9BFB-32E659779B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81113" y="4818063"/>
            <a:ext cx="766286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        </a:t>
            </a:r>
            <a:r>
              <a:rPr lang="zh-CN" altLang="en-US" sz="2800"/>
              <a:t>设单位体积中</a:t>
            </a:r>
            <a:r>
              <a:rPr lang="en-US" altLang="zh-CN" sz="2800"/>
              <a:t>,</a:t>
            </a:r>
            <a:r>
              <a:rPr lang="zh-CN" altLang="en-US" sz="2800"/>
              <a:t>电磁场质量为</a:t>
            </a:r>
            <a:r>
              <a:rPr lang="en-US" altLang="zh-CN" sz="2800" i="1"/>
              <a:t>m</a:t>
            </a:r>
            <a:r>
              <a:rPr lang="en-US" altLang="zh-CN" sz="2800"/>
              <a:t>,</a:t>
            </a:r>
            <a:r>
              <a:rPr lang="zh-CN" altLang="en-US" sz="2800"/>
              <a:t>由相对论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质能关系其能量为</a:t>
            </a:r>
          </a:p>
        </p:txBody>
      </p:sp>
      <p:sp>
        <p:nvSpPr>
          <p:cNvPr id="23587" name="Text Box 35">
            <a:extLst>
              <a:ext uri="{FF2B5EF4-FFF2-40B4-BE49-F238E27FC236}">
                <a16:creationId xmlns:a16="http://schemas.microsoft.com/office/drawing/2014/main" id="{B1C6BBDC-9FDC-460A-9ACA-80EDB72CEC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813" y="5246688"/>
            <a:ext cx="2217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 dirty="0"/>
              <a:t>w =mc</a:t>
            </a:r>
            <a:r>
              <a:rPr lang="en-US" altLang="zh-CN" sz="2800" i="1" baseline="30000" dirty="0"/>
              <a:t>2</a:t>
            </a:r>
            <a:endParaRPr lang="en-US" altLang="zh-CN" sz="2800" i="1" dirty="0"/>
          </a:p>
        </p:txBody>
      </p:sp>
      <p:graphicFrame>
        <p:nvGraphicFramePr>
          <p:cNvPr id="23588" name="Object 36">
            <a:extLst>
              <a:ext uri="{FF2B5EF4-FFF2-40B4-BE49-F238E27FC236}">
                <a16:creationId xmlns:a16="http://schemas.microsoft.com/office/drawing/2014/main" id="{AF0E8740-F295-4A2B-A684-F0681C4B45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9241584"/>
              </p:ext>
            </p:extLst>
          </p:nvPr>
        </p:nvGraphicFramePr>
        <p:xfrm>
          <a:off x="2146300" y="5808663"/>
          <a:ext cx="1077913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9" name="Equation" r:id="rId7" imgW="1079280" imgH="761760" progId="Equation.DSMT4">
                  <p:embed/>
                </p:oleObj>
              </mc:Choice>
              <mc:Fallback>
                <p:oleObj name="Equation" r:id="rId7" imgW="1079280" imgH="76176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6300" y="5808663"/>
                        <a:ext cx="1077913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9" name="Object 37">
            <a:extLst>
              <a:ext uri="{FF2B5EF4-FFF2-40B4-BE49-F238E27FC236}">
                <a16:creationId xmlns:a16="http://schemas.microsoft.com/office/drawing/2014/main" id="{98D85567-8AD7-421E-9EB4-A9E386A7B5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293158"/>
              </p:ext>
            </p:extLst>
          </p:nvPr>
        </p:nvGraphicFramePr>
        <p:xfrm>
          <a:off x="3360738" y="5813425"/>
          <a:ext cx="2765425" cy="747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0" name="Equation" r:id="rId9" imgW="2908080" imgH="749160" progId="Equation.DSMT4">
                  <p:embed/>
                </p:oleObj>
              </mc:Choice>
              <mc:Fallback>
                <p:oleObj name="Equation" r:id="rId9" imgW="2908080" imgH="749160" progId="Equation.DSMT4">
                  <p:embed/>
                  <p:pic>
                    <p:nvPicPr>
                      <p:cNvPr id="0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0738" y="5813425"/>
                        <a:ext cx="2765425" cy="747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0" name="Text Box 38">
            <a:extLst>
              <a:ext uri="{FF2B5EF4-FFF2-40B4-BE49-F238E27FC236}">
                <a16:creationId xmlns:a16="http://schemas.microsoft.com/office/drawing/2014/main" id="{3E98A98D-35C2-4BCF-B758-61C9694D82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65850" y="5875338"/>
            <a:ext cx="29781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质量</a:t>
            </a:r>
            <a:r>
              <a:rPr lang="zh-CN" altLang="zh-CN" sz="2800">
                <a:solidFill>
                  <a:srgbClr val="FF0000"/>
                </a:solidFill>
                <a:ea typeface="楷体_GB2312" pitchFamily="49" charset="-122"/>
              </a:rPr>
              <a:t>密度</a:t>
            </a:r>
            <a:endParaRPr lang="zh-CN" altLang="en-US" sz="28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3591" name="Text Box 39">
            <a:extLst>
              <a:ext uri="{FF2B5EF4-FFF2-40B4-BE49-F238E27FC236}">
                <a16:creationId xmlns:a16="http://schemas.microsoft.com/office/drawing/2014/main" id="{C1DA1060-6CC3-4287-8CEE-192EC0BC9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3663" y="5878513"/>
            <a:ext cx="13795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则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" fill="hold"/>
                                        <p:tgtEl>
                                          <p:spTgt spid="23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235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8" dur="500"/>
                                        <p:tgtEl>
                                          <p:spTgt spid="23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3" dur="75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4" dur="75"/>
                                        <p:tgtEl>
                                          <p:spTgt spid="23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23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75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75" fill="hold"/>
                                        <p:tgtEl>
                                          <p:spTgt spid="235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4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9" dur="500"/>
                                        <p:tgtEl>
                                          <p:spTgt spid="23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3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75" fill="hold"/>
                                        <p:tgtEl>
                                          <p:spTgt spid="23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68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35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235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8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235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autoUpdateAnimBg="0"/>
      <p:bldP spid="23558" grpId="0" autoUpdateAnimBg="0"/>
      <p:bldP spid="23559" grpId="0" autoUpdateAnimBg="0"/>
      <p:bldP spid="23564" grpId="0" autoUpdateAnimBg="0"/>
      <p:bldP spid="23567" grpId="0" autoUpdateAnimBg="0"/>
      <p:bldP spid="23577" grpId="0" autoUpdateAnimBg="0"/>
      <p:bldP spid="23579" grpId="0" build="p" autoUpdateAnimBg="0"/>
      <p:bldP spid="23580" grpId="0" build="p" autoUpdateAnimBg="0"/>
      <p:bldP spid="23582" grpId="0" autoUpdateAnimBg="0"/>
      <p:bldP spid="23586" grpId="0" autoUpdateAnimBg="0"/>
      <p:bldP spid="23587" grpId="0" autoUpdateAnimBg="0"/>
      <p:bldP spid="23590" grpId="0" autoUpdateAnimBg="0"/>
      <p:bldP spid="2359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1" name="Text Box 11">
            <a:extLst>
              <a:ext uri="{FF2B5EF4-FFF2-40B4-BE49-F238E27FC236}">
                <a16:creationId xmlns:a16="http://schemas.microsoft.com/office/drawing/2014/main" id="{8F6CABAE-2C42-49DE-B235-C89B3225ED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638" y="3557588"/>
            <a:ext cx="563721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2.</a:t>
            </a:r>
            <a:r>
              <a:rPr lang="zh-CN" altLang="en-US" sz="2800"/>
              <a:t>电磁场物质性的特点</a:t>
            </a:r>
          </a:p>
        </p:txBody>
      </p:sp>
      <p:sp>
        <p:nvSpPr>
          <p:cNvPr id="25612" name="Text Box 12">
            <a:extLst>
              <a:ext uri="{FF2B5EF4-FFF2-40B4-BE49-F238E27FC236}">
                <a16:creationId xmlns:a16="http://schemas.microsoft.com/office/drawing/2014/main" id="{761F1522-0675-4601-9ACC-F79A022043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030663"/>
            <a:ext cx="50117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1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没有静止质量</a:t>
            </a:r>
            <a:endParaRPr lang="zh-CN" altLang="en-US" sz="2800"/>
          </a:p>
        </p:txBody>
      </p:sp>
      <p:sp>
        <p:nvSpPr>
          <p:cNvPr id="25613" name="Text Box 13">
            <a:extLst>
              <a:ext uri="{FF2B5EF4-FFF2-40B4-BE49-F238E27FC236}">
                <a16:creationId xmlns:a16="http://schemas.microsoft.com/office/drawing/2014/main" id="{F02DDBB0-E8FC-48CF-A80B-00BF902DD6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2450" y="3995738"/>
            <a:ext cx="1549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</a:rPr>
              <a:t>m</a:t>
            </a:r>
            <a:r>
              <a:rPr lang="en-US" altLang="zh-CN" sz="2800" baseline="-25000">
                <a:solidFill>
                  <a:srgbClr val="FF0000"/>
                </a:solidFill>
              </a:rPr>
              <a:t>0</a:t>
            </a:r>
            <a:r>
              <a:rPr lang="en-US" altLang="zh-CN" sz="2800">
                <a:solidFill>
                  <a:srgbClr val="FF0000"/>
                </a:solidFill>
              </a:rPr>
              <a:t>=0</a:t>
            </a:r>
          </a:p>
        </p:txBody>
      </p:sp>
      <p:sp>
        <p:nvSpPr>
          <p:cNvPr id="25615" name="Text Box 15">
            <a:extLst>
              <a:ext uri="{FF2B5EF4-FFF2-40B4-BE49-F238E27FC236}">
                <a16:creationId xmlns:a16="http://schemas.microsoft.com/office/drawing/2014/main" id="{BDA8371D-8E48-4848-87F4-D278F2B34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570413"/>
            <a:ext cx="7583487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2</a:t>
            </a:r>
            <a:r>
              <a:rPr lang="zh-CN" altLang="en-US" sz="2800"/>
              <a:t>）</a:t>
            </a: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电磁场以波的形式传播，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          以粒子的形式与实物相互作用</a:t>
            </a:r>
            <a:r>
              <a:rPr lang="zh-CN" altLang="en-US" sz="2800"/>
              <a:t>；</a:t>
            </a:r>
          </a:p>
        </p:txBody>
      </p:sp>
      <p:sp>
        <p:nvSpPr>
          <p:cNvPr id="25616" name="Text Box 16">
            <a:extLst>
              <a:ext uri="{FF2B5EF4-FFF2-40B4-BE49-F238E27FC236}">
                <a16:creationId xmlns:a16="http://schemas.microsoft.com/office/drawing/2014/main" id="{86473923-F2C0-4C97-8AD1-D955A02E1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5524500"/>
            <a:ext cx="81549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电磁场可相互迭加，同时占具同一空间</a:t>
            </a:r>
            <a:r>
              <a:rPr lang="zh-CN" altLang="en-US" sz="2800"/>
              <a:t>；</a:t>
            </a:r>
          </a:p>
        </p:txBody>
      </p:sp>
      <p:sp>
        <p:nvSpPr>
          <p:cNvPr id="25617" name="Text Box 17">
            <a:extLst>
              <a:ext uri="{FF2B5EF4-FFF2-40B4-BE49-F238E27FC236}">
                <a16:creationId xmlns:a16="http://schemas.microsoft.com/office/drawing/2014/main" id="{66AD4D2C-3428-4206-B863-2E00021748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6078538"/>
            <a:ext cx="7143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4</a:t>
            </a:r>
            <a:r>
              <a:rPr lang="zh-CN" altLang="en-US" sz="2800"/>
              <a:t>）</a:t>
            </a:r>
            <a:r>
              <a:rPr lang="zh-CN" altLang="en-US" sz="2800">
                <a:ea typeface="楷体_GB2312" pitchFamily="49" charset="-122"/>
              </a:rPr>
              <a:t>电磁波的波速与参考系无关</a:t>
            </a:r>
            <a:r>
              <a:rPr lang="zh-CN" altLang="en-US" sz="2800"/>
              <a:t>。</a:t>
            </a: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E573A011-C7CC-4C99-822E-084536D1D2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7913" y="6454775"/>
            <a:ext cx="438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0"/>
              <a:t>17</a:t>
            </a:r>
          </a:p>
        </p:txBody>
      </p:sp>
      <p:graphicFrame>
        <p:nvGraphicFramePr>
          <p:cNvPr id="25620" name="Object 20">
            <a:extLst>
              <a:ext uri="{FF2B5EF4-FFF2-40B4-BE49-F238E27FC236}">
                <a16:creationId xmlns:a16="http://schemas.microsoft.com/office/drawing/2014/main" id="{6FF3BCA4-2D86-465B-AEF2-20825355204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70421390"/>
              </p:ext>
            </p:extLst>
          </p:nvPr>
        </p:nvGraphicFramePr>
        <p:xfrm>
          <a:off x="1833563" y="1862138"/>
          <a:ext cx="44799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8" name="Equation" r:id="rId3" imgW="4673520" imgH="711000" progId="Equation.DSMT4">
                  <p:embed/>
                </p:oleObj>
              </mc:Choice>
              <mc:Fallback>
                <p:oleObj name="Equation" r:id="rId3" imgW="4673520" imgH="711000" progId="Equation.DSMT4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563" y="1862138"/>
                        <a:ext cx="4479925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1" name="Text Box 21">
            <a:extLst>
              <a:ext uri="{FF2B5EF4-FFF2-40B4-BE49-F238E27FC236}">
                <a16:creationId xmlns:a16="http://schemas.microsoft.com/office/drawing/2014/main" id="{BBD4FC2F-F142-4126-927E-F712D4114F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393700"/>
            <a:ext cx="415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/>
              <a:t>（</a:t>
            </a:r>
            <a:r>
              <a:rPr lang="en-US" altLang="zh-CN" sz="2800"/>
              <a:t>3</a:t>
            </a:r>
            <a:r>
              <a:rPr lang="zh-CN" altLang="en-US" sz="2800"/>
              <a:t>）动量密度</a:t>
            </a:r>
          </a:p>
        </p:txBody>
      </p:sp>
      <p:sp>
        <p:nvSpPr>
          <p:cNvPr id="25622" name="Text Box 22">
            <a:extLst>
              <a:ext uri="{FF2B5EF4-FFF2-40B4-BE49-F238E27FC236}">
                <a16:creationId xmlns:a16="http://schemas.microsoft.com/office/drawing/2014/main" id="{AC6EE062-988B-4AE7-96E3-C94A6C7516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4613" y="914400"/>
            <a:ext cx="5613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电磁场中</a:t>
            </a:r>
            <a:r>
              <a:rPr lang="en-US" altLang="zh-CN" sz="2800"/>
              <a:t>, </a:t>
            </a:r>
            <a:r>
              <a:rPr lang="zh-CN" altLang="en-US" sz="2800"/>
              <a:t>单位体积的质量为</a:t>
            </a:r>
          </a:p>
        </p:txBody>
      </p:sp>
      <p:graphicFrame>
        <p:nvGraphicFramePr>
          <p:cNvPr id="25623" name="Object 23">
            <a:extLst>
              <a:ext uri="{FF2B5EF4-FFF2-40B4-BE49-F238E27FC236}">
                <a16:creationId xmlns:a16="http://schemas.microsoft.com/office/drawing/2014/main" id="{7183E66C-CBF0-4C94-9F63-0A2A517D9A3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1068755"/>
              </p:ext>
            </p:extLst>
          </p:nvPr>
        </p:nvGraphicFramePr>
        <p:xfrm>
          <a:off x="6035675" y="828675"/>
          <a:ext cx="1077913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59" name="Equation" r:id="rId5" imgW="1079280" imgH="761760" progId="Equation.DSMT4">
                  <p:embed/>
                </p:oleObj>
              </mc:Choice>
              <mc:Fallback>
                <p:oleObj name="Equation" r:id="rId5" imgW="1079280" imgH="76176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5675" y="828675"/>
                        <a:ext cx="1077913" cy="76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4" name="Text Box 24">
            <a:extLst>
              <a:ext uri="{FF2B5EF4-FFF2-40B4-BE49-F238E27FC236}">
                <a16:creationId xmlns:a16="http://schemas.microsoft.com/office/drawing/2014/main" id="{1EF2E723-DF00-4813-872B-CB649902C5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1447800"/>
            <a:ext cx="41513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/>
              <a:t>其动量为</a:t>
            </a:r>
          </a:p>
        </p:txBody>
      </p:sp>
      <p:sp>
        <p:nvSpPr>
          <p:cNvPr id="25625" name="Text Box 25">
            <a:extLst>
              <a:ext uri="{FF2B5EF4-FFF2-40B4-BE49-F238E27FC236}">
                <a16:creationId xmlns:a16="http://schemas.microsoft.com/office/drawing/2014/main" id="{158F608C-49C9-4511-9C01-612A4F92C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1941513"/>
            <a:ext cx="2759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  <a:ea typeface="楷体_GB2312" pitchFamily="49" charset="-122"/>
              </a:rPr>
              <a:t>——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动量</a:t>
            </a:r>
            <a:r>
              <a:rPr lang="zh-CN" altLang="zh-CN" sz="2800">
                <a:solidFill>
                  <a:srgbClr val="FF0000"/>
                </a:solidFill>
                <a:ea typeface="楷体_GB2312" pitchFamily="49" charset="-122"/>
              </a:rPr>
              <a:t>密度</a:t>
            </a:r>
            <a:endParaRPr lang="zh-CN" altLang="en-US" sz="2800">
              <a:solidFill>
                <a:srgbClr val="FF0000"/>
              </a:solidFill>
              <a:ea typeface="楷体_GB2312" pitchFamily="49" charset="-122"/>
            </a:endParaRPr>
          </a:p>
        </p:txBody>
      </p:sp>
      <p:sp>
        <p:nvSpPr>
          <p:cNvPr id="25626" name="Rectangle 26">
            <a:extLst>
              <a:ext uri="{FF2B5EF4-FFF2-40B4-BE49-F238E27FC236}">
                <a16:creationId xmlns:a16="http://schemas.microsoft.com/office/drawing/2014/main" id="{2238DADA-4160-463A-8373-008CAEAC2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9963" y="2527300"/>
            <a:ext cx="7315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实验事实证明电磁场有：质量和动量</a:t>
            </a:r>
            <a:r>
              <a:rPr lang="zh-CN" altLang="en-US" sz="2800">
                <a:solidFill>
                  <a:schemeClr val="tx2"/>
                </a:solidFill>
                <a:latin typeface="宋体" panose="02010600030101010101" pitchFamily="2" charset="-122"/>
                <a:sym typeface="Monotype Sorts" pitchFamily="2" charset="2"/>
              </a:rPr>
              <a:t>  </a:t>
            </a:r>
            <a:endParaRPr lang="zh-CN" altLang="en-US" sz="280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25632" name="Rectangle 32">
            <a:extLst>
              <a:ext uri="{FF2B5EF4-FFF2-40B4-BE49-F238E27FC236}">
                <a16:creationId xmlns:a16="http://schemas.microsoft.com/office/drawing/2014/main" id="{617EF0FA-A25B-4847-84CC-38D9379AB2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4813" y="2990850"/>
            <a:ext cx="54086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FontTx/>
              <a:buNone/>
            </a:pPr>
            <a:r>
              <a:rPr lang="zh-CN" altLang="en-US" sz="2800">
                <a:latin typeface="楷体_GB2312" pitchFamily="49" charset="-122"/>
                <a:ea typeface="楷体_GB2312" pitchFamily="49" charset="-122"/>
              </a:rPr>
              <a:t>例：引力红移、光压等</a:t>
            </a:r>
            <a:r>
              <a:rPr lang="zh-CN" altLang="en-US" sz="2800">
                <a:solidFill>
                  <a:srgbClr val="000099"/>
                </a:solidFill>
                <a:latin typeface="楷体_GB2312" pitchFamily="49" charset="-122"/>
                <a:ea typeface="楷体_GB2312" pitchFamily="49" charset="-122"/>
                <a:sym typeface="Monotype Sorts" pitchFamily="2" charset="2"/>
              </a:rPr>
              <a:t>  </a:t>
            </a:r>
            <a:endParaRPr lang="zh-CN" altLang="en-US" sz="280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" name="Text Box 17">
            <a:hlinkClick r:id="rId7"/>
            <a:extLst>
              <a:ext uri="{FF2B5EF4-FFF2-40B4-BE49-F238E27FC236}">
                <a16:creationId xmlns:a16="http://schemas.microsoft.com/office/drawing/2014/main" id="{5E8DF9F0-936D-4C86-ABA2-81946A435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675" y="6137275"/>
            <a:ext cx="2163763" cy="401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u="sng">
                <a:solidFill>
                  <a:srgbClr val="FF0000"/>
                </a:solidFill>
              </a:rPr>
              <a:t>麦克斯韦方程组</a:t>
            </a:r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256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" dur="500"/>
                                        <p:tgtEl>
                                          <p:spTgt spid="256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5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0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6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25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56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75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256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59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3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75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3" dur="75"/>
                                        <p:tgtEl>
                                          <p:spTgt spid="25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75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20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6" dur="75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1" grpId="0" autoUpdateAnimBg="0"/>
      <p:bldP spid="25612" grpId="0" autoUpdateAnimBg="0"/>
      <p:bldP spid="25613" grpId="0" autoUpdateAnimBg="0"/>
      <p:bldP spid="25615" grpId="0" autoUpdateAnimBg="0"/>
      <p:bldP spid="25616" grpId="0" autoUpdateAnimBg="0"/>
      <p:bldP spid="25617" grpId="0" autoUpdateAnimBg="0"/>
      <p:bldP spid="25618" grpId="0" autoUpdateAnimBg="0"/>
      <p:bldP spid="25621" grpId="0" autoUpdateAnimBg="0"/>
      <p:bldP spid="25622" grpId="0" autoUpdateAnimBg="0"/>
      <p:bldP spid="25624" grpId="0" autoUpdateAnimBg="0"/>
      <p:bldP spid="25625" grpId="0" autoUpdateAnimBg="0"/>
      <p:bldP spid="25626" grpId="0" build="p" autoUpdateAnimBg="0"/>
      <p:bldP spid="25632" grpId="0" build="p" autoUpdateAnimBg="0"/>
      <p:bldP spid="17" grpId="0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>
            <a:extLst>
              <a:ext uri="{FF2B5EF4-FFF2-40B4-BE49-F238E27FC236}">
                <a16:creationId xmlns:a16="http://schemas.microsoft.com/office/drawing/2014/main" id="{BF815B33-2F30-4216-96A1-5EBBA58EBE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内容回顾</a:t>
            </a:r>
          </a:p>
        </p:txBody>
      </p:sp>
      <p:sp>
        <p:nvSpPr>
          <p:cNvPr id="23555" name="Text Box 4">
            <a:extLst>
              <a:ext uri="{FF2B5EF4-FFF2-40B4-BE49-F238E27FC236}">
                <a16:creationId xmlns:a16="http://schemas.microsoft.com/office/drawing/2014/main" id="{68887782-7A6A-44DA-AAE3-FEE4BA5C6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638175"/>
            <a:ext cx="26368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磁场的能量</a:t>
            </a:r>
          </a:p>
        </p:txBody>
      </p:sp>
      <p:grpSp>
        <p:nvGrpSpPr>
          <p:cNvPr id="23556" name="Group 26">
            <a:extLst>
              <a:ext uri="{FF2B5EF4-FFF2-40B4-BE49-F238E27FC236}">
                <a16:creationId xmlns:a16="http://schemas.microsoft.com/office/drawing/2014/main" id="{540B09AE-6189-4A14-B6CF-94C57303FD48}"/>
              </a:ext>
            </a:extLst>
          </p:cNvPr>
          <p:cNvGrpSpPr>
            <a:grpSpLocks/>
          </p:cNvGrpSpPr>
          <p:nvPr/>
        </p:nvGrpSpPr>
        <p:grpSpPr bwMode="auto">
          <a:xfrm>
            <a:off x="6561138" y="104775"/>
            <a:ext cx="2281237" cy="2181225"/>
            <a:chOff x="2018" y="300"/>
            <a:chExt cx="1557" cy="1488"/>
          </a:xfrm>
        </p:grpSpPr>
        <p:sp>
          <p:nvSpPr>
            <p:cNvPr id="23583" name="Line 27">
              <a:extLst>
                <a:ext uri="{FF2B5EF4-FFF2-40B4-BE49-F238E27FC236}">
                  <a16:creationId xmlns:a16="http://schemas.microsoft.com/office/drawing/2014/main" id="{8DD4BE1B-F554-4388-9B16-24B2E9259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1260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28">
              <a:extLst>
                <a:ext uri="{FF2B5EF4-FFF2-40B4-BE49-F238E27FC236}">
                  <a16:creationId xmlns:a16="http://schemas.microsoft.com/office/drawing/2014/main" id="{ECC50730-08F7-471B-871D-574ADB5307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684"/>
              <a:ext cx="0" cy="52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85" name="Group 29">
              <a:extLst>
                <a:ext uri="{FF2B5EF4-FFF2-40B4-BE49-F238E27FC236}">
                  <a16:creationId xmlns:a16="http://schemas.microsoft.com/office/drawing/2014/main" id="{9F8641DE-DCCB-415C-A787-C39FB0EE64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86" y="1207"/>
              <a:ext cx="254" cy="45"/>
              <a:chOff x="1056" y="3552"/>
              <a:chExt cx="192" cy="48"/>
            </a:xfrm>
          </p:grpSpPr>
          <p:sp>
            <p:nvSpPr>
              <p:cNvPr id="23610" name="Line 30">
                <a:extLst>
                  <a:ext uri="{FF2B5EF4-FFF2-40B4-BE49-F238E27FC236}">
                    <a16:creationId xmlns:a16="http://schemas.microsoft.com/office/drawing/2014/main" id="{064BE2AE-8959-43F0-9370-5E17ABE925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56" y="3552"/>
                <a:ext cx="192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611" name="Line 31">
                <a:extLst>
                  <a:ext uri="{FF2B5EF4-FFF2-40B4-BE49-F238E27FC236}">
                    <a16:creationId xmlns:a16="http://schemas.microsoft.com/office/drawing/2014/main" id="{F8A8D759-7464-4723-98A0-D65C1D7DE0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04" y="3600"/>
                <a:ext cx="96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3586" name="Line 32">
              <a:extLst>
                <a:ext uri="{FF2B5EF4-FFF2-40B4-BE49-F238E27FC236}">
                  <a16:creationId xmlns:a16="http://schemas.microsoft.com/office/drawing/2014/main" id="{5BD5CF02-8011-476E-9873-43C97E28BB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1788"/>
              <a:ext cx="135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7" name="Line 33">
              <a:extLst>
                <a:ext uri="{FF2B5EF4-FFF2-40B4-BE49-F238E27FC236}">
                  <a16:creationId xmlns:a16="http://schemas.microsoft.com/office/drawing/2014/main" id="{49B28CF8-2BBB-4CC6-B574-D78956E1D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75" y="684"/>
              <a:ext cx="0" cy="109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34">
              <a:extLst>
                <a:ext uri="{FF2B5EF4-FFF2-40B4-BE49-F238E27FC236}">
                  <a16:creationId xmlns:a16="http://schemas.microsoft.com/office/drawing/2014/main" id="{D98A2AAB-EF6A-419D-A94B-69635CBB67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23" y="684"/>
              <a:ext cx="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35">
              <a:extLst>
                <a:ext uri="{FF2B5EF4-FFF2-40B4-BE49-F238E27FC236}">
                  <a16:creationId xmlns:a16="http://schemas.microsoft.com/office/drawing/2014/main" id="{A67F32C8-1695-48B7-9A3E-13B78FB69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07" y="684"/>
              <a:ext cx="4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36">
              <a:extLst>
                <a:ext uri="{FF2B5EF4-FFF2-40B4-BE49-F238E27FC236}">
                  <a16:creationId xmlns:a16="http://schemas.microsoft.com/office/drawing/2014/main" id="{9CA369ED-EC3F-4748-84FF-2BC6ED60E1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1692"/>
              <a:ext cx="0" cy="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Rectangle 37">
              <a:extLst>
                <a:ext uri="{FF2B5EF4-FFF2-40B4-BE49-F238E27FC236}">
                  <a16:creationId xmlns:a16="http://schemas.microsoft.com/office/drawing/2014/main" id="{96FFD1E3-0469-4831-808E-BBCDA5E9AE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1404"/>
              <a:ext cx="104" cy="288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215"/>
            </a:p>
          </p:txBody>
        </p:sp>
        <p:sp>
          <p:nvSpPr>
            <p:cNvPr id="23592" name="Line 38">
              <a:extLst>
                <a:ext uri="{FF2B5EF4-FFF2-40B4-BE49-F238E27FC236}">
                  <a16:creationId xmlns:a16="http://schemas.microsoft.com/office/drawing/2014/main" id="{88BEB8AD-3EC8-40BC-9D27-EC84096F67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4" y="924"/>
              <a:ext cx="0" cy="15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Oval 39">
              <a:extLst>
                <a:ext uri="{FF2B5EF4-FFF2-40B4-BE49-F238E27FC236}">
                  <a16:creationId xmlns:a16="http://schemas.microsoft.com/office/drawing/2014/main" id="{DCED0D24-A6B2-4739-A3EB-DBAA07E4D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636"/>
              <a:ext cx="52" cy="50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585" b="0"/>
            </a:p>
          </p:txBody>
        </p:sp>
        <p:sp>
          <p:nvSpPr>
            <p:cNvPr id="31" name="Oval 40">
              <a:extLst>
                <a:ext uri="{FF2B5EF4-FFF2-40B4-BE49-F238E27FC236}">
                  <a16:creationId xmlns:a16="http://schemas.microsoft.com/office/drawing/2014/main" id="{7D34BFB4-58CD-4239-99AE-78072AF093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664"/>
              <a:ext cx="52" cy="48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z="2585" b="0"/>
            </a:p>
          </p:txBody>
        </p:sp>
        <p:sp>
          <p:nvSpPr>
            <p:cNvPr id="23595" name="Line 41">
              <a:extLst>
                <a:ext uri="{FF2B5EF4-FFF2-40B4-BE49-F238E27FC236}">
                  <a16:creationId xmlns:a16="http://schemas.microsoft.com/office/drawing/2014/main" id="{EBDCB4F2-F3F4-4F3A-AE26-F7B4B76E12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4" y="1117"/>
              <a:ext cx="2" cy="22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arrow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3596" name="Object 42">
              <a:extLst>
                <a:ext uri="{FF2B5EF4-FFF2-40B4-BE49-F238E27FC236}">
                  <a16:creationId xmlns:a16="http://schemas.microsoft.com/office/drawing/2014/main" id="{D42C65E8-DFFB-465C-81A1-BF985838C67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59" y="1491"/>
            <a:ext cx="252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6" name="公式" r:id="rId3" imgW="164885" imgH="164885" progId="Equation.3">
                    <p:embed/>
                  </p:oleObj>
                </mc:Choice>
                <mc:Fallback>
                  <p:oleObj name="公式" r:id="rId3" imgW="164885" imgH="164885" progId="Equation.3">
                    <p:embed/>
                    <p:pic>
                      <p:nvPicPr>
                        <p:cNvPr id="0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9" y="1491"/>
                          <a:ext cx="252" cy="2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7" name="Object 43">
              <a:extLst>
                <a:ext uri="{FF2B5EF4-FFF2-40B4-BE49-F238E27FC236}">
                  <a16:creationId xmlns:a16="http://schemas.microsoft.com/office/drawing/2014/main" id="{36B266F5-8F2B-4B42-90DA-12DF1106E11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960" y="1059"/>
            <a:ext cx="230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7" name="公式" r:id="rId5" imgW="152268" imgH="164957" progId="Equation.3">
                    <p:embed/>
                  </p:oleObj>
                </mc:Choice>
                <mc:Fallback>
                  <p:oleObj name="公式" r:id="rId5" imgW="152268" imgH="164957" progId="Equation.3">
                    <p:embed/>
                    <p:pic>
                      <p:nvPicPr>
                        <p:cNvPr id="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60" y="1059"/>
                          <a:ext cx="230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8" name="Object 44">
              <a:extLst>
                <a:ext uri="{FF2B5EF4-FFF2-40B4-BE49-F238E27FC236}">
                  <a16:creationId xmlns:a16="http://schemas.microsoft.com/office/drawing/2014/main" id="{17059214-2358-4DE3-8224-04968609592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483" y="532"/>
            <a:ext cx="195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8" name="公式" r:id="rId7" imgW="126835" imgH="139518" progId="Equation.3">
                    <p:embed/>
                  </p:oleObj>
                </mc:Choice>
                <mc:Fallback>
                  <p:oleObj name="公式" r:id="rId7" imgW="126835" imgH="139518" progId="Equation.3">
                    <p:embed/>
                    <p:pic>
                      <p:nvPicPr>
                        <p:cNvPr id="0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3" y="532"/>
                          <a:ext cx="195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99" name="Object 45">
              <a:extLst>
                <a:ext uri="{FF2B5EF4-FFF2-40B4-BE49-F238E27FC236}">
                  <a16:creationId xmlns:a16="http://schemas.microsoft.com/office/drawing/2014/main" id="{5A5B604C-3844-4428-97B3-5EE6821B84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07" y="444"/>
            <a:ext cx="195" cy="2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29" name="公式" r:id="rId9" imgW="126725" imgH="177415" progId="Equation.3">
                    <p:embed/>
                  </p:oleObj>
                </mc:Choice>
                <mc:Fallback>
                  <p:oleObj name="公式" r:id="rId9" imgW="126725" imgH="177415" progId="Equation.3">
                    <p:embed/>
                    <p:pic>
                      <p:nvPicPr>
                        <p:cNvPr id="0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7" y="444"/>
                          <a:ext cx="195" cy="2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600" name="Object 46">
              <a:extLst>
                <a:ext uri="{FF2B5EF4-FFF2-40B4-BE49-F238E27FC236}">
                  <a16:creationId xmlns:a16="http://schemas.microsoft.com/office/drawing/2014/main" id="{612A010A-8A54-4C59-92B4-FDBAD0C29A5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18" y="1275"/>
            <a:ext cx="175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730" name="公式" r:id="rId11" imgW="114201" imgH="139579" progId="Equation.3">
                    <p:embed/>
                  </p:oleObj>
                </mc:Choice>
                <mc:Fallback>
                  <p:oleObj name="公式" r:id="rId11" imgW="114201" imgH="139579" progId="Equation.3">
                    <p:embed/>
                    <p:pic>
                      <p:nvPicPr>
                        <p:cNvPr id="0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18" y="1275"/>
                          <a:ext cx="175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Text Box 47">
              <a:extLst>
                <a:ext uri="{FF2B5EF4-FFF2-40B4-BE49-F238E27FC236}">
                  <a16:creationId xmlns:a16="http://schemas.microsoft.com/office/drawing/2014/main" id="{3AD3071C-F73F-45FC-B97C-DE143B963F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7" y="300"/>
              <a:ext cx="277" cy="3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 i="1"/>
                <a:t>K</a:t>
              </a:r>
            </a:p>
          </p:txBody>
        </p:sp>
        <p:sp>
          <p:nvSpPr>
            <p:cNvPr id="23602" name="Line 48">
              <a:extLst>
                <a:ext uri="{FF2B5EF4-FFF2-40B4-BE49-F238E27FC236}">
                  <a16:creationId xmlns:a16="http://schemas.microsoft.com/office/drawing/2014/main" id="{8CD6167E-A6EA-4CDD-AD0E-F1C57E1020B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495612" flipV="1">
              <a:off x="2731" y="647"/>
              <a:ext cx="149" cy="271"/>
            </a:xfrm>
            <a:prstGeom prst="line">
              <a:avLst/>
            </a:prstGeom>
            <a:noFill/>
            <a:ln w="38100">
              <a:solidFill>
                <a:srgbClr val="0066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3" name="Line 49">
              <a:extLst>
                <a:ext uri="{FF2B5EF4-FFF2-40B4-BE49-F238E27FC236}">
                  <a16:creationId xmlns:a16="http://schemas.microsoft.com/office/drawing/2014/main" id="{9297DD52-1B5A-47FC-9B1B-68B24E337B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753" y="972"/>
              <a:ext cx="0" cy="336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Text Box 50">
              <a:extLst>
                <a:ext uri="{FF2B5EF4-FFF2-40B4-BE49-F238E27FC236}">
                  <a16:creationId xmlns:a16="http://schemas.microsoft.com/office/drawing/2014/main" id="{0FE4C555-0FF9-4253-B9FF-34131CD28E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3" y="940"/>
              <a:ext cx="317" cy="3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en-US" altLang="zh-CN" sz="2585">
                  <a:sym typeface="Symbol" panose="05050102010706020507" pitchFamily="18" charset="2"/>
                </a:rPr>
                <a:t></a:t>
              </a:r>
              <a:r>
                <a:rPr lang="en-US" altLang="zh-CN" sz="2585" i="1" baseline="-25000">
                  <a:sym typeface="Symbol" panose="05050102010706020507" pitchFamily="18" charset="2"/>
                </a:rPr>
                <a:t>L</a:t>
              </a:r>
              <a:endParaRPr lang="en-US" altLang="zh-CN" sz="2215" i="1" baseline="-25000">
                <a:sym typeface="Symbol" panose="05050102010706020507" pitchFamily="18" charset="2"/>
              </a:endParaRPr>
            </a:p>
          </p:txBody>
        </p:sp>
        <p:grpSp>
          <p:nvGrpSpPr>
            <p:cNvPr id="23605" name="Group 51">
              <a:extLst>
                <a:ext uri="{FF2B5EF4-FFF2-40B4-BE49-F238E27FC236}">
                  <a16:creationId xmlns:a16="http://schemas.microsoft.com/office/drawing/2014/main" id="{37AC918C-B7E9-469C-B6A8-C20DD08AD6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9" y="1072"/>
              <a:ext cx="159" cy="226"/>
              <a:chOff x="4059" y="2932"/>
              <a:chExt cx="228" cy="226"/>
            </a:xfrm>
          </p:grpSpPr>
          <p:sp>
            <p:nvSpPr>
              <p:cNvPr id="23607" name="Arc 52">
                <a:extLst>
                  <a:ext uri="{FF2B5EF4-FFF2-40B4-BE49-F238E27FC236}">
                    <a16:creationId xmlns:a16="http://schemas.microsoft.com/office/drawing/2014/main" id="{B93F1B84-62C2-4BDE-8062-765DCD71D0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2932"/>
                <a:ext cx="227" cy="94"/>
              </a:xfrm>
              <a:custGeom>
                <a:avLst/>
                <a:gdLst>
                  <a:gd name="T0" fmla="*/ 0 w 38071"/>
                  <a:gd name="T1" fmla="*/ 0 h 43078"/>
                  <a:gd name="T2" fmla="*/ 0 w 38071"/>
                  <a:gd name="T3" fmla="*/ 0 h 43078"/>
                  <a:gd name="T4" fmla="*/ 0 w 38071"/>
                  <a:gd name="T5" fmla="*/ 0 h 4307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71" h="43078" fill="none" extrusionOk="0">
                    <a:moveTo>
                      <a:pt x="18763" y="-1"/>
                    </a:moveTo>
                    <a:cubicBezTo>
                      <a:pt x="29742" y="1171"/>
                      <a:pt x="38071" y="10435"/>
                      <a:pt x="38071" y="21478"/>
                    </a:cubicBezTo>
                    <a:cubicBezTo>
                      <a:pt x="38071" y="33407"/>
                      <a:pt x="28400" y="43078"/>
                      <a:pt x="16471" y="43078"/>
                    </a:cubicBezTo>
                    <a:cubicBezTo>
                      <a:pt x="10127" y="43078"/>
                      <a:pt x="4104" y="40289"/>
                      <a:pt x="0" y="35451"/>
                    </a:cubicBezTo>
                  </a:path>
                  <a:path w="38071" h="43078" stroke="0" extrusionOk="0">
                    <a:moveTo>
                      <a:pt x="18763" y="-1"/>
                    </a:moveTo>
                    <a:cubicBezTo>
                      <a:pt x="29742" y="1171"/>
                      <a:pt x="38071" y="10435"/>
                      <a:pt x="38071" y="21478"/>
                    </a:cubicBezTo>
                    <a:cubicBezTo>
                      <a:pt x="38071" y="33407"/>
                      <a:pt x="28400" y="43078"/>
                      <a:pt x="16471" y="43078"/>
                    </a:cubicBezTo>
                    <a:cubicBezTo>
                      <a:pt x="10127" y="43078"/>
                      <a:pt x="4104" y="40289"/>
                      <a:pt x="0" y="35451"/>
                    </a:cubicBezTo>
                    <a:lnTo>
                      <a:pt x="16471" y="21478"/>
                    </a:lnTo>
                    <a:lnTo>
                      <a:pt x="18763" y="-1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Arc 53">
                <a:extLst>
                  <a:ext uri="{FF2B5EF4-FFF2-40B4-BE49-F238E27FC236}">
                    <a16:creationId xmlns:a16="http://schemas.microsoft.com/office/drawing/2014/main" id="{33FD1FDC-9FF5-4CF3-863D-402525487E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9" y="2996"/>
                <a:ext cx="227" cy="94"/>
              </a:xfrm>
              <a:custGeom>
                <a:avLst/>
                <a:gdLst>
                  <a:gd name="T0" fmla="*/ 0 w 38071"/>
                  <a:gd name="T1" fmla="*/ 0 h 43200"/>
                  <a:gd name="T2" fmla="*/ 0 w 38071"/>
                  <a:gd name="T3" fmla="*/ 0 h 43200"/>
                  <a:gd name="T4" fmla="*/ 0 w 3807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71" h="43200" fill="none" extrusionOk="0">
                    <a:moveTo>
                      <a:pt x="66" y="7547"/>
                    </a:moveTo>
                    <a:cubicBezTo>
                      <a:pt x="4170" y="2757"/>
                      <a:pt x="10163" y="-1"/>
                      <a:pt x="16471" y="0"/>
                    </a:cubicBezTo>
                    <a:cubicBezTo>
                      <a:pt x="28400" y="0"/>
                      <a:pt x="38071" y="9670"/>
                      <a:pt x="38071" y="21600"/>
                    </a:cubicBezTo>
                    <a:cubicBezTo>
                      <a:pt x="38071" y="33529"/>
                      <a:pt x="28400" y="43200"/>
                      <a:pt x="16471" y="43200"/>
                    </a:cubicBezTo>
                    <a:cubicBezTo>
                      <a:pt x="10127" y="43200"/>
                      <a:pt x="4104" y="40411"/>
                      <a:pt x="0" y="35573"/>
                    </a:cubicBezTo>
                  </a:path>
                  <a:path w="38071" h="43200" stroke="0" extrusionOk="0">
                    <a:moveTo>
                      <a:pt x="66" y="7547"/>
                    </a:moveTo>
                    <a:cubicBezTo>
                      <a:pt x="4170" y="2757"/>
                      <a:pt x="10163" y="-1"/>
                      <a:pt x="16471" y="0"/>
                    </a:cubicBezTo>
                    <a:cubicBezTo>
                      <a:pt x="28400" y="0"/>
                      <a:pt x="38071" y="9670"/>
                      <a:pt x="38071" y="21600"/>
                    </a:cubicBezTo>
                    <a:cubicBezTo>
                      <a:pt x="38071" y="33529"/>
                      <a:pt x="28400" y="43200"/>
                      <a:pt x="16471" y="43200"/>
                    </a:cubicBezTo>
                    <a:cubicBezTo>
                      <a:pt x="10127" y="43200"/>
                      <a:pt x="4104" y="40411"/>
                      <a:pt x="0" y="35573"/>
                    </a:cubicBezTo>
                    <a:lnTo>
                      <a:pt x="16471" y="21600"/>
                    </a:lnTo>
                    <a:lnTo>
                      <a:pt x="66" y="7547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Arc 54">
                <a:extLst>
                  <a:ext uri="{FF2B5EF4-FFF2-40B4-BE49-F238E27FC236}">
                    <a16:creationId xmlns:a16="http://schemas.microsoft.com/office/drawing/2014/main" id="{27367B2C-2B53-411C-87EB-0428E65D74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0" y="3064"/>
                <a:ext cx="227" cy="94"/>
              </a:xfrm>
              <a:custGeom>
                <a:avLst/>
                <a:gdLst>
                  <a:gd name="T0" fmla="*/ 0 w 38004"/>
                  <a:gd name="T1" fmla="*/ 0 h 43066"/>
                  <a:gd name="T2" fmla="*/ 0 w 38004"/>
                  <a:gd name="T3" fmla="*/ 0 h 43066"/>
                  <a:gd name="T4" fmla="*/ 0 w 38004"/>
                  <a:gd name="T5" fmla="*/ 0 h 430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004" h="43066" fill="none" extrusionOk="0">
                    <a:moveTo>
                      <a:pt x="-1" y="7547"/>
                    </a:moveTo>
                    <a:cubicBezTo>
                      <a:pt x="4103" y="2757"/>
                      <a:pt x="10096" y="-1"/>
                      <a:pt x="16404" y="0"/>
                    </a:cubicBezTo>
                    <a:cubicBezTo>
                      <a:pt x="28333" y="0"/>
                      <a:pt x="38004" y="9670"/>
                      <a:pt x="38004" y="21600"/>
                    </a:cubicBezTo>
                    <a:cubicBezTo>
                      <a:pt x="38004" y="32600"/>
                      <a:pt x="29737" y="41843"/>
                      <a:pt x="18805" y="43066"/>
                    </a:cubicBezTo>
                  </a:path>
                  <a:path w="38004" h="43066" stroke="0" extrusionOk="0">
                    <a:moveTo>
                      <a:pt x="-1" y="7547"/>
                    </a:moveTo>
                    <a:cubicBezTo>
                      <a:pt x="4103" y="2757"/>
                      <a:pt x="10096" y="-1"/>
                      <a:pt x="16404" y="0"/>
                    </a:cubicBezTo>
                    <a:cubicBezTo>
                      <a:pt x="28333" y="0"/>
                      <a:pt x="38004" y="9670"/>
                      <a:pt x="38004" y="21600"/>
                    </a:cubicBezTo>
                    <a:cubicBezTo>
                      <a:pt x="38004" y="32600"/>
                      <a:pt x="29737" y="41843"/>
                      <a:pt x="18805" y="43066"/>
                    </a:cubicBezTo>
                    <a:lnTo>
                      <a:pt x="16404" y="21600"/>
                    </a:lnTo>
                    <a:lnTo>
                      <a:pt x="-1" y="7547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3606" name="Line 55">
              <a:extLst>
                <a:ext uri="{FF2B5EF4-FFF2-40B4-BE49-F238E27FC236}">
                  <a16:creationId xmlns:a16="http://schemas.microsoft.com/office/drawing/2014/main" id="{4F2C5A90-EC9E-4D34-90FB-CB27EF6161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3" y="1288"/>
              <a:ext cx="0" cy="11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2AF7D2A1-06B4-40CE-BDD9-D3C5A09BD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763" y="1147763"/>
            <a:ext cx="38608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电源克服</a:t>
            </a:r>
            <a:r>
              <a:rPr lang="zh-CN" altLang="en-US" sz="2800">
                <a:sym typeface="Symbol" panose="05050102010706020507" pitchFamily="18" charset="2"/>
              </a:rPr>
              <a:t></a:t>
            </a:r>
            <a:r>
              <a:rPr lang="en-US" altLang="zh-CN" sz="2800" i="1" baseline="-25000">
                <a:sym typeface="Symbol" panose="05050102010706020507" pitchFamily="18" charset="2"/>
              </a:rPr>
              <a:t>L</a:t>
            </a:r>
            <a:r>
              <a:rPr lang="zh-CN" altLang="en-US" sz="2800"/>
              <a:t>做功为</a:t>
            </a:r>
            <a:r>
              <a:rPr lang="en-US" altLang="zh-CN" sz="2800" b="0"/>
              <a:t>d</a:t>
            </a:r>
            <a:r>
              <a:rPr lang="en-US" altLang="zh-CN" sz="2800" i="1"/>
              <a:t>A </a:t>
            </a:r>
            <a:r>
              <a:rPr lang="zh-CN" altLang="en-US" sz="2800"/>
              <a:t>：</a:t>
            </a:r>
          </a:p>
        </p:txBody>
      </p:sp>
      <p:sp>
        <p:nvSpPr>
          <p:cNvPr id="50" name="Text Box 9">
            <a:extLst>
              <a:ext uri="{FF2B5EF4-FFF2-40B4-BE49-F238E27FC236}">
                <a16:creationId xmlns:a16="http://schemas.microsoft.com/office/drawing/2014/main" id="{DA2BB604-BBF3-41F2-B09C-CC30FE53E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5063" y="1166813"/>
            <a:ext cx="15176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 b="0"/>
              <a:t>d</a:t>
            </a:r>
            <a:r>
              <a:rPr lang="en-US" altLang="zh-CN" sz="2400" i="1"/>
              <a:t>A</a:t>
            </a:r>
            <a:r>
              <a:rPr lang="en-US" altLang="zh-CN" sz="2400"/>
              <a:t>= –</a:t>
            </a:r>
            <a:r>
              <a:rPr lang="en-US" altLang="zh-CN" sz="2400">
                <a:sym typeface="Symbol" panose="05050102010706020507" pitchFamily="18" charset="2"/>
              </a:rPr>
              <a:t></a:t>
            </a:r>
            <a:r>
              <a:rPr lang="en-US" altLang="zh-CN" sz="2400" i="1" baseline="-25000">
                <a:sym typeface="Symbol" panose="05050102010706020507" pitchFamily="18" charset="2"/>
              </a:rPr>
              <a:t>L</a:t>
            </a:r>
            <a:r>
              <a:rPr lang="en-US" altLang="zh-CN" sz="2400" b="0">
                <a:sym typeface="Symbol" panose="05050102010706020507" pitchFamily="18" charset="2"/>
              </a:rPr>
              <a:t>d</a:t>
            </a:r>
            <a:r>
              <a:rPr lang="en-US" altLang="zh-CN" sz="2400" i="1">
                <a:sym typeface="Symbol" panose="05050102010706020507" pitchFamily="18" charset="2"/>
              </a:rPr>
              <a:t>q</a:t>
            </a:r>
            <a:endParaRPr lang="en-US" altLang="zh-CN" sz="2400" baseline="-25000">
              <a:sym typeface="Symbol" panose="05050102010706020507" pitchFamily="18" charset="2"/>
            </a:endParaRPr>
          </a:p>
        </p:txBody>
      </p:sp>
      <p:sp>
        <p:nvSpPr>
          <p:cNvPr id="51" name="Text Box 10">
            <a:extLst>
              <a:ext uri="{FF2B5EF4-FFF2-40B4-BE49-F238E27FC236}">
                <a16:creationId xmlns:a16="http://schemas.microsoft.com/office/drawing/2014/main" id="{519DEBA6-6082-4072-A7BD-BAD039DB6D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2700" y="1185863"/>
            <a:ext cx="117475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400">
                <a:sym typeface="Symbol" panose="05050102010706020507" pitchFamily="18" charset="2"/>
              </a:rPr>
              <a:t>=</a:t>
            </a:r>
            <a:r>
              <a:rPr lang="en-US" altLang="zh-CN" sz="2400"/>
              <a:t> –</a:t>
            </a:r>
            <a:r>
              <a:rPr lang="en-US" altLang="zh-CN" sz="2400">
                <a:sym typeface="Symbol" panose="05050102010706020507" pitchFamily="18" charset="2"/>
              </a:rPr>
              <a:t></a:t>
            </a:r>
            <a:r>
              <a:rPr lang="en-US" altLang="zh-CN" sz="2400" i="1" baseline="-25000">
                <a:sym typeface="Symbol" panose="05050102010706020507" pitchFamily="18" charset="2"/>
              </a:rPr>
              <a:t>L</a:t>
            </a:r>
            <a:r>
              <a:rPr lang="en-US" altLang="zh-CN" sz="2400" i="1">
                <a:sym typeface="Symbol" panose="05050102010706020507" pitchFamily="18" charset="2"/>
              </a:rPr>
              <a:t>i</a:t>
            </a:r>
            <a:r>
              <a:rPr lang="en-US" altLang="zh-CN" sz="2400" b="0">
                <a:sym typeface="Symbol" panose="05050102010706020507" pitchFamily="18" charset="2"/>
              </a:rPr>
              <a:t>d</a:t>
            </a:r>
            <a:r>
              <a:rPr lang="en-US" altLang="zh-CN" sz="2400" i="1">
                <a:sym typeface="Symbol" panose="05050102010706020507" pitchFamily="18" charset="2"/>
              </a:rPr>
              <a:t>t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84DB62F-F118-47F9-A387-F036EB9315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40163" y="1601788"/>
          <a:ext cx="1447800" cy="638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1" name="Equation" r:id="rId13" imgW="1447913" imgH="638280" progId="Equation.DSMT4">
                  <p:embed/>
                </p:oleObj>
              </mc:Choice>
              <mc:Fallback>
                <p:oleObj name="Equation" r:id="rId13" imgW="1447913" imgH="638280" progId="Equation.DSMT4">
                  <p:embed/>
                  <p:pic>
                    <p:nvPicPr>
                      <p:cNvPr id="0" name="对象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0163" y="1601788"/>
                        <a:ext cx="1447800" cy="638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ct 12">
            <a:extLst>
              <a:ext uri="{FF2B5EF4-FFF2-40B4-BE49-F238E27FC236}">
                <a16:creationId xmlns:a16="http://schemas.microsoft.com/office/drawing/2014/main" id="{F756A78D-2EDC-467D-B072-DEC67C834F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49338" y="2271713"/>
          <a:ext cx="1225550" cy="604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2" name="公式" r:id="rId15" imgW="482391" imgH="291973" progId="Equation.3">
                  <p:embed/>
                </p:oleObj>
              </mc:Choice>
              <mc:Fallback>
                <p:oleObj name="公式" r:id="rId15" imgW="482391" imgH="29197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9338" y="2271713"/>
                        <a:ext cx="1225550" cy="604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5">
            <a:extLst>
              <a:ext uri="{FF2B5EF4-FFF2-40B4-BE49-F238E27FC236}">
                <a16:creationId xmlns:a16="http://schemas.microsoft.com/office/drawing/2014/main" id="{7135560B-7615-4E52-B6A4-28EE993286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19325" y="2233613"/>
          <a:ext cx="1068388" cy="703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3" name="公式" r:id="rId17" imgW="520474" imgH="342751" progId="Equation.3">
                  <p:embed/>
                </p:oleObj>
              </mc:Choice>
              <mc:Fallback>
                <p:oleObj name="公式" r:id="rId17" imgW="520474" imgH="34275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325" y="2233613"/>
                        <a:ext cx="1068388" cy="703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6">
            <a:extLst>
              <a:ext uri="{FF2B5EF4-FFF2-40B4-BE49-F238E27FC236}">
                <a16:creationId xmlns:a16="http://schemas.microsoft.com/office/drawing/2014/main" id="{E181679C-BB7C-467C-9D74-DC5C169A62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2206625"/>
          <a:ext cx="1477963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4" name="公式" r:id="rId19" imgW="698197" imgH="342751" progId="Equation.3">
                  <p:embed/>
                </p:oleObj>
              </mc:Choice>
              <mc:Fallback>
                <p:oleObj name="公式" r:id="rId19" imgW="698197" imgH="342751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206625"/>
                        <a:ext cx="1477963" cy="725488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AutoShape 17">
            <a:extLst>
              <a:ext uri="{FF2B5EF4-FFF2-40B4-BE49-F238E27FC236}">
                <a16:creationId xmlns:a16="http://schemas.microsoft.com/office/drawing/2014/main" id="{0AAD376B-790C-4931-87E6-D857D04E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7250" y="2528888"/>
            <a:ext cx="990600" cy="141287"/>
          </a:xfrm>
          <a:prstGeom prst="rightArrow">
            <a:avLst>
              <a:gd name="adj1" fmla="val 50000"/>
              <a:gd name="adj2" fmla="val 1760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  <p:sp>
        <p:nvSpPr>
          <p:cNvPr id="57" name="Text Box 18">
            <a:extLst>
              <a:ext uri="{FF2B5EF4-FFF2-40B4-BE49-F238E27FC236}">
                <a16:creationId xmlns:a16="http://schemas.microsoft.com/office/drawing/2014/main" id="{31A57A04-6450-474B-8103-74F3B3D7F4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1863" y="2165350"/>
            <a:ext cx="939800" cy="433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215" dirty="0"/>
              <a:t>储存</a:t>
            </a:r>
          </a:p>
        </p:txBody>
      </p:sp>
      <p:graphicFrame>
        <p:nvGraphicFramePr>
          <p:cNvPr id="58" name="Object 25">
            <a:extLst>
              <a:ext uri="{FF2B5EF4-FFF2-40B4-BE49-F238E27FC236}">
                <a16:creationId xmlns:a16="http://schemas.microsoft.com/office/drawing/2014/main" id="{1DBF1277-5C4A-4995-859A-5360A17CDD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8750" y="2328863"/>
          <a:ext cx="9302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5" name="公式" r:id="rId21" imgW="482391" imgH="291973" progId="Equation.3">
                  <p:embed/>
                </p:oleObj>
              </mc:Choice>
              <mc:Fallback>
                <p:oleObj name="公式" r:id="rId21" imgW="482391" imgH="291973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750" y="2328863"/>
                        <a:ext cx="9302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" name="Text Box 6">
            <a:extLst>
              <a:ext uri="{FF2B5EF4-FFF2-40B4-BE49-F238E27FC236}">
                <a16:creationId xmlns:a16="http://schemas.microsoft.com/office/drawing/2014/main" id="{855E8CEC-259B-48D8-9AB5-573713FF24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2867025"/>
            <a:ext cx="568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磁能也应储存在磁场中！</a:t>
            </a:r>
          </a:p>
        </p:txBody>
      </p:sp>
      <p:sp>
        <p:nvSpPr>
          <p:cNvPr id="60" name="Text Box 17">
            <a:extLst>
              <a:ext uri="{FF2B5EF4-FFF2-40B4-BE49-F238E27FC236}">
                <a16:creationId xmlns:a16="http://schemas.microsoft.com/office/drawing/2014/main" id="{D2FCA27F-C008-44FC-93B4-D584FCE19D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788" y="2876550"/>
            <a:ext cx="4467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800" i="1"/>
              <a:t>W</a:t>
            </a:r>
            <a:r>
              <a:rPr lang="en-US" altLang="zh-CN" sz="2800" i="1" baseline="-25000"/>
              <a:t>m</a:t>
            </a:r>
            <a:r>
              <a:rPr lang="en-US" altLang="zh-CN" sz="2800"/>
              <a:t>→</a:t>
            </a:r>
            <a:r>
              <a:rPr lang="zh-CN" altLang="en-US" sz="2800"/>
              <a:t>磁场</a:t>
            </a:r>
            <a:r>
              <a:rPr lang="en-US" altLang="zh-CN" sz="2800"/>
              <a:t>(</a:t>
            </a:r>
            <a:r>
              <a:rPr lang="en-US" altLang="zh-CN" sz="2800" i="1"/>
              <a:t>B</a:t>
            </a:r>
            <a:r>
              <a:rPr lang="zh-CN" altLang="en-US" sz="2400"/>
              <a:t>、</a:t>
            </a:r>
            <a:r>
              <a:rPr lang="en-US" altLang="zh-CN" sz="2800" i="1"/>
              <a:t>H</a:t>
            </a:r>
            <a:r>
              <a:rPr lang="en-US" altLang="zh-CN" sz="2800"/>
              <a:t>)</a:t>
            </a:r>
            <a:r>
              <a:rPr lang="zh-CN" altLang="en-US" sz="2800"/>
              <a:t>关系？</a:t>
            </a:r>
          </a:p>
        </p:txBody>
      </p:sp>
      <p:sp>
        <p:nvSpPr>
          <p:cNvPr id="61" name="Text Box 3">
            <a:extLst>
              <a:ext uri="{FF2B5EF4-FFF2-40B4-BE49-F238E27FC236}">
                <a16:creationId xmlns:a16="http://schemas.microsoft.com/office/drawing/2014/main" id="{89584812-669C-498F-9786-6E0127063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763" y="3460750"/>
            <a:ext cx="3155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  <a:defRPr/>
            </a:pPr>
            <a:r>
              <a:rPr lang="zh-CN" altLang="en-US" sz="2800" dirty="0">
                <a:solidFill>
                  <a:schemeClr val="tx2"/>
                </a:solidFill>
                <a:latin typeface="+mn-ea"/>
                <a:ea typeface="+mn-ea"/>
              </a:rPr>
              <a:t>以长直螺线管为例，</a:t>
            </a:r>
          </a:p>
        </p:txBody>
      </p:sp>
      <p:graphicFrame>
        <p:nvGraphicFramePr>
          <p:cNvPr id="62" name="Object 8">
            <a:extLst>
              <a:ext uri="{FF2B5EF4-FFF2-40B4-BE49-F238E27FC236}">
                <a16:creationId xmlns:a16="http://schemas.microsoft.com/office/drawing/2014/main" id="{20AE5832-679F-412B-A51A-65525371538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038" y="3932238"/>
          <a:ext cx="1765300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6" name="Equation" r:id="rId23" imgW="787058" imgH="342751" progId="Equation.DSMT4">
                  <p:embed/>
                </p:oleObj>
              </mc:Choice>
              <mc:Fallback>
                <p:oleObj name="Equation" r:id="rId23" imgW="787058" imgH="34275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038" y="3932238"/>
                        <a:ext cx="1765300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9">
            <a:extLst>
              <a:ext uri="{FF2B5EF4-FFF2-40B4-BE49-F238E27FC236}">
                <a16:creationId xmlns:a16="http://schemas.microsoft.com/office/drawing/2014/main" id="{4412E743-65F4-4D4B-8000-00B0771B9B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52638" y="3994150"/>
          <a:ext cx="1814512" cy="668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7" name="Equation" r:id="rId25" imgW="2120900" imgH="698500" progId="Equation.DSMT4">
                  <p:embed/>
                </p:oleObj>
              </mc:Choice>
              <mc:Fallback>
                <p:oleObj name="Equation" r:id="rId25" imgW="2120900" imgH="6985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3994150"/>
                        <a:ext cx="1814512" cy="668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10">
            <a:extLst>
              <a:ext uri="{FF2B5EF4-FFF2-40B4-BE49-F238E27FC236}">
                <a16:creationId xmlns:a16="http://schemas.microsoft.com/office/drawing/2014/main" id="{433E41B7-E10F-4C22-9749-B5ABFAD12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98900" y="3944938"/>
          <a:ext cx="1249363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8" name="Equation" r:id="rId27" imgW="1269449" imgH="812447" progId="Equation.DSMT4">
                  <p:embed/>
                </p:oleObj>
              </mc:Choice>
              <mc:Fallback>
                <p:oleObj name="Equation" r:id="rId27" imgW="1269449" imgH="812447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8900" y="3944938"/>
                        <a:ext cx="1249363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" name="Object 12">
            <a:extLst>
              <a:ext uri="{FF2B5EF4-FFF2-40B4-BE49-F238E27FC236}">
                <a16:creationId xmlns:a16="http://schemas.microsoft.com/office/drawing/2014/main" id="{A0A69649-A432-42DB-B01E-A17807DBE6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48075" y="4794250"/>
          <a:ext cx="12160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39" name="Equation" r:id="rId29" imgW="1308100" imgH="381000" progId="Equation.DSMT4">
                  <p:embed/>
                </p:oleObj>
              </mc:Choice>
              <mc:Fallback>
                <p:oleObj name="Equation" r:id="rId29" imgW="1308100" imgH="3810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8075" y="4794250"/>
                        <a:ext cx="12160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Text Box 14">
            <a:extLst>
              <a:ext uri="{FF2B5EF4-FFF2-40B4-BE49-F238E27FC236}">
                <a16:creationId xmlns:a16="http://schemas.microsoft.com/office/drawing/2014/main" id="{3804BB8F-BB0C-47F6-843D-54A32A966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44838" y="3470275"/>
            <a:ext cx="59309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/>
              <a:t>当通有电流 </a:t>
            </a:r>
            <a:r>
              <a:rPr lang="en-US" altLang="zh-CN" sz="2800" i="1"/>
              <a:t>I </a:t>
            </a:r>
            <a:r>
              <a:rPr lang="zh-CN" altLang="en-US" sz="2800"/>
              <a:t>时，其中存储的磁能为</a:t>
            </a:r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27AAF51-19AD-4E6E-B054-4CE3D6ECC0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76975" y="4198938"/>
          <a:ext cx="1698625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0" name="Equation" r:id="rId31" imgW="1914432" imgH="857250" progId="Equation.DSMT4">
                  <p:embed/>
                </p:oleObj>
              </mc:Choice>
              <mc:Fallback>
                <p:oleObj name="Equation" r:id="rId31" imgW="1914432" imgH="857250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76975" y="4198938"/>
                        <a:ext cx="1698625" cy="760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6">
            <a:extLst>
              <a:ext uri="{FF2B5EF4-FFF2-40B4-BE49-F238E27FC236}">
                <a16:creationId xmlns:a16="http://schemas.microsoft.com/office/drawing/2014/main" id="{6558E05B-FC0A-4BD1-967F-814F8C2AD43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39925" y="5270500"/>
          <a:ext cx="1382713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1" name="Equation" r:id="rId33" imgW="1447172" imgH="774364" progId="Equation.DSMT4">
                  <p:embed/>
                </p:oleObj>
              </mc:Choice>
              <mc:Fallback>
                <p:oleObj name="Equation" r:id="rId33" imgW="1447172" imgH="774364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9925" y="5270500"/>
                        <a:ext cx="1382713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2">
            <a:extLst>
              <a:ext uri="{FF2B5EF4-FFF2-40B4-BE49-F238E27FC236}">
                <a16:creationId xmlns:a16="http://schemas.microsoft.com/office/drawing/2014/main" id="{4C39CE3A-BC06-4A92-8E73-431265E56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41700" y="5272088"/>
          <a:ext cx="776288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2" name="Equation" r:id="rId35" imgW="799753" imgH="812447" progId="Equation.DSMT4">
                  <p:embed/>
                </p:oleObj>
              </mc:Choice>
              <mc:Fallback>
                <p:oleObj name="Equation" r:id="rId35" imgW="799753" imgH="812447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1700" y="5272088"/>
                        <a:ext cx="776288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Text Box 14">
            <a:extLst>
              <a:ext uri="{FF2B5EF4-FFF2-40B4-BE49-F238E27FC236}">
                <a16:creationId xmlns:a16="http://schemas.microsoft.com/office/drawing/2014/main" id="{53CD8CA2-30E2-4DF9-93FA-DE7001B5A6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7650" y="5364163"/>
            <a:ext cx="19716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磁能密度</a:t>
            </a:r>
          </a:p>
        </p:txBody>
      </p:sp>
      <p:graphicFrame>
        <p:nvGraphicFramePr>
          <p:cNvPr id="72" name="Object 17">
            <a:extLst>
              <a:ext uri="{FF2B5EF4-FFF2-40B4-BE49-F238E27FC236}">
                <a16:creationId xmlns:a16="http://schemas.microsoft.com/office/drawing/2014/main" id="{AAD9E363-489A-4C7B-AD77-82161FD3134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7850" y="5318125"/>
          <a:ext cx="1331913" cy="671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3" name="Equation" r:id="rId37" imgW="1384300" imgH="698500" progId="Equation.DSMT4">
                  <p:embed/>
                </p:oleObj>
              </mc:Choice>
              <mc:Fallback>
                <p:oleObj name="Equation" r:id="rId37" imgW="1384300" imgH="6985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5318125"/>
                        <a:ext cx="1331913" cy="671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22152C36-CF88-4D91-A97A-AFEFB175A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8763" y="6069013"/>
            <a:ext cx="23479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黑体" panose="02010609060101010101" pitchFamily="49" charset="-122"/>
              </a:rPr>
              <a:t>非均匀磁场：</a:t>
            </a:r>
          </a:p>
        </p:txBody>
      </p:sp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9835643-2496-4314-9649-F7CE346229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3000" y="5999163"/>
          <a:ext cx="42481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744" name="Equation" r:id="rId39" imgW="4248111" imgH="743040" progId="Equation.DSMT4">
                  <p:embed/>
                </p:oleObj>
              </mc:Choice>
              <mc:Fallback>
                <p:oleObj name="Equation" r:id="rId39" imgW="4248111" imgH="743040" progId="Equation.DSMT4">
                  <p:embed/>
                  <p:pic>
                    <p:nvPicPr>
                      <p:cNvPr id="0" name="对象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3000" y="5999163"/>
                        <a:ext cx="4248150" cy="742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" name="AutoShape 17">
            <a:extLst>
              <a:ext uri="{FF2B5EF4-FFF2-40B4-BE49-F238E27FC236}">
                <a16:creationId xmlns:a16="http://schemas.microsoft.com/office/drawing/2014/main" id="{753CDC6C-7D63-4950-B2F1-C1AA5936C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2088" y="4589463"/>
            <a:ext cx="720725" cy="220662"/>
          </a:xfrm>
          <a:prstGeom prst="rightArrow">
            <a:avLst>
              <a:gd name="adj1" fmla="val 50000"/>
              <a:gd name="adj2" fmla="val 17604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215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0" grpId="0"/>
      <p:bldP spid="51" grpId="0"/>
      <p:bldP spid="56" grpId="0" animBg="1"/>
      <p:bldP spid="57" grpId="0"/>
      <p:bldP spid="59" grpId="0"/>
      <p:bldP spid="60" grpId="0"/>
      <p:bldP spid="61" grpId="0"/>
      <p:bldP spid="66" grpId="0"/>
      <p:bldP spid="71" grpId="0"/>
      <p:bldP spid="5" grpId="0"/>
      <p:bldP spid="7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2">
            <a:extLst>
              <a:ext uri="{FF2B5EF4-FFF2-40B4-BE49-F238E27FC236}">
                <a16:creationId xmlns:a16="http://schemas.microsoft.com/office/drawing/2014/main" id="{E73F3BA2-4A9C-4D69-A30A-7E897D27E9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44900" y="146050"/>
            <a:ext cx="19494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>
                <a:ea typeface="黑体" panose="02010609060101010101" pitchFamily="49" charset="-122"/>
              </a:rPr>
              <a:t>内容回顾</a:t>
            </a:r>
          </a:p>
        </p:txBody>
      </p:sp>
      <p:pic>
        <p:nvPicPr>
          <p:cNvPr id="24579" name="图片 2">
            <a:extLst>
              <a:ext uri="{FF2B5EF4-FFF2-40B4-BE49-F238E27FC236}">
                <a16:creationId xmlns:a16="http://schemas.microsoft.com/office/drawing/2014/main" id="{EFF313E2-2060-45A8-998A-1312E7DC0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5" y="254000"/>
            <a:ext cx="3151188" cy="139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Object 199">
            <a:extLst>
              <a:ext uri="{FF2B5EF4-FFF2-40B4-BE49-F238E27FC236}">
                <a16:creationId xmlns:a16="http://schemas.microsoft.com/office/drawing/2014/main" id="{B985E3C5-82C9-4E6B-AC2B-6A907B4CEA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72475808"/>
              </p:ext>
            </p:extLst>
          </p:nvPr>
        </p:nvGraphicFramePr>
        <p:xfrm>
          <a:off x="446088" y="1276633"/>
          <a:ext cx="1798637" cy="569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7" name="Equation" r:id="rId4" imgW="2070100" imgH="571500" progId="Equation.DSMT4">
                  <p:embed/>
                </p:oleObj>
              </mc:Choice>
              <mc:Fallback>
                <p:oleObj name="Equation" r:id="rId4" imgW="2070100" imgH="571500" progId="Equation.DSMT4">
                  <p:embed/>
                  <p:pic>
                    <p:nvPicPr>
                      <p:cNvPr id="0" name="Object 1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088" y="1276633"/>
                        <a:ext cx="1798637" cy="569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200">
            <a:extLst>
              <a:ext uri="{FF2B5EF4-FFF2-40B4-BE49-F238E27FC236}">
                <a16:creationId xmlns:a16="http://schemas.microsoft.com/office/drawing/2014/main" id="{747B14B4-28CB-4D4B-A1B1-0E8C60845C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8134328"/>
              </p:ext>
            </p:extLst>
          </p:nvPr>
        </p:nvGraphicFramePr>
        <p:xfrm>
          <a:off x="2320925" y="1232183"/>
          <a:ext cx="2519363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8" name="Equation" r:id="rId6" imgW="3200400" imgH="635000" progId="Equation.DSMT4">
                  <p:embed/>
                </p:oleObj>
              </mc:Choice>
              <mc:Fallback>
                <p:oleObj name="Equation" r:id="rId6" imgW="3200400" imgH="635000" progId="Equation.DSMT4">
                  <p:embed/>
                  <p:pic>
                    <p:nvPicPr>
                      <p:cNvPr id="0" name="Object 2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0925" y="1232183"/>
                        <a:ext cx="2519363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Line 201">
            <a:extLst>
              <a:ext uri="{FF2B5EF4-FFF2-40B4-BE49-F238E27FC236}">
                <a16:creationId xmlns:a16="http://schemas.microsoft.com/office/drawing/2014/main" id="{B36768E5-6B8F-4D96-AD7C-519ED3BD24C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7188" y="1208370"/>
            <a:ext cx="647700" cy="360363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Text Box 202">
            <a:extLst>
              <a:ext uri="{FF2B5EF4-FFF2-40B4-BE49-F238E27FC236}">
                <a16:creationId xmlns:a16="http://schemas.microsoft.com/office/drawing/2014/main" id="{2F475C26-7E1C-48D2-A8C8-0F0551C043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2975" y="82232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rgbClr val="FF0000"/>
                </a:solidFill>
              </a:rPr>
              <a:t>0</a:t>
            </a:r>
          </a:p>
        </p:txBody>
      </p:sp>
      <p:graphicFrame>
        <p:nvGraphicFramePr>
          <p:cNvPr id="9" name="Object 203">
            <a:extLst>
              <a:ext uri="{FF2B5EF4-FFF2-40B4-BE49-F238E27FC236}">
                <a16:creationId xmlns:a16="http://schemas.microsoft.com/office/drawing/2014/main" id="{DF556508-CF3B-4112-8A69-7A39CA13AE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2216173"/>
              </p:ext>
            </p:extLst>
          </p:nvPr>
        </p:nvGraphicFramePr>
        <p:xfrm>
          <a:off x="4979988" y="1252820"/>
          <a:ext cx="866775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99" name="Equation" r:id="rId8" imgW="1002865" imgH="495085" progId="Equation.DSMT4">
                  <p:embed/>
                </p:oleObj>
              </mc:Choice>
              <mc:Fallback>
                <p:oleObj name="Equation" r:id="rId8" imgW="1002865" imgH="495085" progId="Equation.DSMT4">
                  <p:embed/>
                  <p:pic>
                    <p:nvPicPr>
                      <p:cNvPr id="0" name="Object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9988" y="1252820"/>
                        <a:ext cx="866775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04">
            <a:extLst>
              <a:ext uri="{FF2B5EF4-FFF2-40B4-BE49-F238E27FC236}">
                <a16:creationId xmlns:a16="http://schemas.microsoft.com/office/drawing/2014/main" id="{9573FDBD-0343-450C-9112-5A04932A3D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5021637"/>
              </p:ext>
            </p:extLst>
          </p:nvPr>
        </p:nvGraphicFramePr>
        <p:xfrm>
          <a:off x="5775325" y="1216308"/>
          <a:ext cx="863600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0" name="公式" r:id="rId10" imgW="812447" imgH="431613" progId="Equation.3">
                  <p:embed/>
                </p:oleObj>
              </mc:Choice>
              <mc:Fallback>
                <p:oleObj name="公式" r:id="rId10" imgW="812447" imgH="431613" progId="Equation.3">
                  <p:embed/>
                  <p:pic>
                    <p:nvPicPr>
                      <p:cNvPr id="0" name="Object 2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75325" y="1216308"/>
                        <a:ext cx="863600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205">
            <a:extLst>
              <a:ext uri="{FF2B5EF4-FFF2-40B4-BE49-F238E27FC236}">
                <a16:creationId xmlns:a16="http://schemas.microsoft.com/office/drawing/2014/main" id="{EDF51F6E-EC31-488E-978B-6548ADBC2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8" y="2098960"/>
            <a:ext cx="24177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/>
              <a:t>穿过</a:t>
            </a:r>
            <a:r>
              <a:rPr lang="en-US" altLang="zh-CN" sz="2800" i="1"/>
              <a:t>S</a:t>
            </a:r>
            <a:r>
              <a:rPr lang="en-US" altLang="zh-CN" sz="2800" baseline="-25000"/>
              <a:t>1</a:t>
            </a:r>
            <a:r>
              <a:rPr lang="zh-CN" altLang="en-US" sz="2800"/>
              <a:t>的电流</a:t>
            </a:r>
          </a:p>
        </p:txBody>
      </p:sp>
      <p:graphicFrame>
        <p:nvGraphicFramePr>
          <p:cNvPr id="12" name="Object 206">
            <a:extLst>
              <a:ext uri="{FF2B5EF4-FFF2-40B4-BE49-F238E27FC236}">
                <a16:creationId xmlns:a16="http://schemas.microsoft.com/office/drawing/2014/main" id="{B215425E-41EB-4B53-81D8-2FFDDD704F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8391196"/>
              </p:ext>
            </p:extLst>
          </p:nvPr>
        </p:nvGraphicFramePr>
        <p:xfrm>
          <a:off x="2830513" y="1956085"/>
          <a:ext cx="9667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1" name="Equation" r:id="rId12" imgW="1117600" imgH="850900" progId="Equation.DSMT4">
                  <p:embed/>
                </p:oleObj>
              </mc:Choice>
              <mc:Fallback>
                <p:oleObj name="Equation" r:id="rId12" imgW="1117600" imgH="850900" progId="Equation.DSMT4">
                  <p:embed/>
                  <p:pic>
                    <p:nvPicPr>
                      <p:cNvPr id="0" name="Object 2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513" y="1956085"/>
                        <a:ext cx="966787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207">
            <a:extLst>
              <a:ext uri="{FF2B5EF4-FFF2-40B4-BE49-F238E27FC236}">
                <a16:creationId xmlns:a16="http://schemas.microsoft.com/office/drawing/2014/main" id="{C125F23A-453E-4486-96B9-E3F46CC9523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9837859"/>
              </p:ext>
            </p:extLst>
          </p:nvPr>
        </p:nvGraphicFramePr>
        <p:xfrm>
          <a:off x="3862388" y="1951322"/>
          <a:ext cx="78581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2" name="Equation" r:id="rId14" imgW="875920" imgH="863225" progId="Equation.DSMT4">
                  <p:embed/>
                </p:oleObj>
              </mc:Choice>
              <mc:Fallback>
                <p:oleObj name="Equation" r:id="rId14" imgW="875920" imgH="863225" progId="Equation.DSMT4">
                  <p:embed/>
                  <p:pic>
                    <p:nvPicPr>
                      <p:cNvPr id="0" name="Object 2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388" y="1951322"/>
                        <a:ext cx="78581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09">
            <a:extLst>
              <a:ext uri="{FF2B5EF4-FFF2-40B4-BE49-F238E27FC236}">
                <a16:creationId xmlns:a16="http://schemas.microsoft.com/office/drawing/2014/main" id="{CD884A4F-58ED-4B54-AB71-ACD4A3DCEE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4680395"/>
              </p:ext>
            </p:extLst>
          </p:nvPr>
        </p:nvGraphicFramePr>
        <p:xfrm>
          <a:off x="3844925" y="2930629"/>
          <a:ext cx="203041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3" name="Equation" r:id="rId16" imgW="2209800" imgH="711200" progId="Equation.DSMT4">
                  <p:embed/>
                </p:oleObj>
              </mc:Choice>
              <mc:Fallback>
                <p:oleObj name="Equation" r:id="rId16" imgW="2209800" imgH="711200" progId="Equation.DSMT4">
                  <p:embed/>
                  <p:pic>
                    <p:nvPicPr>
                      <p:cNvPr id="0" name="Object 2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44925" y="2930629"/>
                        <a:ext cx="203041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39">
            <a:extLst>
              <a:ext uri="{FF2B5EF4-FFF2-40B4-BE49-F238E27FC236}">
                <a16:creationId xmlns:a16="http://schemas.microsoft.com/office/drawing/2014/main" id="{0994B7BC-5AEC-4AD9-A9E1-B3B87CBE68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25857468"/>
              </p:ext>
            </p:extLst>
          </p:nvPr>
        </p:nvGraphicFramePr>
        <p:xfrm>
          <a:off x="4779963" y="1992597"/>
          <a:ext cx="99536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4" name="Equation" r:id="rId18" imgW="1054100" imgH="787400" progId="Equation.DSMT4">
                  <p:embed/>
                </p:oleObj>
              </mc:Choice>
              <mc:Fallback>
                <p:oleObj name="Equation" r:id="rId18" imgW="1054100" imgH="787400" progId="Equation.DSMT4">
                  <p:embed/>
                  <p:pic>
                    <p:nvPicPr>
                      <p:cNvPr id="0" name="Object 2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9963" y="1992597"/>
                        <a:ext cx="99536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Box 242">
            <a:extLst>
              <a:ext uri="{FF2B5EF4-FFF2-40B4-BE49-F238E27FC236}">
                <a16:creationId xmlns:a16="http://schemas.microsoft.com/office/drawing/2014/main" id="{86B2E7DD-C55A-41BA-89A3-E91EB0438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5625" y="2100547"/>
            <a:ext cx="11001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1600"/>
              <a:t>极板</a:t>
            </a:r>
          </a:p>
        </p:txBody>
      </p:sp>
      <p:sp>
        <p:nvSpPr>
          <p:cNvPr id="24593" name="Oval 245">
            <a:extLst>
              <a:ext uri="{FF2B5EF4-FFF2-40B4-BE49-F238E27FC236}">
                <a16:creationId xmlns:a16="http://schemas.microsoft.com/office/drawing/2014/main" id="{8D814189-3382-4B91-9C09-53DE7BF6C6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0150" y="1457608"/>
            <a:ext cx="144463" cy="144462"/>
          </a:xfrm>
          <a:prstGeom prst="ellips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/>
          </a:p>
        </p:txBody>
      </p:sp>
      <p:graphicFrame>
        <p:nvGraphicFramePr>
          <p:cNvPr id="24" name="Object 247">
            <a:extLst>
              <a:ext uri="{FF2B5EF4-FFF2-40B4-BE49-F238E27FC236}">
                <a16:creationId xmlns:a16="http://schemas.microsoft.com/office/drawing/2014/main" id="{01F417FB-D990-492D-B473-B3DC004921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5554593"/>
              </p:ext>
            </p:extLst>
          </p:nvPr>
        </p:nvGraphicFramePr>
        <p:xfrm>
          <a:off x="5940425" y="2850694"/>
          <a:ext cx="1773238" cy="808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5" name="Equation" r:id="rId20" imgW="1790700" imgH="774700" progId="Equation.DSMT4">
                  <p:embed/>
                </p:oleObj>
              </mc:Choice>
              <mc:Fallback>
                <p:oleObj name="Equation" r:id="rId20" imgW="1790700" imgH="774700" progId="Equation.DSMT4">
                  <p:embed/>
                  <p:pic>
                    <p:nvPicPr>
                      <p:cNvPr id="0" name="Object 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2850694"/>
                        <a:ext cx="1773238" cy="808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307">
            <a:extLst>
              <a:ext uri="{FF2B5EF4-FFF2-40B4-BE49-F238E27FC236}">
                <a16:creationId xmlns:a16="http://schemas.microsoft.com/office/drawing/2014/main" id="{33CC1DB7-BB00-4CEC-A1B6-15C82DA52A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3663" y="2986191"/>
            <a:ext cx="7572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/>
              <a:t>= </a:t>
            </a:r>
            <a:r>
              <a:rPr lang="en-US" altLang="zh-CN" sz="2800" i="1"/>
              <a:t>I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343BBE1B-E72F-4354-B96A-7FE543CE5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363" y="3844659"/>
            <a:ext cx="11318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</a:rPr>
              <a:t>定义：</a:t>
            </a:r>
            <a:endParaRPr lang="zh-CN" altLang="en-US" sz="2800"/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58856665-0D4D-40CA-892D-F70B46BF7A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400732"/>
              </p:ext>
            </p:extLst>
          </p:nvPr>
        </p:nvGraphicFramePr>
        <p:xfrm>
          <a:off x="1492250" y="3728771"/>
          <a:ext cx="128428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6" name="Equation" r:id="rId22" imgW="1600200" imgH="838200" progId="Equation.DSMT4">
                  <p:embed/>
                </p:oleObj>
              </mc:Choice>
              <mc:Fallback>
                <p:oleObj name="Equation" r:id="rId22" imgW="1600200" imgH="838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3728771"/>
                        <a:ext cx="1284288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27">
            <a:extLst>
              <a:ext uri="{FF2B5EF4-FFF2-40B4-BE49-F238E27FC236}">
                <a16:creationId xmlns:a16="http://schemas.microsoft.com/office/drawing/2014/main" id="{0C92443E-9A28-4403-9D54-9A984B0FF5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1120880"/>
              </p:ext>
            </p:extLst>
          </p:nvPr>
        </p:nvGraphicFramePr>
        <p:xfrm>
          <a:off x="2835275" y="3709721"/>
          <a:ext cx="1897063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7" name="Equation" r:id="rId24" imgW="1701800" imgH="774700" progId="Equation.DSMT4">
                  <p:embed/>
                </p:oleObj>
              </mc:Choice>
              <mc:Fallback>
                <p:oleObj name="Equation" r:id="rId24" imgW="1701800" imgH="7747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5275" y="3709721"/>
                        <a:ext cx="1897063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28">
            <a:extLst>
              <a:ext uri="{FF2B5EF4-FFF2-40B4-BE49-F238E27FC236}">
                <a16:creationId xmlns:a16="http://schemas.microsoft.com/office/drawing/2014/main" id="{E6E1A3CF-8EF5-44E4-BDFA-8F4E51E36700}"/>
              </a:ext>
            </a:extLst>
          </p:cNvPr>
          <p:cNvSpPr>
            <a:spLocks/>
          </p:cNvSpPr>
          <p:nvPr/>
        </p:nvSpPr>
        <p:spPr bwMode="auto">
          <a:xfrm>
            <a:off x="4945063" y="3898634"/>
            <a:ext cx="1701800" cy="557212"/>
          </a:xfrm>
          <a:prstGeom prst="borderCallout1">
            <a:avLst>
              <a:gd name="adj1" fmla="val 113676"/>
              <a:gd name="adj2" fmla="val 93282"/>
              <a:gd name="adj3" fmla="val 113676"/>
              <a:gd name="adj4" fmla="val -199162"/>
            </a:avLst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zh-CN" sz="2800"/>
          </a:p>
        </p:txBody>
      </p:sp>
      <p:sp>
        <p:nvSpPr>
          <p:cNvPr id="30" name="Text Box 29">
            <a:extLst>
              <a:ext uri="{FF2B5EF4-FFF2-40B4-BE49-F238E27FC236}">
                <a16:creationId xmlns:a16="http://schemas.microsoft.com/office/drawing/2014/main" id="{179F5599-5E06-4081-AA6F-1C1E59422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200" y="4901752"/>
            <a:ext cx="23479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ea typeface="楷体_GB2312" pitchFamily="49" charset="-122"/>
              </a:rPr>
              <a:t>位移电流密度</a:t>
            </a:r>
          </a:p>
        </p:txBody>
      </p:sp>
      <p:graphicFrame>
        <p:nvGraphicFramePr>
          <p:cNvPr id="31" name="Object 30">
            <a:extLst>
              <a:ext uri="{FF2B5EF4-FFF2-40B4-BE49-F238E27FC236}">
                <a16:creationId xmlns:a16="http://schemas.microsoft.com/office/drawing/2014/main" id="{204803EF-C17E-4CC3-BF1F-23565B690BF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276479"/>
              </p:ext>
            </p:extLst>
          </p:nvPr>
        </p:nvGraphicFramePr>
        <p:xfrm>
          <a:off x="2678113" y="4782689"/>
          <a:ext cx="1198562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8" name="Equation" r:id="rId26" imgW="1231366" imgH="774364" progId="Equation.DSMT4">
                  <p:embed/>
                </p:oleObj>
              </mc:Choice>
              <mc:Fallback>
                <p:oleObj name="Equation" r:id="rId26" imgW="1231366" imgH="774364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8113" y="4782689"/>
                        <a:ext cx="1198562" cy="754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1">
            <a:extLst>
              <a:ext uri="{FF2B5EF4-FFF2-40B4-BE49-F238E27FC236}">
                <a16:creationId xmlns:a16="http://schemas.microsoft.com/office/drawing/2014/main" id="{1B6B99DC-2C6A-4644-922E-E68D5ECE9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5298688"/>
              </p:ext>
            </p:extLst>
          </p:nvPr>
        </p:nvGraphicFramePr>
        <p:xfrm>
          <a:off x="3914775" y="4771577"/>
          <a:ext cx="1373188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09" name="Equation" r:id="rId28" imgW="1371600" imgH="774700" progId="Equation.DSMT4">
                  <p:embed/>
                </p:oleObj>
              </mc:Choice>
              <mc:Fallback>
                <p:oleObj name="Equation" r:id="rId28" imgW="1371600" imgH="7747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4775" y="4771577"/>
                        <a:ext cx="1373188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15" name="Text Box 61">
            <a:extLst>
              <a:ext uri="{FF2B5EF4-FFF2-40B4-BE49-F238E27FC236}">
                <a16:creationId xmlns:a16="http://schemas.microsoft.com/office/drawing/2014/main" id="{271738D1-6F1C-49CF-876B-AE78EE5C23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9988" y="3901809"/>
            <a:ext cx="16843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位移电流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FDCC5B5-1AB6-4F0A-99C9-FCA5E190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775" y="5717918"/>
            <a:ext cx="338296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 i="1">
                <a:solidFill>
                  <a:srgbClr val="FF0000"/>
                </a:solidFill>
                <a:ea typeface="楷体_GB2312" pitchFamily="49" charset="-122"/>
              </a:rPr>
              <a:t>I</a:t>
            </a:r>
            <a:r>
              <a:rPr lang="en-US" altLang="zh-CN" sz="2800" baseline="-25000">
                <a:solidFill>
                  <a:srgbClr val="FF0000"/>
                </a:solidFill>
                <a:ea typeface="楷体_GB2312" pitchFamily="49" charset="-122"/>
              </a:rPr>
              <a:t>D</a:t>
            </a:r>
            <a:r>
              <a:rPr lang="zh-CN" altLang="en-US" sz="2800">
                <a:solidFill>
                  <a:srgbClr val="FF0000"/>
                </a:solidFill>
                <a:ea typeface="楷体_GB2312" pitchFamily="49" charset="-122"/>
              </a:rPr>
              <a:t>的实质是变化电场</a:t>
            </a:r>
            <a:endParaRPr lang="en-US" altLang="zh-CN" sz="2800">
              <a:solidFill>
                <a:srgbClr val="FF0000"/>
              </a:solidFill>
            </a:endParaRPr>
          </a:p>
        </p:txBody>
      </p:sp>
      <p:sp>
        <p:nvSpPr>
          <p:cNvPr id="24611" name="Text Box 4">
            <a:extLst>
              <a:ext uri="{FF2B5EF4-FFF2-40B4-BE49-F238E27FC236}">
                <a16:creationId xmlns:a16="http://schemas.microsoft.com/office/drawing/2014/main" id="{51E4A153-76AE-4DC6-9DF4-885A6C996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595313"/>
            <a:ext cx="26368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Ø"/>
            </a:pPr>
            <a:r>
              <a:rPr lang="zh-CN" altLang="en-US" sz="2800">
                <a:solidFill>
                  <a:srgbClr val="0000FF"/>
                </a:solidFill>
                <a:ea typeface="黑体" panose="02010609060101010101" pitchFamily="49" charset="-122"/>
              </a:rPr>
              <a:t>位移电流</a:t>
            </a:r>
          </a:p>
        </p:txBody>
      </p:sp>
      <p:graphicFrame>
        <p:nvGraphicFramePr>
          <p:cNvPr id="41" name="Object 203">
            <a:extLst>
              <a:ext uri="{FF2B5EF4-FFF2-40B4-BE49-F238E27FC236}">
                <a16:creationId xmlns:a16="http://schemas.microsoft.com/office/drawing/2014/main" id="{F1B54ED1-60AB-41D1-8A9F-1B7DDEBD80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8995333"/>
              </p:ext>
            </p:extLst>
          </p:nvPr>
        </p:nvGraphicFramePr>
        <p:xfrm>
          <a:off x="5278998" y="2030599"/>
          <a:ext cx="487362" cy="39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710" name="Equation" r:id="rId30" imgW="711000" imgH="495000" progId="Equation.DSMT4">
                  <p:embed/>
                </p:oleObj>
              </mc:Choice>
              <mc:Fallback>
                <p:oleObj name="Equation" r:id="rId30" imgW="711000" imgH="495000" progId="Equation.DSMT4">
                  <p:embed/>
                  <p:pic>
                    <p:nvPicPr>
                      <p:cNvPr id="9" name="Object 203">
                        <a:extLst>
                          <a:ext uri="{FF2B5EF4-FFF2-40B4-BE49-F238E27FC236}">
                            <a16:creationId xmlns:a16="http://schemas.microsoft.com/office/drawing/2014/main" id="{DF556508-CF3B-4112-8A69-7A39CA13AE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78998" y="2030599"/>
                        <a:ext cx="487362" cy="39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12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2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9" grpId="0"/>
      <p:bldP spid="25" grpId="0"/>
      <p:bldP spid="26" grpId="0"/>
      <p:bldP spid="29" grpId="0" animBg="1"/>
      <p:bldP spid="30" grpId="0"/>
      <p:bldP spid="12315" grpId="0"/>
      <p:bldP spid="3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|1.7|0.5|0|0.4|0|0.6"/>
</p:tagLst>
</file>

<file path=ppt/theme/theme1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4671</TotalTime>
  <Words>1281</Words>
  <Application>Microsoft Office PowerPoint</Application>
  <PresentationFormat>全屏显示(4:3)</PresentationFormat>
  <Paragraphs>326</Paragraphs>
  <Slides>22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22</vt:i4>
      </vt:variant>
    </vt:vector>
  </HeadingPairs>
  <TitlesOfParts>
    <vt:vector size="33" baseType="lpstr">
      <vt:lpstr>楷体_GB2312</vt:lpstr>
      <vt:lpstr>宋体</vt:lpstr>
      <vt:lpstr>Arial</vt:lpstr>
      <vt:lpstr>Times New Roman</vt:lpstr>
      <vt:lpstr>Wingdings</vt:lpstr>
      <vt:lpstr>默认设计模板</vt:lpstr>
      <vt:lpstr>公式</vt:lpstr>
      <vt:lpstr>Equation</vt:lpstr>
      <vt:lpstr>MathType 6.0 Equation</vt:lpstr>
      <vt:lpstr>剪辑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junluo</dc:creator>
  <cp:lastModifiedBy>Liuwei</cp:lastModifiedBy>
  <cp:revision>170</cp:revision>
  <dcterms:created xsi:type="dcterms:W3CDTF">2001-10-15T02:35:40Z</dcterms:created>
  <dcterms:modified xsi:type="dcterms:W3CDTF">2025-09-22T13:31:50Z</dcterms:modified>
</cp:coreProperties>
</file>