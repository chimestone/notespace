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78" r:id="rId13"/>
    <p:sldId id="270" r:id="rId14"/>
    <p:sldId id="277" r:id="rId15"/>
    <p:sldId id="281" r:id="rId16"/>
    <p:sldId id="283" r:id="rId17"/>
    <p:sldId id="284" r:id="rId18"/>
    <p:sldId id="285" r:id="rId19"/>
    <p:sldId id="286" r:id="rId20"/>
    <p:sldId id="271" r:id="rId21"/>
    <p:sldId id="273" r:id="rId22"/>
    <p:sldId id="279" r:id="rId23"/>
    <p:sldId id="280" r:id="rId2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0">
          <p15:clr>
            <a:srgbClr val="A4A3A4"/>
          </p15:clr>
        </p15:guide>
        <p15:guide id="2" pos="14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00"/>
    <a:srgbClr val="0033CC"/>
    <a:srgbClr val="003300"/>
    <a:srgbClr val="008000"/>
    <a:srgbClr val="00FF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1340" y="52"/>
      </p:cViewPr>
      <p:guideLst>
        <p:guide orient="horz" pos="3600"/>
        <p:guide pos="14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png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6.wmf"/><Relationship Id="rId3" Type="http://schemas.openxmlformats.org/officeDocument/2006/relationships/image" Target="../media/image28.wmf"/><Relationship Id="rId7" Type="http://schemas.openxmlformats.org/officeDocument/2006/relationships/image" Target="../media/image31.wmf"/><Relationship Id="rId12" Type="http://schemas.openxmlformats.org/officeDocument/2006/relationships/image" Target="../media/image35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0.wmf"/><Relationship Id="rId11" Type="http://schemas.openxmlformats.org/officeDocument/2006/relationships/image" Target="../media/image24.wmf"/><Relationship Id="rId5" Type="http://schemas.openxmlformats.org/officeDocument/2006/relationships/image" Target="../media/image29.wmf"/><Relationship Id="rId10" Type="http://schemas.openxmlformats.org/officeDocument/2006/relationships/image" Target="../media/image34.wmf"/><Relationship Id="rId4" Type="http://schemas.openxmlformats.org/officeDocument/2006/relationships/image" Target="../media/image17.wmf"/><Relationship Id="rId9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3" Type="http://schemas.openxmlformats.org/officeDocument/2006/relationships/image" Target="../media/image39.wmf"/><Relationship Id="rId7" Type="http://schemas.openxmlformats.org/officeDocument/2006/relationships/image" Target="../media/image43.png"/><Relationship Id="rId12" Type="http://schemas.openxmlformats.org/officeDocument/2006/relationships/image" Target="../media/image48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w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12" Type="http://schemas.openxmlformats.org/officeDocument/2006/relationships/image" Target="../media/image61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5" Type="http://schemas.openxmlformats.org/officeDocument/2006/relationships/image" Target="../media/image54.wmf"/><Relationship Id="rId10" Type="http://schemas.openxmlformats.org/officeDocument/2006/relationships/image" Target="../media/image59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46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12" Type="http://schemas.openxmlformats.org/officeDocument/2006/relationships/image" Target="../media/image4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66.wmf"/><Relationship Id="rId10" Type="http://schemas.openxmlformats.org/officeDocument/2006/relationships/image" Target="../media/image71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Relationship Id="rId14" Type="http://schemas.openxmlformats.org/officeDocument/2006/relationships/image" Target="../media/image7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image" Target="../media/image110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12" Type="http://schemas.openxmlformats.org/officeDocument/2006/relationships/image" Target="../media/image109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11" Type="http://schemas.openxmlformats.org/officeDocument/2006/relationships/image" Target="../media/image108.wmf"/><Relationship Id="rId5" Type="http://schemas.openxmlformats.org/officeDocument/2006/relationships/image" Target="../media/image102.wmf"/><Relationship Id="rId10" Type="http://schemas.openxmlformats.org/officeDocument/2006/relationships/image" Target="../media/image107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image" Target="../media/image113.wmf"/><Relationship Id="rId7" Type="http://schemas.openxmlformats.org/officeDocument/2006/relationships/image" Target="../media/image116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5.wmf"/><Relationship Id="rId11" Type="http://schemas.openxmlformats.org/officeDocument/2006/relationships/image" Target="../media/image120.wmf"/><Relationship Id="rId5" Type="http://schemas.openxmlformats.org/officeDocument/2006/relationships/image" Target="../media/image114.wmf"/><Relationship Id="rId10" Type="http://schemas.openxmlformats.org/officeDocument/2006/relationships/image" Target="../media/image119.wmf"/><Relationship Id="rId4" Type="http://schemas.openxmlformats.org/officeDocument/2006/relationships/image" Target="../media/image53.wmf"/><Relationship Id="rId9" Type="http://schemas.openxmlformats.org/officeDocument/2006/relationships/image" Target="../media/image11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image" Target="../media/image133.wmf"/><Relationship Id="rId18" Type="http://schemas.openxmlformats.org/officeDocument/2006/relationships/image" Target="../media/image138.wmf"/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12" Type="http://schemas.openxmlformats.org/officeDocument/2006/relationships/image" Target="../media/image132.wmf"/><Relationship Id="rId17" Type="http://schemas.openxmlformats.org/officeDocument/2006/relationships/image" Target="../media/image137.wmf"/><Relationship Id="rId2" Type="http://schemas.openxmlformats.org/officeDocument/2006/relationships/image" Target="../media/image122.wmf"/><Relationship Id="rId16" Type="http://schemas.openxmlformats.org/officeDocument/2006/relationships/image" Target="../media/image136.wmf"/><Relationship Id="rId20" Type="http://schemas.openxmlformats.org/officeDocument/2006/relationships/image" Target="../media/image140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11" Type="http://schemas.openxmlformats.org/officeDocument/2006/relationships/image" Target="../media/image131.wmf"/><Relationship Id="rId5" Type="http://schemas.openxmlformats.org/officeDocument/2006/relationships/image" Target="../media/image125.wmf"/><Relationship Id="rId15" Type="http://schemas.openxmlformats.org/officeDocument/2006/relationships/image" Target="../media/image135.wmf"/><Relationship Id="rId10" Type="http://schemas.openxmlformats.org/officeDocument/2006/relationships/image" Target="../media/image130.wmf"/><Relationship Id="rId19" Type="http://schemas.openxmlformats.org/officeDocument/2006/relationships/image" Target="../media/image139.wmf"/><Relationship Id="rId4" Type="http://schemas.openxmlformats.org/officeDocument/2006/relationships/image" Target="../media/image124.wmf"/><Relationship Id="rId9" Type="http://schemas.openxmlformats.org/officeDocument/2006/relationships/image" Target="../media/image129.wmf"/><Relationship Id="rId14" Type="http://schemas.openxmlformats.org/officeDocument/2006/relationships/image" Target="../media/image13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4" Type="http://schemas.openxmlformats.org/officeDocument/2006/relationships/image" Target="../media/image16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image" Target="../media/image169.wmf"/><Relationship Id="rId7" Type="http://schemas.openxmlformats.org/officeDocument/2006/relationships/image" Target="../media/image172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1.wmf"/><Relationship Id="rId11" Type="http://schemas.openxmlformats.org/officeDocument/2006/relationships/image" Target="../media/image175.wmf"/><Relationship Id="rId5" Type="http://schemas.openxmlformats.org/officeDocument/2006/relationships/image" Target="../media/image170.wmf"/><Relationship Id="rId10" Type="http://schemas.openxmlformats.org/officeDocument/2006/relationships/image" Target="../media/image60.wmf"/><Relationship Id="rId4" Type="http://schemas.openxmlformats.org/officeDocument/2006/relationships/image" Target="../media/image58.wmf"/><Relationship Id="rId9" Type="http://schemas.openxmlformats.org/officeDocument/2006/relationships/image" Target="../media/image17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3" Type="http://schemas.openxmlformats.org/officeDocument/2006/relationships/image" Target="../media/image186.wmf"/><Relationship Id="rId7" Type="http://schemas.openxmlformats.org/officeDocument/2006/relationships/image" Target="../media/image190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Relationship Id="rId9" Type="http://schemas.openxmlformats.org/officeDocument/2006/relationships/image" Target="../media/image19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4" Type="http://schemas.openxmlformats.org/officeDocument/2006/relationships/image" Target="../media/image19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51" name="日期占位符 205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52" name="幻灯片图像占位符 20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文本占位符 2052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22529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文本占位符 22530"/>
          <p:cNvSpPr>
            <a:spLocks noGrp="1"/>
          </p:cNvSpPr>
          <p:nvPr>
            <p:ph type="body" idx="1"/>
          </p:nvPr>
        </p:nvSpPr>
        <p:spPr>
          <a:ln/>
        </p:spPr>
        <p:txBody>
          <a:bodyPr anchor="ctr"/>
          <a:lstStyle/>
          <a:p>
            <a:pPr lvl="0">
              <a:spcBef>
                <a:spcPct val="50000"/>
              </a:spcBef>
            </a:pPr>
            <a:r>
              <a:rPr lang="zh-CN" altLang="en-US" sz="3200">
                <a:ea typeface="楷体_GB2312" pitchFamily="1" charset="-122"/>
              </a:rPr>
              <a:t>例如</a:t>
            </a:r>
            <a:r>
              <a:rPr lang="en-US" altLang="zh-CN" sz="3200">
                <a:ea typeface="楷体_GB2312" pitchFamily="1" charset="-122"/>
              </a:rPr>
              <a:t>, L. P178 </a:t>
            </a:r>
            <a:r>
              <a:rPr lang="zh-CN" altLang="en-US" sz="3200">
                <a:ea typeface="楷体_GB2312" pitchFamily="1" charset="-122"/>
              </a:rPr>
              <a:t>例</a:t>
            </a:r>
            <a:r>
              <a:rPr lang="en-US" altLang="zh-CN" sz="3200">
                <a:ea typeface="楷体_GB2312" pitchFamily="1" charset="-122"/>
              </a:rPr>
              <a:t>13</a:t>
            </a:r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7.wmf"/><Relationship Id="rId17" Type="http://schemas.openxmlformats.org/officeDocument/2006/relationships/image" Target="../media/image19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0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18.wmf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oleObject" Target="../embeddings/oleObject1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39.bin"/><Relationship Id="rId3" Type="http://schemas.openxmlformats.org/officeDocument/2006/relationships/oleObject" Target="../embeddings/oleObject27.bin"/><Relationship Id="rId21" Type="http://schemas.openxmlformats.org/officeDocument/2006/relationships/image" Target="../media/image33.wmf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4.bin"/><Relationship Id="rId25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36.bin"/><Relationship Id="rId29" Type="http://schemas.openxmlformats.org/officeDocument/2006/relationships/oleObject" Target="../embeddings/oleObject41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31.bin"/><Relationship Id="rId24" Type="http://schemas.openxmlformats.org/officeDocument/2006/relationships/oleObject" Target="../embeddings/oleObject38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23" Type="http://schemas.openxmlformats.org/officeDocument/2006/relationships/image" Target="../media/image34.wmf"/><Relationship Id="rId28" Type="http://schemas.openxmlformats.org/officeDocument/2006/relationships/image" Target="../media/image35.wmf"/><Relationship Id="rId10" Type="http://schemas.openxmlformats.org/officeDocument/2006/relationships/image" Target="../media/image17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37.bin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3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4.wmf"/><Relationship Id="rId26" Type="http://schemas.openxmlformats.org/officeDocument/2006/relationships/image" Target="../media/image48.wmf"/><Relationship Id="rId3" Type="http://schemas.openxmlformats.org/officeDocument/2006/relationships/oleObject" Target="../embeddings/oleObject42.bin"/><Relationship Id="rId21" Type="http://schemas.openxmlformats.org/officeDocument/2006/relationships/oleObject" Target="../embeddings/oleObject51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3.png"/><Relationship Id="rId20" Type="http://schemas.openxmlformats.org/officeDocument/2006/relationships/image" Target="../media/image4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47.w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49.wmf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50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2.wmf"/><Relationship Id="rId22" Type="http://schemas.openxmlformats.org/officeDocument/2006/relationships/image" Target="../media/image46.wmf"/><Relationship Id="rId27" Type="http://schemas.openxmlformats.org/officeDocument/2006/relationships/oleObject" Target="../embeddings/oleObject5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57.wmf"/><Relationship Id="rId26" Type="http://schemas.openxmlformats.org/officeDocument/2006/relationships/image" Target="../media/image61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6.wmf"/><Relationship Id="rId20" Type="http://schemas.openxmlformats.org/officeDocument/2006/relationships/image" Target="../media/image5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60.w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50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55.wmf"/><Relationship Id="rId22" Type="http://schemas.openxmlformats.org/officeDocument/2006/relationships/image" Target="../media/image5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69.png"/><Relationship Id="rId26" Type="http://schemas.openxmlformats.org/officeDocument/2006/relationships/oleObject" Target="../embeddings/oleObject79.bin"/><Relationship Id="rId3" Type="http://schemas.openxmlformats.org/officeDocument/2006/relationships/oleObject" Target="../embeddings/oleObject67.bin"/><Relationship Id="rId21" Type="http://schemas.openxmlformats.org/officeDocument/2006/relationships/image" Target="../media/image70.wmf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74.bin"/><Relationship Id="rId25" Type="http://schemas.openxmlformats.org/officeDocument/2006/relationships/image" Target="../media/image72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8.wmf"/><Relationship Id="rId20" Type="http://schemas.openxmlformats.org/officeDocument/2006/relationships/oleObject" Target="../embeddings/oleObject76.bin"/><Relationship Id="rId29" Type="http://schemas.openxmlformats.org/officeDocument/2006/relationships/image" Target="../media/image4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71.bin"/><Relationship Id="rId24" Type="http://schemas.openxmlformats.org/officeDocument/2006/relationships/oleObject" Target="../embeddings/oleObject78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23" Type="http://schemas.openxmlformats.org/officeDocument/2006/relationships/image" Target="../media/image71.wmf"/><Relationship Id="rId28" Type="http://schemas.openxmlformats.org/officeDocument/2006/relationships/oleObject" Target="../embeddings/oleObject80.bin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75.bin"/><Relationship Id="rId31" Type="http://schemas.openxmlformats.org/officeDocument/2006/relationships/image" Target="../media/image73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67.wmf"/><Relationship Id="rId22" Type="http://schemas.openxmlformats.org/officeDocument/2006/relationships/oleObject" Target="../embeddings/oleObject77.bin"/><Relationship Id="rId27" Type="http://schemas.openxmlformats.org/officeDocument/2006/relationships/image" Target="../media/image44.wmf"/><Relationship Id="rId30" Type="http://schemas.openxmlformats.org/officeDocument/2006/relationships/oleObject" Target="../embeddings/oleObject8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image" Target="../media/image78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80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8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image" Target="../media/image79.wmf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85.bin"/><Relationship Id="rId14" Type="http://schemas.openxmlformats.org/officeDocument/2006/relationships/oleObject" Target="../embeddings/oleObject8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88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9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8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95.wmf"/><Relationship Id="rId3" Type="http://schemas.openxmlformats.org/officeDocument/2006/relationships/oleObject" Target="../embeddings/oleObject98.bin"/><Relationship Id="rId21" Type="http://schemas.openxmlformats.org/officeDocument/2006/relationships/oleObject" Target="../embeddings/oleObject108.bin"/><Relationship Id="rId7" Type="http://schemas.openxmlformats.org/officeDocument/2006/relationships/oleObject" Target="../embeddings/oleObject100.bin"/><Relationship Id="rId12" Type="http://schemas.openxmlformats.org/officeDocument/2006/relationships/oleObject" Target="../embeddings/oleObject103.bin"/><Relationship Id="rId17" Type="http://schemas.openxmlformats.org/officeDocument/2006/relationships/oleObject" Target="../embeddings/oleObject10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94.wmf"/><Relationship Id="rId20" Type="http://schemas.openxmlformats.org/officeDocument/2006/relationships/image" Target="../media/image9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0.wmf"/><Relationship Id="rId11" Type="http://schemas.openxmlformats.org/officeDocument/2006/relationships/image" Target="../media/image92.wmf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5.bin"/><Relationship Id="rId10" Type="http://schemas.openxmlformats.org/officeDocument/2006/relationships/oleObject" Target="../embeddings/oleObject102.bin"/><Relationship Id="rId19" Type="http://schemas.openxmlformats.org/officeDocument/2006/relationships/oleObject" Target="../embeddings/oleObject107.bin"/><Relationship Id="rId4" Type="http://schemas.openxmlformats.org/officeDocument/2006/relationships/image" Target="../media/image89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93.wmf"/><Relationship Id="rId22" Type="http://schemas.openxmlformats.org/officeDocument/2006/relationships/image" Target="../media/image9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05.wmf"/><Relationship Id="rId26" Type="http://schemas.openxmlformats.org/officeDocument/2006/relationships/oleObject" Target="../embeddings/oleObject121.bin"/><Relationship Id="rId3" Type="http://schemas.openxmlformats.org/officeDocument/2006/relationships/oleObject" Target="../embeddings/oleObject109.bin"/><Relationship Id="rId21" Type="http://schemas.openxmlformats.org/officeDocument/2006/relationships/image" Target="../media/image106.wmf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16.bin"/><Relationship Id="rId25" Type="http://schemas.openxmlformats.org/officeDocument/2006/relationships/image" Target="../media/image108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04.wmf"/><Relationship Id="rId20" Type="http://schemas.openxmlformats.org/officeDocument/2006/relationships/oleObject" Target="../embeddings/oleObject118.bin"/><Relationship Id="rId29" Type="http://schemas.openxmlformats.org/officeDocument/2006/relationships/image" Target="../media/image110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13.bin"/><Relationship Id="rId24" Type="http://schemas.openxmlformats.org/officeDocument/2006/relationships/oleObject" Target="../embeddings/oleObject120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23" Type="http://schemas.openxmlformats.org/officeDocument/2006/relationships/image" Target="../media/image107.wmf"/><Relationship Id="rId28" Type="http://schemas.openxmlformats.org/officeDocument/2006/relationships/oleObject" Target="../embeddings/oleObject122.bin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17.bin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03.wmf"/><Relationship Id="rId22" Type="http://schemas.openxmlformats.org/officeDocument/2006/relationships/oleObject" Target="../embeddings/oleObject119.bin"/><Relationship Id="rId27" Type="http://schemas.openxmlformats.org/officeDocument/2006/relationships/image" Target="../media/image109.wmf"/><Relationship Id="rId30" Type="http://schemas.openxmlformats.org/officeDocument/2006/relationships/oleObject" Target="../embeddings/oleObject12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32.bin"/><Relationship Id="rId3" Type="http://schemas.openxmlformats.org/officeDocument/2006/relationships/oleObject" Target="../embeddings/oleObject124.bin"/><Relationship Id="rId21" Type="http://schemas.openxmlformats.org/officeDocument/2006/relationships/image" Target="../media/image118.wmf"/><Relationship Id="rId7" Type="http://schemas.openxmlformats.org/officeDocument/2006/relationships/oleObject" Target="../embeddings/oleObject126.bin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16.wmf"/><Relationship Id="rId25" Type="http://schemas.openxmlformats.org/officeDocument/2006/relationships/image" Target="../media/image120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1.bin"/><Relationship Id="rId20" Type="http://schemas.openxmlformats.org/officeDocument/2006/relationships/oleObject" Target="../embeddings/oleObject133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28.bin"/><Relationship Id="rId24" Type="http://schemas.openxmlformats.org/officeDocument/2006/relationships/oleObject" Target="../embeddings/oleObject135.bin"/><Relationship Id="rId5" Type="http://schemas.openxmlformats.org/officeDocument/2006/relationships/oleObject" Target="../embeddings/oleObject125.bin"/><Relationship Id="rId15" Type="http://schemas.openxmlformats.org/officeDocument/2006/relationships/image" Target="../media/image115.wmf"/><Relationship Id="rId23" Type="http://schemas.openxmlformats.org/officeDocument/2006/relationships/image" Target="../media/image119.wmf"/><Relationship Id="rId10" Type="http://schemas.openxmlformats.org/officeDocument/2006/relationships/image" Target="../media/image53.wmf"/><Relationship Id="rId19" Type="http://schemas.openxmlformats.org/officeDocument/2006/relationships/image" Target="../media/image117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27.bin"/><Relationship Id="rId14" Type="http://schemas.openxmlformats.org/officeDocument/2006/relationships/oleObject" Target="../embeddings/oleObject130.bin"/><Relationship Id="rId22" Type="http://schemas.openxmlformats.org/officeDocument/2006/relationships/oleObject" Target="../embeddings/oleObject13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28.wmf"/><Relationship Id="rId26" Type="http://schemas.openxmlformats.org/officeDocument/2006/relationships/image" Target="../media/image132.wmf"/><Relationship Id="rId39" Type="http://schemas.openxmlformats.org/officeDocument/2006/relationships/oleObject" Target="../embeddings/oleObject154.bin"/><Relationship Id="rId3" Type="http://schemas.openxmlformats.org/officeDocument/2006/relationships/oleObject" Target="../embeddings/oleObject136.bin"/><Relationship Id="rId21" Type="http://schemas.openxmlformats.org/officeDocument/2006/relationships/oleObject" Target="../embeddings/oleObject145.bin"/><Relationship Id="rId34" Type="http://schemas.openxmlformats.org/officeDocument/2006/relationships/image" Target="../media/image136.wmf"/><Relationship Id="rId42" Type="http://schemas.openxmlformats.org/officeDocument/2006/relationships/oleObject" Target="../embeddings/oleObject15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43.bin"/><Relationship Id="rId25" Type="http://schemas.openxmlformats.org/officeDocument/2006/relationships/oleObject" Target="../embeddings/oleObject147.bin"/><Relationship Id="rId33" Type="http://schemas.openxmlformats.org/officeDocument/2006/relationships/oleObject" Target="../embeddings/oleObject151.bin"/><Relationship Id="rId38" Type="http://schemas.openxmlformats.org/officeDocument/2006/relationships/image" Target="../media/image13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29" Type="http://schemas.openxmlformats.org/officeDocument/2006/relationships/oleObject" Target="../embeddings/oleObject149.bin"/><Relationship Id="rId41" Type="http://schemas.openxmlformats.org/officeDocument/2006/relationships/image" Target="../media/image139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40.bin"/><Relationship Id="rId24" Type="http://schemas.openxmlformats.org/officeDocument/2006/relationships/image" Target="../media/image131.wmf"/><Relationship Id="rId32" Type="http://schemas.openxmlformats.org/officeDocument/2006/relationships/image" Target="../media/image135.wmf"/><Relationship Id="rId37" Type="http://schemas.openxmlformats.org/officeDocument/2006/relationships/oleObject" Target="../embeddings/oleObject153.bin"/><Relationship Id="rId40" Type="http://schemas.openxmlformats.org/officeDocument/2006/relationships/oleObject" Target="../embeddings/oleObject155.bin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23" Type="http://schemas.openxmlformats.org/officeDocument/2006/relationships/oleObject" Target="../embeddings/oleObject146.bin"/><Relationship Id="rId28" Type="http://schemas.openxmlformats.org/officeDocument/2006/relationships/image" Target="../media/image133.wmf"/><Relationship Id="rId36" Type="http://schemas.openxmlformats.org/officeDocument/2006/relationships/image" Target="../media/image137.wmf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44.bin"/><Relationship Id="rId31" Type="http://schemas.openxmlformats.org/officeDocument/2006/relationships/oleObject" Target="../embeddings/oleObject150.bin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26.wmf"/><Relationship Id="rId22" Type="http://schemas.openxmlformats.org/officeDocument/2006/relationships/image" Target="../media/image130.wmf"/><Relationship Id="rId27" Type="http://schemas.openxmlformats.org/officeDocument/2006/relationships/oleObject" Target="../embeddings/oleObject148.bin"/><Relationship Id="rId30" Type="http://schemas.openxmlformats.org/officeDocument/2006/relationships/image" Target="../media/image134.wmf"/><Relationship Id="rId35" Type="http://schemas.openxmlformats.org/officeDocument/2006/relationships/oleObject" Target="../embeddings/oleObject152.bin"/><Relationship Id="rId43" Type="http://schemas.openxmlformats.org/officeDocument/2006/relationships/image" Target="../media/image14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4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4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169.bin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5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5" Type="http://schemas.openxmlformats.org/officeDocument/2006/relationships/image" Target="../media/image153.wmf"/><Relationship Id="rId10" Type="http://schemas.openxmlformats.org/officeDocument/2006/relationships/image" Target="../media/image151.wmf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67.bin"/><Relationship Id="rId14" Type="http://schemas.openxmlformats.org/officeDocument/2006/relationships/oleObject" Target="../embeddings/oleObject17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76.bin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5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79.bin"/><Relationship Id="rId10" Type="http://schemas.openxmlformats.org/officeDocument/2006/relationships/image" Target="../media/image164.wmf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8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83.bin"/><Relationship Id="rId4" Type="http://schemas.openxmlformats.org/officeDocument/2006/relationships/image" Target="../media/image16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73.wmf"/><Relationship Id="rId3" Type="http://schemas.openxmlformats.org/officeDocument/2006/relationships/oleObject" Target="../embeddings/oleObject184.bin"/><Relationship Id="rId21" Type="http://schemas.openxmlformats.org/officeDocument/2006/relationships/oleObject" Target="../embeddings/oleObject193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70.wmf"/><Relationship Id="rId17" Type="http://schemas.openxmlformats.org/officeDocument/2006/relationships/oleObject" Target="../embeddings/oleObject191.bin"/><Relationship Id="rId25" Type="http://schemas.openxmlformats.org/officeDocument/2006/relationships/image" Target="../media/image175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72.wmf"/><Relationship Id="rId20" Type="http://schemas.openxmlformats.org/officeDocument/2006/relationships/image" Target="../media/image174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88.bin"/><Relationship Id="rId24" Type="http://schemas.openxmlformats.org/officeDocument/2006/relationships/oleObject" Target="../embeddings/oleObject195.bin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23" Type="http://schemas.openxmlformats.org/officeDocument/2006/relationships/oleObject" Target="../embeddings/oleObject194.bin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192.bin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71.wmf"/><Relationship Id="rId22" Type="http://schemas.openxmlformats.org/officeDocument/2006/relationships/image" Target="../media/image6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180.wmf"/><Relationship Id="rId18" Type="http://schemas.openxmlformats.org/officeDocument/2006/relationships/oleObject" Target="../embeddings/oleObject20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77.wmf"/><Relationship Id="rId12" Type="http://schemas.openxmlformats.org/officeDocument/2006/relationships/oleObject" Target="../embeddings/oleObject200.bin"/><Relationship Id="rId17" Type="http://schemas.openxmlformats.org/officeDocument/2006/relationships/image" Target="../media/image182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02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179.wmf"/><Relationship Id="rId5" Type="http://schemas.openxmlformats.org/officeDocument/2006/relationships/image" Target="../media/image176.wmf"/><Relationship Id="rId15" Type="http://schemas.openxmlformats.org/officeDocument/2006/relationships/image" Target="../media/image181.wmf"/><Relationship Id="rId10" Type="http://schemas.openxmlformats.org/officeDocument/2006/relationships/oleObject" Target="../embeddings/oleObject199.bin"/><Relationship Id="rId19" Type="http://schemas.openxmlformats.org/officeDocument/2006/relationships/image" Target="../media/image183.wmf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178.wmf"/><Relationship Id="rId14" Type="http://schemas.openxmlformats.org/officeDocument/2006/relationships/oleObject" Target="../embeddings/oleObject20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oleObject" Target="../embeddings/oleObject209.bin"/><Relationship Id="rId18" Type="http://schemas.openxmlformats.org/officeDocument/2006/relationships/image" Target="../media/image191.wmf"/><Relationship Id="rId3" Type="http://schemas.openxmlformats.org/officeDocument/2006/relationships/oleObject" Target="../embeddings/oleObject204.bin"/><Relationship Id="rId7" Type="http://schemas.openxmlformats.org/officeDocument/2006/relationships/oleObject" Target="../embeddings/oleObject206.bin"/><Relationship Id="rId12" Type="http://schemas.openxmlformats.org/officeDocument/2006/relationships/image" Target="../media/image188.wmf"/><Relationship Id="rId17" Type="http://schemas.openxmlformats.org/officeDocument/2006/relationships/oleObject" Target="../embeddings/oleObject21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90.wmf"/><Relationship Id="rId20" Type="http://schemas.openxmlformats.org/officeDocument/2006/relationships/image" Target="../media/image192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208.bin"/><Relationship Id="rId5" Type="http://schemas.openxmlformats.org/officeDocument/2006/relationships/oleObject" Target="../embeddings/oleObject205.bin"/><Relationship Id="rId15" Type="http://schemas.openxmlformats.org/officeDocument/2006/relationships/oleObject" Target="../embeddings/oleObject210.bin"/><Relationship Id="rId10" Type="http://schemas.openxmlformats.org/officeDocument/2006/relationships/image" Target="../media/image187.wmf"/><Relationship Id="rId19" Type="http://schemas.openxmlformats.org/officeDocument/2006/relationships/oleObject" Target="../embeddings/oleObject212.bin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207.bin"/><Relationship Id="rId14" Type="http://schemas.openxmlformats.org/officeDocument/2006/relationships/image" Target="../media/image18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4.wmf"/><Relationship Id="rId5" Type="http://schemas.openxmlformats.org/officeDocument/2006/relationships/oleObject" Target="../embeddings/oleObject214.bin"/><Relationship Id="rId10" Type="http://schemas.openxmlformats.org/officeDocument/2006/relationships/image" Target="../media/image196.wmf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21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073"/>
          <p:cNvSpPr/>
          <p:nvPr/>
        </p:nvSpPr>
        <p:spPr>
          <a:xfrm>
            <a:off x="0" y="0"/>
            <a:ext cx="9144000" cy="1905000"/>
          </a:xfrm>
          <a:prstGeom prst="rect">
            <a:avLst/>
          </a:prstGeom>
          <a:solidFill>
            <a:schemeClr val="bg1"/>
          </a:solidFill>
          <a:ln w="38100" cap="flat" cmpd="dbl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5" name="文本框 3074"/>
          <p:cNvSpPr txBox="1"/>
          <p:nvPr/>
        </p:nvSpPr>
        <p:spPr>
          <a:xfrm>
            <a:off x="2133600" y="5287963"/>
            <a:ext cx="4953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18" charset="0"/>
                <a:ea typeface="楷体_GB2312" pitchFamily="1" charset="-122"/>
              </a:rPr>
              <a:t>二、无界函数的反常积分</a:t>
            </a:r>
          </a:p>
        </p:txBody>
      </p:sp>
      <p:sp>
        <p:nvSpPr>
          <p:cNvPr id="3076" name="动作按钮: 自定义 3075">
            <a:hlinkClick r:id="rId2" action="ppaction://hlinksldjump"/>
          </p:cNvPr>
          <p:cNvSpPr/>
          <p:nvPr/>
        </p:nvSpPr>
        <p:spPr>
          <a:xfrm>
            <a:off x="1981200" y="5257800"/>
            <a:ext cx="4876800" cy="762000"/>
          </a:xfrm>
          <a:prstGeom prst="actionButtonBlank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7" name="标题 3076"/>
          <p:cNvSpPr>
            <a:spLocks noGrp="1"/>
          </p:cNvSpPr>
          <p:nvPr>
            <p:ph type="title"/>
          </p:nvPr>
        </p:nvSpPr>
        <p:spPr>
          <a:xfrm>
            <a:off x="1219200" y="152400"/>
            <a:ext cx="2209800" cy="900113"/>
          </a:xfrm>
          <a:ln/>
        </p:spPr>
        <p:txBody>
          <a:bodyPr anchor="ctr"/>
          <a:lstStyle/>
          <a:p>
            <a:pPr algn="l"/>
            <a:r>
              <a:rPr lang="zh-CN" altLang="en-US" sz="4800">
                <a:latin typeface="华文行楷" pitchFamily="2" charset="-122"/>
                <a:ea typeface="华文行楷" pitchFamily="2" charset="-122"/>
              </a:rPr>
              <a:t>第三节</a:t>
            </a:r>
          </a:p>
        </p:txBody>
      </p:sp>
      <p:sp>
        <p:nvSpPr>
          <p:cNvPr id="3078" name="文本框 3077"/>
          <p:cNvSpPr txBox="1"/>
          <p:nvPr/>
        </p:nvSpPr>
        <p:spPr>
          <a:xfrm>
            <a:off x="2411413" y="2133600"/>
            <a:ext cx="19812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常义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积分（定积分）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3079" name="左大括号 3078"/>
          <p:cNvSpPr/>
          <p:nvPr/>
        </p:nvSpPr>
        <p:spPr>
          <a:xfrm>
            <a:off x="4191000" y="2286000"/>
            <a:ext cx="152400" cy="736600"/>
          </a:xfrm>
          <a:prstGeom prst="leftBrace">
            <a:avLst>
              <a:gd name="adj1" fmla="val 40277"/>
              <a:gd name="adj2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文本框 3079"/>
          <p:cNvSpPr txBox="1"/>
          <p:nvPr/>
        </p:nvSpPr>
        <p:spPr>
          <a:xfrm>
            <a:off x="4325938" y="2071688"/>
            <a:ext cx="24558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积分限有限</a:t>
            </a:r>
          </a:p>
        </p:txBody>
      </p:sp>
      <p:sp>
        <p:nvSpPr>
          <p:cNvPr id="3081" name="文本框 3080"/>
          <p:cNvSpPr txBox="1"/>
          <p:nvPr/>
        </p:nvSpPr>
        <p:spPr>
          <a:xfrm>
            <a:off x="4325938" y="2590800"/>
            <a:ext cx="24558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被积函数有界</a:t>
            </a:r>
          </a:p>
        </p:txBody>
      </p:sp>
      <p:sp>
        <p:nvSpPr>
          <p:cNvPr id="3082" name="文本框 3081"/>
          <p:cNvSpPr txBox="1"/>
          <p:nvPr/>
        </p:nvSpPr>
        <p:spPr>
          <a:xfrm>
            <a:off x="3200400" y="30480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推广</a:t>
            </a:r>
          </a:p>
        </p:txBody>
      </p:sp>
      <p:sp>
        <p:nvSpPr>
          <p:cNvPr id="3083" name="文本框 3082"/>
          <p:cNvSpPr txBox="1"/>
          <p:nvPr/>
        </p:nvSpPr>
        <p:spPr>
          <a:xfrm>
            <a:off x="1981200" y="4373563"/>
            <a:ext cx="66944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anose="02020603050405020304" pitchFamily="18" charset="0"/>
                <a:ea typeface="楷体_GB2312" pitchFamily="1" charset="-122"/>
              </a:rPr>
              <a:t>一、无穷限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1" charset="-122"/>
              </a:rPr>
              <a:t>(</a:t>
            </a:r>
            <a:r>
              <a:rPr lang="zh-CN" altLang="en-US" sz="3200" b="1">
                <a:latin typeface="Times New Roman" panose="02020603050405020304" pitchFamily="18" charset="0"/>
                <a:ea typeface="楷体_GB2312" pitchFamily="1" charset="-122"/>
              </a:rPr>
              <a:t>无限区间）的反常积分</a:t>
            </a:r>
          </a:p>
        </p:txBody>
      </p:sp>
      <p:sp>
        <p:nvSpPr>
          <p:cNvPr id="3084" name="文本框 3083"/>
          <p:cNvSpPr txBox="1"/>
          <p:nvPr/>
        </p:nvSpPr>
        <p:spPr>
          <a:xfrm>
            <a:off x="2514600" y="3657600"/>
            <a:ext cx="16065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反常积分</a:t>
            </a:r>
          </a:p>
        </p:txBody>
      </p:sp>
      <p:sp>
        <p:nvSpPr>
          <p:cNvPr id="3085" name="文本框 3084"/>
          <p:cNvSpPr txBox="1"/>
          <p:nvPr/>
        </p:nvSpPr>
        <p:spPr>
          <a:xfrm>
            <a:off x="4038600" y="3671888"/>
            <a:ext cx="19621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en-US" altLang="zh-CN" sz="2800">
                <a:latin typeface="楷体_GB2312" pitchFamily="1" charset="-122"/>
                <a:ea typeface="楷体_GB2312" pitchFamily="1" charset="-122"/>
              </a:rPr>
              <a:t>(</a:t>
            </a:r>
            <a:r>
              <a:rPr lang="zh-CN" altLang="en-US" sz="2800">
                <a:latin typeface="楷体_GB2312" pitchFamily="1" charset="-122"/>
                <a:ea typeface="楷体_GB2312" pitchFamily="1" charset="-122"/>
              </a:rPr>
              <a:t>广义积分</a:t>
            </a:r>
            <a:r>
              <a:rPr lang="en-US" altLang="zh-CN" sz="2800">
                <a:latin typeface="楷体_GB2312" pitchFamily="1" charset="-122"/>
                <a:ea typeface="楷体_GB2312" pitchFamily="1" charset="-122"/>
              </a:rPr>
              <a:t>)</a:t>
            </a:r>
          </a:p>
        </p:txBody>
      </p:sp>
      <p:sp>
        <p:nvSpPr>
          <p:cNvPr id="3086" name="下箭头 3085"/>
          <p:cNvSpPr/>
          <p:nvPr/>
        </p:nvSpPr>
        <p:spPr>
          <a:xfrm>
            <a:off x="3048000" y="3048000"/>
            <a:ext cx="144463" cy="533400"/>
          </a:xfrm>
          <a:prstGeom prst="downArrow">
            <a:avLst>
              <a:gd name="adj1" fmla="val 50000"/>
              <a:gd name="adj2" fmla="val 92307"/>
            </a:avLst>
          </a:prstGeom>
          <a:solidFill>
            <a:srgbClr val="00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7" name="文本框 3086"/>
          <p:cNvSpPr txBox="1"/>
          <p:nvPr/>
        </p:nvSpPr>
        <p:spPr>
          <a:xfrm>
            <a:off x="2514600" y="914400"/>
            <a:ext cx="2622550" cy="8239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480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反常积分</a:t>
            </a:r>
          </a:p>
        </p:txBody>
      </p:sp>
      <p:sp>
        <p:nvSpPr>
          <p:cNvPr id="3088" name="文本框 3087"/>
          <p:cNvSpPr txBox="1"/>
          <p:nvPr/>
        </p:nvSpPr>
        <p:spPr>
          <a:xfrm>
            <a:off x="7488238" y="250825"/>
            <a:ext cx="1441450" cy="528638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 第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六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章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  <p:bldP spid="3078" grpId="0"/>
      <p:bldP spid="3080" grpId="0"/>
      <p:bldP spid="3081" grpId="0"/>
      <p:bldP spid="3082" grpId="0"/>
      <p:bldP spid="3083" grpId="0"/>
      <p:bldP spid="3084" grpId="0" build="p" advAuto="1000"/>
      <p:bldP spid="308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4097"/>
          <p:cNvSpPr>
            <a:spLocks noGrp="1"/>
          </p:cNvSpPr>
          <p:nvPr>
            <p:ph type="title"/>
          </p:nvPr>
        </p:nvSpPr>
        <p:spPr>
          <a:xfrm>
            <a:off x="539750" y="355600"/>
            <a:ext cx="7056438" cy="685800"/>
          </a:xfrm>
          <a:ln/>
        </p:spPr>
        <p:txBody>
          <a:bodyPr anchor="ctr"/>
          <a:lstStyle/>
          <a:p>
            <a:pPr algn="l"/>
            <a:r>
              <a:rPr lang="zh-CN" altLang="en-US" sz="3200" b="1">
                <a:ea typeface="楷体_GB2312" pitchFamily="1" charset="-122"/>
              </a:rPr>
              <a:t>一、无穷限（无限区间）的反常积分</a:t>
            </a:r>
          </a:p>
        </p:txBody>
      </p:sp>
      <p:sp>
        <p:nvSpPr>
          <p:cNvPr id="4099" name="文本框 4098"/>
          <p:cNvSpPr txBox="1"/>
          <p:nvPr/>
        </p:nvSpPr>
        <p:spPr>
          <a:xfrm>
            <a:off x="457200" y="1257300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引例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.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曲线</a:t>
            </a:r>
          </a:p>
        </p:txBody>
      </p:sp>
      <p:graphicFrame>
        <p:nvGraphicFramePr>
          <p:cNvPr id="4100" name="对象 4099"/>
          <p:cNvGraphicFramePr>
            <a:graphicFrameLocks noChangeAspect="1"/>
          </p:cNvGraphicFramePr>
          <p:nvPr/>
        </p:nvGraphicFramePr>
        <p:xfrm>
          <a:off x="2209800" y="1104900"/>
          <a:ext cx="1003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r:id="rId3" imgW="1003300" imgH="876300" progId="Equation.3">
                  <p:embed/>
                </p:oleObj>
              </mc:Choice>
              <mc:Fallback>
                <p:oleObj r:id="rId3" imgW="1003300" imgH="876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09800" y="1104900"/>
                        <a:ext cx="10033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文本框 4100"/>
          <p:cNvSpPr txBox="1"/>
          <p:nvPr/>
        </p:nvSpPr>
        <p:spPr>
          <a:xfrm>
            <a:off x="3187700" y="1257300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和直线</a:t>
            </a:r>
          </a:p>
        </p:txBody>
      </p:sp>
      <p:graphicFrame>
        <p:nvGraphicFramePr>
          <p:cNvPr id="4102" name="对象 4101"/>
          <p:cNvGraphicFramePr>
            <a:graphicFrameLocks noChangeAspect="1"/>
          </p:cNvGraphicFramePr>
          <p:nvPr/>
        </p:nvGraphicFramePr>
        <p:xfrm>
          <a:off x="4406900" y="1397000"/>
          <a:ext cx="698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r:id="rId5" imgW="698500" imgH="317500" progId="Equation.3">
                  <p:embed/>
                </p:oleObj>
              </mc:Choice>
              <mc:Fallback>
                <p:oleObj r:id="rId5" imgW="698500" imgH="317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06900" y="1397000"/>
                        <a:ext cx="6985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文本框 4102"/>
          <p:cNvSpPr txBox="1"/>
          <p:nvPr/>
        </p:nvSpPr>
        <p:spPr>
          <a:xfrm>
            <a:off x="5181600" y="1257300"/>
            <a:ext cx="381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及</a:t>
            </a:r>
            <a:r>
              <a:rPr lang="zh-CN" altLang="en-US" sz="2800" i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x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轴所围成的开口曲</a:t>
            </a:r>
          </a:p>
        </p:txBody>
      </p:sp>
      <p:sp>
        <p:nvSpPr>
          <p:cNvPr id="4104" name="文本框 4103"/>
          <p:cNvSpPr txBox="1"/>
          <p:nvPr/>
        </p:nvSpPr>
        <p:spPr>
          <a:xfrm>
            <a:off x="152400" y="2071688"/>
            <a:ext cx="2743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边梯形的面积</a:t>
            </a:r>
          </a:p>
        </p:txBody>
      </p:sp>
      <p:grpSp>
        <p:nvGrpSpPr>
          <p:cNvPr id="4105" name="组合 4104"/>
          <p:cNvGrpSpPr>
            <a:grpSpLocks noChangeAspect="1"/>
          </p:cNvGrpSpPr>
          <p:nvPr/>
        </p:nvGrpSpPr>
        <p:grpSpPr>
          <a:xfrm>
            <a:off x="5724525" y="2205038"/>
            <a:ext cx="3028950" cy="2743200"/>
            <a:chOff x="0" y="0"/>
            <a:chExt cx="1908" cy="1728"/>
          </a:xfrm>
        </p:grpSpPr>
        <p:graphicFrame>
          <p:nvGraphicFramePr>
            <p:cNvPr id="4106" name="对象 4105"/>
            <p:cNvGraphicFramePr>
              <a:graphicFrameLocks noChangeAspect="1"/>
            </p:cNvGraphicFramePr>
            <p:nvPr/>
          </p:nvGraphicFramePr>
          <p:xfrm>
            <a:off x="0" y="0"/>
            <a:ext cx="1908" cy="1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r:id="rId7" imgW="3028950" imgH="2676525" progId="Paint.Picture">
                    <p:embed/>
                  </p:oleObj>
                </mc:Choice>
                <mc:Fallback>
                  <p:oleObj r:id="rId7" imgW="3028950" imgH="2676525" progId="Paint.Picture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908" cy="168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7" name="对象 4106"/>
            <p:cNvGraphicFramePr>
              <a:graphicFrameLocks noChangeAspect="1"/>
            </p:cNvGraphicFramePr>
            <p:nvPr/>
          </p:nvGraphicFramePr>
          <p:xfrm>
            <a:off x="624" y="576"/>
            <a:ext cx="632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r:id="rId9" imgW="1003300" imgH="876300" progId="Equation.3">
                    <p:embed/>
                  </p:oleObj>
                </mc:Choice>
                <mc:Fallback>
                  <p:oleObj r:id="rId9" imgW="1003300" imgH="8763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24" y="576"/>
                          <a:ext cx="632" cy="55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8" name="对象 4107"/>
            <p:cNvGraphicFramePr>
              <a:graphicFrameLocks noChangeAspect="1"/>
            </p:cNvGraphicFramePr>
            <p:nvPr/>
          </p:nvGraphicFramePr>
          <p:xfrm>
            <a:off x="480" y="1200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r:id="rId11" imgW="279400" imgH="304800" progId="Equation.3">
                    <p:embed/>
                  </p:oleObj>
                </mc:Choice>
                <mc:Fallback>
                  <p:oleObj r:id="rId11" imgW="279400" imgH="3048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80" y="1200"/>
                          <a:ext cx="176" cy="19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9" name="对象 4108"/>
            <p:cNvGraphicFramePr>
              <a:graphicFrameLocks noChangeAspect="1"/>
            </p:cNvGraphicFramePr>
            <p:nvPr/>
          </p:nvGraphicFramePr>
          <p:xfrm>
            <a:off x="336" y="1536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r:id="rId13" imgW="152400" imgH="304800" progId="Equation.3">
                    <p:embed/>
                  </p:oleObj>
                </mc:Choice>
                <mc:Fallback>
                  <p:oleObj r:id="rId13" imgW="152400" imgH="3048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36" y="1536"/>
                          <a:ext cx="96" cy="19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10" name="文本框 4109"/>
          <p:cNvSpPr txBox="1"/>
          <p:nvPr/>
        </p:nvSpPr>
        <p:spPr>
          <a:xfrm>
            <a:off x="2362200" y="2071688"/>
            <a:ext cx="1600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可记作</a:t>
            </a:r>
          </a:p>
        </p:txBody>
      </p:sp>
      <p:graphicFrame>
        <p:nvGraphicFramePr>
          <p:cNvPr id="4111" name="对象 4110"/>
          <p:cNvGraphicFramePr>
            <a:graphicFrameLocks noChangeAspect="1"/>
          </p:cNvGraphicFramePr>
          <p:nvPr/>
        </p:nvGraphicFramePr>
        <p:xfrm>
          <a:off x="1435100" y="2698750"/>
          <a:ext cx="1638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r:id="rId15" imgW="1638300" imgH="889000" progId="Equation.3">
                  <p:embed/>
                </p:oleObj>
              </mc:Choice>
              <mc:Fallback>
                <p:oleObj r:id="rId15" imgW="1638300" imgH="8890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35100" y="2698750"/>
                        <a:ext cx="16383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2" name="文本框 4111"/>
          <p:cNvSpPr txBox="1"/>
          <p:nvPr/>
        </p:nvSpPr>
        <p:spPr>
          <a:xfrm>
            <a:off x="152400" y="3581400"/>
            <a:ext cx="2895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其含义可理解为 </a:t>
            </a:r>
          </a:p>
        </p:txBody>
      </p:sp>
      <p:graphicFrame>
        <p:nvGraphicFramePr>
          <p:cNvPr id="4113" name="对象 4112"/>
          <p:cNvGraphicFramePr>
            <a:graphicFrameLocks noChangeAspect="1"/>
          </p:cNvGraphicFramePr>
          <p:nvPr/>
        </p:nvGraphicFramePr>
        <p:xfrm>
          <a:off x="1035050" y="4184650"/>
          <a:ext cx="2298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r:id="rId17" imgW="2298700" imgH="889000" progId="Equation.3">
                  <p:embed/>
                </p:oleObj>
              </mc:Choice>
              <mc:Fallback>
                <p:oleObj r:id="rId17" imgW="2298700" imgH="8890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35050" y="4184650"/>
                        <a:ext cx="22987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4" name="组合 4113"/>
          <p:cNvGrpSpPr/>
          <p:nvPr/>
        </p:nvGrpSpPr>
        <p:grpSpPr>
          <a:xfrm>
            <a:off x="7162800" y="4343400"/>
            <a:ext cx="327025" cy="687388"/>
            <a:chOff x="0" y="0"/>
            <a:chExt cx="206" cy="433"/>
          </a:xfrm>
        </p:grpSpPr>
        <p:sp>
          <p:nvSpPr>
            <p:cNvPr id="4115" name="直接连接符 4114"/>
            <p:cNvSpPr/>
            <p:nvPr/>
          </p:nvSpPr>
          <p:spPr>
            <a:xfrm>
              <a:off x="96" y="0"/>
              <a:ext cx="0" cy="144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116" name="对象 4115"/>
            <p:cNvGraphicFramePr>
              <a:graphicFrameLocks noChangeAspect="1"/>
            </p:cNvGraphicFramePr>
            <p:nvPr/>
          </p:nvGraphicFramePr>
          <p:xfrm>
            <a:off x="0" y="144"/>
            <a:ext cx="20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r:id="rId19" imgW="127000" imgH="177800" progId="Equation.3">
                    <p:embed/>
                  </p:oleObj>
                </mc:Choice>
                <mc:Fallback>
                  <p:oleObj r:id="rId19" imgW="127000" imgH="1778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0" y="144"/>
                          <a:ext cx="206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17" name="对象 4116"/>
          <p:cNvGraphicFramePr>
            <a:graphicFrameLocks noChangeAspect="1"/>
          </p:cNvGraphicFramePr>
          <p:nvPr/>
        </p:nvGraphicFramePr>
        <p:xfrm>
          <a:off x="3352800" y="4064000"/>
          <a:ext cx="2082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r:id="rId21" imgW="2082165" imgH="1040765" progId="Equation.3">
                  <p:embed/>
                </p:oleObj>
              </mc:Choice>
              <mc:Fallback>
                <p:oleObj r:id="rId21" imgW="2082165" imgH="104076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352800" y="4064000"/>
                        <a:ext cx="2082800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8" name="对象 4117"/>
          <p:cNvGraphicFramePr>
            <a:graphicFrameLocks noChangeAspect="1"/>
          </p:cNvGraphicFramePr>
          <p:nvPr/>
        </p:nvGraphicFramePr>
        <p:xfrm>
          <a:off x="1371600" y="5334000"/>
          <a:ext cx="2095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r:id="rId23" imgW="2095500" imgH="914400" progId="Equation.3">
                  <p:embed/>
                </p:oleObj>
              </mc:Choice>
              <mc:Fallback>
                <p:oleObj r:id="rId23" imgW="2095500" imgH="9144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71600" y="5334000"/>
                        <a:ext cx="20955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9" name="对象 4118"/>
          <p:cNvGraphicFramePr>
            <a:graphicFrameLocks noChangeAspect="1"/>
          </p:cNvGraphicFramePr>
          <p:nvPr/>
        </p:nvGraphicFramePr>
        <p:xfrm>
          <a:off x="3505200" y="5638800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r:id="rId25" imgW="431800" imgH="304800" progId="Equation.3">
                  <p:embed/>
                </p:oleObj>
              </mc:Choice>
              <mc:Fallback>
                <p:oleObj r:id="rId25" imgW="431800" imgH="3048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505200" y="5638800"/>
                        <a:ext cx="431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101" grpId="0"/>
      <p:bldP spid="4103" grpId="0"/>
      <p:bldP spid="4104" grpId="0"/>
      <p:bldP spid="4110" grpId="0"/>
      <p:bldP spid="41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5121"/>
          <p:cNvSpPr>
            <a:spLocks noGrp="1"/>
          </p:cNvSpPr>
          <p:nvPr>
            <p:ph type="title"/>
          </p:nvPr>
        </p:nvSpPr>
        <p:spPr>
          <a:xfrm>
            <a:off x="539750" y="454025"/>
            <a:ext cx="1981200" cy="609600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</a:rPr>
              <a:t>定义</a:t>
            </a:r>
            <a:r>
              <a:rPr lang="en-US" altLang="zh-CN" sz="2800" b="1">
                <a:ea typeface="楷体_GB2312" pitchFamily="1" charset="-122"/>
              </a:rPr>
              <a:t>1.</a:t>
            </a:r>
            <a:r>
              <a:rPr lang="en-US" altLang="zh-CN" sz="2800">
                <a:solidFill>
                  <a:schemeClr val="tx1"/>
                </a:solidFill>
                <a:ea typeface="楷体_GB2312" pitchFamily="1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设</a:t>
            </a:r>
            <a:endParaRPr lang="zh-CN" altLang="en-US" sz="2800" b="1">
              <a:ea typeface="楷体_GB2312" pitchFamily="1" charset="-122"/>
            </a:endParaRPr>
          </a:p>
        </p:txBody>
      </p:sp>
      <p:graphicFrame>
        <p:nvGraphicFramePr>
          <p:cNvPr id="5123" name="对象 5122"/>
          <p:cNvGraphicFramePr>
            <a:graphicFrameLocks noChangeAspect="1"/>
          </p:cNvGraphicFramePr>
          <p:nvPr/>
        </p:nvGraphicFramePr>
        <p:xfrm>
          <a:off x="2133600" y="549275"/>
          <a:ext cx="266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r:id="rId3" imgW="2664460" imgH="405765" progId="Equation.3">
                  <p:embed/>
                </p:oleObj>
              </mc:Choice>
              <mc:Fallback>
                <p:oleObj r:id="rId3" imgW="2664460" imgH="40576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3600" y="549275"/>
                        <a:ext cx="26670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对象 5123"/>
          <p:cNvGraphicFramePr>
            <a:graphicFrameLocks noChangeAspect="1"/>
          </p:cNvGraphicFramePr>
          <p:nvPr/>
        </p:nvGraphicFramePr>
        <p:xfrm>
          <a:off x="4864100" y="533400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r:id="rId5" imgW="1308735" imgH="419100" progId="Equation.3">
                  <p:embed/>
                </p:oleObj>
              </mc:Choice>
              <mc:Fallback>
                <p:oleObj r:id="rId5" imgW="1308735" imgH="4191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4100" y="533400"/>
                        <a:ext cx="1308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文本框 5124"/>
          <p:cNvSpPr txBox="1"/>
          <p:nvPr/>
        </p:nvSpPr>
        <p:spPr>
          <a:xfrm>
            <a:off x="6172200" y="4318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若</a:t>
            </a:r>
          </a:p>
        </p:txBody>
      </p:sp>
      <p:graphicFrame>
        <p:nvGraphicFramePr>
          <p:cNvPr id="5126" name="对象 5125"/>
          <p:cNvGraphicFramePr>
            <a:graphicFrameLocks noChangeAspect="1"/>
          </p:cNvGraphicFramePr>
          <p:nvPr/>
        </p:nvGraphicFramePr>
        <p:xfrm>
          <a:off x="2749550" y="977900"/>
          <a:ext cx="2298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r:id="rId7" imgW="2297430" imgH="850265" progId="Equation.3">
                  <p:embed/>
                </p:oleObj>
              </mc:Choice>
              <mc:Fallback>
                <p:oleObj r:id="rId7" imgW="2297430" imgH="85026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49550" y="977900"/>
                        <a:ext cx="22987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文本框 5126"/>
          <p:cNvSpPr txBox="1"/>
          <p:nvPr/>
        </p:nvSpPr>
        <p:spPr>
          <a:xfrm>
            <a:off x="152400" y="1843088"/>
            <a:ext cx="1219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存在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sp>
        <p:nvSpPr>
          <p:cNvPr id="5128" name="文本框 5127"/>
          <p:cNvSpPr txBox="1"/>
          <p:nvPr/>
        </p:nvSpPr>
        <p:spPr>
          <a:xfrm>
            <a:off x="1143000" y="1843088"/>
            <a:ext cx="617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则称此极限为</a:t>
            </a:r>
            <a:r>
              <a:rPr lang="zh-CN" altLang="en-US" sz="2800" i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f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(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x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的无穷限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反常积分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</a:p>
        </p:txBody>
      </p:sp>
      <p:sp>
        <p:nvSpPr>
          <p:cNvPr id="5129" name="文本框 5128"/>
          <p:cNvSpPr txBox="1"/>
          <p:nvPr/>
        </p:nvSpPr>
        <p:spPr>
          <a:xfrm>
            <a:off x="7162800" y="182880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记作</a:t>
            </a:r>
          </a:p>
        </p:txBody>
      </p:sp>
      <p:graphicFrame>
        <p:nvGraphicFramePr>
          <p:cNvPr id="5130" name="对象 5129"/>
          <p:cNvGraphicFramePr>
            <a:graphicFrameLocks noChangeAspect="1"/>
          </p:cNvGraphicFramePr>
          <p:nvPr/>
        </p:nvGraphicFramePr>
        <p:xfrm>
          <a:off x="2114550" y="2438400"/>
          <a:ext cx="4368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r:id="rId9" imgW="4366895" imgH="850265" progId="Equation.3">
                  <p:embed/>
                </p:oleObj>
              </mc:Choice>
              <mc:Fallback>
                <p:oleObj r:id="rId9" imgW="4366895" imgH="85026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14550" y="2438400"/>
                        <a:ext cx="43688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文本框 5130"/>
          <p:cNvSpPr txBox="1"/>
          <p:nvPr/>
        </p:nvSpPr>
        <p:spPr>
          <a:xfrm>
            <a:off x="152400" y="3352800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这时称反常积分</a:t>
            </a:r>
          </a:p>
        </p:txBody>
      </p:sp>
      <p:graphicFrame>
        <p:nvGraphicFramePr>
          <p:cNvPr id="5132" name="对象 5131"/>
          <p:cNvGraphicFramePr>
            <a:graphicFrameLocks noChangeAspect="1"/>
          </p:cNvGraphicFramePr>
          <p:nvPr/>
        </p:nvGraphicFramePr>
        <p:xfrm>
          <a:off x="2755900" y="3251200"/>
          <a:ext cx="1739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r:id="rId11" imgW="1739265" imgH="799465" progId="Equation.3">
                  <p:embed/>
                </p:oleObj>
              </mc:Choice>
              <mc:Fallback>
                <p:oleObj r:id="rId11" imgW="1739265" imgH="799465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55900" y="3251200"/>
                        <a:ext cx="17399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文本框 5132"/>
          <p:cNvSpPr txBox="1"/>
          <p:nvPr/>
        </p:nvSpPr>
        <p:spPr>
          <a:xfrm>
            <a:off x="4419600" y="338455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收敛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;</a:t>
            </a:r>
          </a:p>
        </p:txBody>
      </p:sp>
      <p:sp>
        <p:nvSpPr>
          <p:cNvPr id="5134" name="文本框 5133"/>
          <p:cNvSpPr txBox="1"/>
          <p:nvPr/>
        </p:nvSpPr>
        <p:spPr>
          <a:xfrm>
            <a:off x="5410200" y="3429000"/>
            <a:ext cx="3581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如果上述极限不存在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sp>
        <p:nvSpPr>
          <p:cNvPr id="5135" name="文本框 5134"/>
          <p:cNvSpPr txBox="1"/>
          <p:nvPr/>
        </p:nvSpPr>
        <p:spPr>
          <a:xfrm>
            <a:off x="152400" y="4191000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就称反常积分</a:t>
            </a:r>
          </a:p>
        </p:txBody>
      </p:sp>
      <p:graphicFrame>
        <p:nvGraphicFramePr>
          <p:cNvPr id="5136" name="对象 5135"/>
          <p:cNvGraphicFramePr>
            <a:graphicFrameLocks noChangeAspect="1"/>
          </p:cNvGraphicFramePr>
          <p:nvPr/>
        </p:nvGraphicFramePr>
        <p:xfrm>
          <a:off x="2438400" y="4102100"/>
          <a:ext cx="1739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r:id="rId13" imgW="1739265" imgH="799465" progId="Equation.3">
                  <p:embed/>
                </p:oleObj>
              </mc:Choice>
              <mc:Fallback>
                <p:oleObj r:id="rId13" imgW="1739265" imgH="79946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4102100"/>
                        <a:ext cx="17399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7" name="文本框 5136"/>
          <p:cNvSpPr txBox="1"/>
          <p:nvPr/>
        </p:nvSpPr>
        <p:spPr>
          <a:xfrm>
            <a:off x="4114800" y="4205288"/>
            <a:ext cx="1143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发散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  <p:sp>
        <p:nvSpPr>
          <p:cNvPr id="5138" name="文本框 5137"/>
          <p:cNvSpPr txBox="1"/>
          <p:nvPr/>
        </p:nvSpPr>
        <p:spPr>
          <a:xfrm>
            <a:off x="533400" y="4906963"/>
            <a:ext cx="2590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类似地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若</a:t>
            </a:r>
          </a:p>
        </p:txBody>
      </p:sp>
      <p:graphicFrame>
        <p:nvGraphicFramePr>
          <p:cNvPr id="5139" name="对象 5138"/>
          <p:cNvGraphicFramePr>
            <a:graphicFrameLocks noChangeAspect="1"/>
          </p:cNvGraphicFramePr>
          <p:nvPr/>
        </p:nvGraphicFramePr>
        <p:xfrm>
          <a:off x="2362200" y="4999038"/>
          <a:ext cx="259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r:id="rId14" imgW="2588260" imgH="405765" progId="Equation.3">
                  <p:embed/>
                </p:oleObj>
              </mc:Choice>
              <mc:Fallback>
                <p:oleObj r:id="rId14" imgW="2588260" imgH="40576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362200" y="4999038"/>
                        <a:ext cx="2590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文本框 5139"/>
          <p:cNvSpPr txBox="1"/>
          <p:nvPr/>
        </p:nvSpPr>
        <p:spPr>
          <a:xfrm>
            <a:off x="5029200" y="4891088"/>
            <a:ext cx="1600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则定义</a:t>
            </a:r>
          </a:p>
        </p:txBody>
      </p:sp>
      <p:graphicFrame>
        <p:nvGraphicFramePr>
          <p:cNvPr id="5141" name="对象 5140"/>
          <p:cNvGraphicFramePr>
            <a:graphicFrameLocks noChangeAspect="1"/>
          </p:cNvGraphicFramePr>
          <p:nvPr/>
        </p:nvGraphicFramePr>
        <p:xfrm>
          <a:off x="1835150" y="5445125"/>
          <a:ext cx="4318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r:id="rId16" imgW="4316095" imgH="850265" progId="Equation.3">
                  <p:embed/>
                </p:oleObj>
              </mc:Choice>
              <mc:Fallback>
                <p:oleObj r:id="rId16" imgW="4316095" imgH="850265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7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5445125"/>
                        <a:ext cx="4318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5127" grpId="0"/>
      <p:bldP spid="5128" grpId="0"/>
      <p:bldP spid="5129" grpId="0"/>
      <p:bldP spid="5131" grpId="0"/>
      <p:bldP spid="5133" grpId="0"/>
      <p:bldP spid="5134" grpId="0"/>
      <p:bldP spid="5135" grpId="0"/>
      <p:bldP spid="5137" grpId="0"/>
      <p:bldP spid="5138" grpId="0"/>
      <p:bldP spid="51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对象 6145"/>
          <p:cNvGraphicFramePr>
            <a:graphicFrameLocks noChangeAspect="1"/>
          </p:cNvGraphicFramePr>
          <p:nvPr/>
        </p:nvGraphicFramePr>
        <p:xfrm>
          <a:off x="669925" y="622300"/>
          <a:ext cx="3352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r:id="rId3" imgW="3351530" imgH="444500" progId="Equation.3">
                  <p:embed/>
                </p:oleObj>
              </mc:Choice>
              <mc:Fallback>
                <p:oleObj r:id="rId3" imgW="3351530" imgH="4445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9925" y="622300"/>
                        <a:ext cx="33528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文本框 6146"/>
          <p:cNvSpPr txBox="1"/>
          <p:nvPr/>
        </p:nvSpPr>
        <p:spPr>
          <a:xfrm>
            <a:off x="4038600" y="547688"/>
            <a:ext cx="1600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则定义</a:t>
            </a:r>
          </a:p>
        </p:txBody>
      </p:sp>
      <p:graphicFrame>
        <p:nvGraphicFramePr>
          <p:cNvPr id="6148" name="对象 6147"/>
          <p:cNvGraphicFramePr>
            <a:graphicFrameLocks noChangeAspect="1"/>
          </p:cNvGraphicFramePr>
          <p:nvPr/>
        </p:nvGraphicFramePr>
        <p:xfrm>
          <a:off x="1212850" y="1282700"/>
          <a:ext cx="1968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r:id="rId5" imgW="1967865" imgH="799465" progId="Equation.3">
                  <p:embed/>
                </p:oleObj>
              </mc:Choice>
              <mc:Fallback>
                <p:oleObj r:id="rId5" imgW="1967865" imgH="79946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212850" y="1282700"/>
                        <a:ext cx="19685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对象 6148"/>
          <p:cNvGraphicFramePr>
            <a:graphicFrameLocks noChangeAspect="1"/>
          </p:cNvGraphicFramePr>
          <p:nvPr/>
        </p:nvGraphicFramePr>
        <p:xfrm>
          <a:off x="3117850" y="1282700"/>
          <a:ext cx="2311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r:id="rId7" imgW="2310130" imgH="850265" progId="Equation.3">
                  <p:embed/>
                </p:oleObj>
              </mc:Choice>
              <mc:Fallback>
                <p:oleObj r:id="rId7" imgW="2310130" imgH="850265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17850" y="1282700"/>
                        <a:ext cx="23114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对象 6149"/>
          <p:cNvGraphicFramePr>
            <a:graphicFrameLocks noChangeAspect="1"/>
          </p:cNvGraphicFramePr>
          <p:nvPr/>
        </p:nvGraphicFramePr>
        <p:xfrm>
          <a:off x="5467350" y="1282700"/>
          <a:ext cx="2552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r:id="rId9" imgW="2551430" imgH="850265" progId="Equation.3">
                  <p:embed/>
                </p:oleObj>
              </mc:Choice>
              <mc:Fallback>
                <p:oleObj r:id="rId9" imgW="2551430" imgH="850265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67350" y="1282700"/>
                        <a:ext cx="25527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文本框 6150"/>
          <p:cNvSpPr txBox="1"/>
          <p:nvPr/>
        </p:nvSpPr>
        <p:spPr>
          <a:xfrm>
            <a:off x="2133600" y="2163763"/>
            <a:ext cx="3962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(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c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为任意取定的常数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)</a:t>
            </a:r>
          </a:p>
        </p:txBody>
      </p:sp>
      <p:sp>
        <p:nvSpPr>
          <p:cNvPr id="6152" name="文本框 6151"/>
          <p:cNvSpPr txBox="1"/>
          <p:nvPr/>
        </p:nvSpPr>
        <p:spPr>
          <a:xfrm>
            <a:off x="152400" y="2895600"/>
            <a:ext cx="487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只要有一个极限不存在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就称</a:t>
            </a:r>
          </a:p>
        </p:txBody>
      </p:sp>
      <p:graphicFrame>
        <p:nvGraphicFramePr>
          <p:cNvPr id="6153" name="对象 6152"/>
          <p:cNvGraphicFramePr>
            <a:graphicFrameLocks noChangeAspect="1"/>
          </p:cNvGraphicFramePr>
          <p:nvPr/>
        </p:nvGraphicFramePr>
        <p:xfrm>
          <a:off x="4876800" y="2794000"/>
          <a:ext cx="1676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r:id="rId11" imgW="1675765" imgH="799465" progId="Equation.3">
                  <p:embed/>
                </p:oleObj>
              </mc:Choice>
              <mc:Fallback>
                <p:oleObj r:id="rId11" imgW="1675765" imgH="79946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76800" y="2794000"/>
                        <a:ext cx="16764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文本框 6153"/>
          <p:cNvSpPr txBox="1"/>
          <p:nvPr/>
        </p:nvSpPr>
        <p:spPr>
          <a:xfrm>
            <a:off x="6553200" y="2909888"/>
            <a:ext cx="1371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发散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  <p:sp>
        <p:nvSpPr>
          <p:cNvPr id="6155" name="文本框 6154"/>
          <p:cNvSpPr txBox="1"/>
          <p:nvPr/>
        </p:nvSpPr>
        <p:spPr>
          <a:xfrm>
            <a:off x="539750" y="3671888"/>
            <a:ext cx="68516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无穷限的反常积分也称为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第一类反常积分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 </a:t>
            </a:r>
          </a:p>
        </p:txBody>
      </p:sp>
      <p:graphicFrame>
        <p:nvGraphicFramePr>
          <p:cNvPr id="6156" name="对象 6155"/>
          <p:cNvGraphicFramePr>
            <a:graphicFrameLocks noChangeAspect="1"/>
          </p:cNvGraphicFramePr>
          <p:nvPr/>
        </p:nvGraphicFramePr>
        <p:xfrm>
          <a:off x="4495800" y="4648200"/>
          <a:ext cx="1041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r:id="rId13" imgW="1040765" imgH="317500" progId="Equation.3">
                  <p:embed/>
                </p:oleObj>
              </mc:Choice>
              <mc:Fallback>
                <p:oleObj r:id="rId13" imgW="1040765" imgH="3175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95800" y="4648200"/>
                        <a:ext cx="10414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7" name="文本框 6156"/>
          <p:cNvSpPr txBox="1"/>
          <p:nvPr/>
        </p:nvSpPr>
        <p:spPr>
          <a:xfrm>
            <a:off x="5486400" y="4495800"/>
            <a:ext cx="2286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并非不定型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sp>
        <p:nvSpPr>
          <p:cNvPr id="6158" name="文本框 6157"/>
          <p:cNvSpPr txBox="1"/>
          <p:nvPr/>
        </p:nvSpPr>
        <p:spPr>
          <a:xfrm>
            <a:off x="539750" y="4495800"/>
            <a:ext cx="4191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说明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上述定义中若出现 </a:t>
            </a:r>
          </a:p>
        </p:txBody>
      </p:sp>
      <p:sp>
        <p:nvSpPr>
          <p:cNvPr id="6159" name="文本框 6158"/>
          <p:cNvSpPr txBox="1"/>
          <p:nvPr/>
        </p:nvSpPr>
        <p:spPr>
          <a:xfrm>
            <a:off x="1492250" y="5043488"/>
            <a:ext cx="40957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>
                <a:latin typeface="楷体_GB2312" pitchFamily="1" charset="-122"/>
                <a:ea typeface="楷体_GB2312" pitchFamily="1" charset="-122"/>
              </a:rPr>
              <a:t>它表明该反常积分发散 </a:t>
            </a:r>
            <a:r>
              <a:rPr lang="en-US" altLang="zh-CN" sz="2800">
                <a:latin typeface="楷体_GB2312" pitchFamily="1" charset="-122"/>
                <a:ea typeface="楷体_GB2312" pitchFamily="1" charset="-122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51" grpId="0"/>
      <p:bldP spid="6152" grpId="0"/>
      <p:bldP spid="6154" grpId="0"/>
      <p:bldP spid="6155" grpId="0"/>
      <p:bldP spid="6157" grpId="0"/>
      <p:bldP spid="6158" grpId="0"/>
      <p:bldP spid="61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对象 7169"/>
          <p:cNvGraphicFramePr>
            <a:graphicFrameLocks noChangeAspect="1"/>
          </p:cNvGraphicFramePr>
          <p:nvPr/>
        </p:nvGraphicFramePr>
        <p:xfrm>
          <a:off x="622300" y="698500"/>
          <a:ext cx="4025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" r:id="rId3" imgW="4023995" imgH="444500" progId="Equation.3">
                  <p:embed/>
                </p:oleObj>
              </mc:Choice>
              <mc:Fallback>
                <p:oleObj r:id="rId3" imgW="4023995" imgH="4445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2300" y="698500"/>
                        <a:ext cx="40259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文本框 7170"/>
          <p:cNvSpPr txBox="1"/>
          <p:nvPr/>
        </p:nvSpPr>
        <p:spPr>
          <a:xfrm>
            <a:off x="4648200" y="623888"/>
            <a:ext cx="2209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引入记号</a:t>
            </a:r>
          </a:p>
        </p:txBody>
      </p:sp>
      <p:graphicFrame>
        <p:nvGraphicFramePr>
          <p:cNvPr id="7172" name="对象 7171"/>
          <p:cNvGraphicFramePr>
            <a:graphicFrameLocks noChangeAspect="1"/>
          </p:cNvGraphicFramePr>
          <p:nvPr/>
        </p:nvGraphicFramePr>
        <p:xfrm>
          <a:off x="1143000" y="1295400"/>
          <a:ext cx="30861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r:id="rId5" imgW="3084830" imgH="660400" progId="Equation.3">
                  <p:embed/>
                </p:oleObj>
              </mc:Choice>
              <mc:Fallback>
                <p:oleObj r:id="rId5" imgW="3084830" imgH="6604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1295400"/>
                        <a:ext cx="3086100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对象 7172"/>
          <p:cNvGraphicFramePr>
            <a:graphicFrameLocks noChangeAspect="1"/>
          </p:cNvGraphicFramePr>
          <p:nvPr/>
        </p:nvGraphicFramePr>
        <p:xfrm>
          <a:off x="4572000" y="1320800"/>
          <a:ext cx="2921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2" r:id="rId7" imgW="2919730" imgH="660400" progId="Equation.3">
                  <p:embed/>
                </p:oleObj>
              </mc:Choice>
              <mc:Fallback>
                <p:oleObj r:id="rId7" imgW="2919730" imgH="6604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0" y="1320800"/>
                        <a:ext cx="2921000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文本框 7173"/>
          <p:cNvSpPr txBox="1"/>
          <p:nvPr/>
        </p:nvSpPr>
        <p:spPr>
          <a:xfrm>
            <a:off x="152400" y="1981200"/>
            <a:ext cx="6248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则有类似牛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–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莱公式的计算表达式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:</a:t>
            </a:r>
          </a:p>
        </p:txBody>
      </p:sp>
      <p:graphicFrame>
        <p:nvGraphicFramePr>
          <p:cNvPr id="7175" name="对象 7174"/>
          <p:cNvGraphicFramePr>
            <a:graphicFrameLocks noChangeAspect="1"/>
          </p:cNvGraphicFramePr>
          <p:nvPr/>
        </p:nvGraphicFramePr>
        <p:xfrm>
          <a:off x="1222375" y="2716213"/>
          <a:ext cx="1739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" r:id="rId9" imgW="1739265" imgH="799465" progId="Equation.3">
                  <p:embed/>
                </p:oleObj>
              </mc:Choice>
              <mc:Fallback>
                <p:oleObj r:id="rId9" imgW="1739265" imgH="799465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2375" y="2716213"/>
                        <a:ext cx="17399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对象 7175"/>
          <p:cNvGraphicFramePr>
            <a:graphicFrameLocks noChangeAspect="1"/>
          </p:cNvGraphicFramePr>
          <p:nvPr/>
        </p:nvGraphicFramePr>
        <p:xfrm>
          <a:off x="2971800" y="2922588"/>
          <a:ext cx="104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r:id="rId11" imgW="1040765" imgH="406400" progId="Equation.3">
                  <p:embed/>
                </p:oleObj>
              </mc:Choice>
              <mc:Fallback>
                <p:oleObj r:id="rId11" imgW="1040765" imgH="4064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71800" y="2922588"/>
                        <a:ext cx="1041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直接连接符 7176"/>
          <p:cNvSpPr/>
          <p:nvPr/>
        </p:nvSpPr>
        <p:spPr>
          <a:xfrm>
            <a:off x="4038600" y="2671763"/>
            <a:ext cx="0" cy="8397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78" name="对象 7177"/>
          <p:cNvGraphicFramePr>
            <a:graphicFrameLocks noChangeAspect="1"/>
          </p:cNvGraphicFramePr>
          <p:nvPr/>
        </p:nvGraphicFramePr>
        <p:xfrm>
          <a:off x="4148138" y="2738438"/>
          <a:ext cx="571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r:id="rId13" imgW="571500" imgH="774700" progId="Equation.3">
                  <p:embed/>
                </p:oleObj>
              </mc:Choice>
              <mc:Fallback>
                <p:oleObj r:id="rId13" imgW="571500" imgH="7747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48138" y="2738438"/>
                        <a:ext cx="571500" cy="77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对象 7178"/>
          <p:cNvGraphicFramePr>
            <a:graphicFrameLocks noChangeAspect="1"/>
          </p:cNvGraphicFramePr>
          <p:nvPr/>
        </p:nvGraphicFramePr>
        <p:xfrm>
          <a:off x="4756150" y="2922588"/>
          <a:ext cx="237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6" r:id="rId15" imgW="2372995" imgH="405765" progId="Equation.3">
                  <p:embed/>
                </p:oleObj>
              </mc:Choice>
              <mc:Fallback>
                <p:oleObj r:id="rId15" imgW="2372995" imgH="40576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56150" y="2922588"/>
                        <a:ext cx="23749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对象 7179"/>
          <p:cNvGraphicFramePr>
            <a:graphicFrameLocks noChangeAspect="1"/>
          </p:cNvGraphicFramePr>
          <p:nvPr/>
        </p:nvGraphicFramePr>
        <p:xfrm>
          <a:off x="1222375" y="3856038"/>
          <a:ext cx="1676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r:id="rId17" imgW="1675765" imgH="799465" progId="Equation.3">
                  <p:embed/>
                </p:oleObj>
              </mc:Choice>
              <mc:Fallback>
                <p:oleObj r:id="rId17" imgW="1675765" imgH="799465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22375" y="3856038"/>
                        <a:ext cx="16764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对象 7180"/>
          <p:cNvGraphicFramePr>
            <a:graphicFrameLocks noChangeAspect="1"/>
          </p:cNvGraphicFramePr>
          <p:nvPr/>
        </p:nvGraphicFramePr>
        <p:xfrm>
          <a:off x="2982913" y="4059238"/>
          <a:ext cx="104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r:id="rId19" imgW="1040765" imgH="406400" progId="Equation.3">
                  <p:embed/>
                </p:oleObj>
              </mc:Choice>
              <mc:Fallback>
                <p:oleObj r:id="rId19" imgW="1040765" imgH="4064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82913" y="4059238"/>
                        <a:ext cx="1041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直接连接符 7181"/>
          <p:cNvSpPr/>
          <p:nvPr/>
        </p:nvSpPr>
        <p:spPr>
          <a:xfrm>
            <a:off x="4049713" y="3808413"/>
            <a:ext cx="0" cy="8397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83" name="对象 7182"/>
          <p:cNvGraphicFramePr>
            <a:graphicFrameLocks noChangeAspect="1"/>
          </p:cNvGraphicFramePr>
          <p:nvPr/>
        </p:nvGraphicFramePr>
        <p:xfrm>
          <a:off x="4165600" y="3856038"/>
          <a:ext cx="558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r:id="rId20" imgW="558800" imgH="812800" progId="Equation.3">
                  <p:embed/>
                </p:oleObj>
              </mc:Choice>
              <mc:Fallback>
                <p:oleObj r:id="rId20" imgW="558800" imgH="8128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1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65600" y="3856038"/>
                        <a:ext cx="558800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对象 7183"/>
          <p:cNvGraphicFramePr>
            <a:graphicFrameLocks noChangeAspect="1"/>
          </p:cNvGraphicFramePr>
          <p:nvPr/>
        </p:nvGraphicFramePr>
        <p:xfrm>
          <a:off x="4773613" y="4059238"/>
          <a:ext cx="236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0" r:id="rId22" imgW="2360295" imgH="405765" progId="Equation.3">
                  <p:embed/>
                </p:oleObj>
              </mc:Choice>
              <mc:Fallback>
                <p:oleObj r:id="rId22" imgW="2360295" imgH="405765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773613" y="4059238"/>
                        <a:ext cx="23622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5" name="对象 7184"/>
          <p:cNvGraphicFramePr>
            <a:graphicFrameLocks noChangeAspect="1"/>
          </p:cNvGraphicFramePr>
          <p:nvPr/>
        </p:nvGraphicFramePr>
        <p:xfrm>
          <a:off x="1222375" y="4911725"/>
          <a:ext cx="1676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1" r:id="rId24" imgW="1675765" imgH="799465" progId="Equation.3">
                  <p:embed/>
                </p:oleObj>
              </mc:Choice>
              <mc:Fallback>
                <p:oleObj r:id="rId24" imgW="1675765" imgH="79946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22375" y="4911725"/>
                        <a:ext cx="16764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对象 7185"/>
          <p:cNvGraphicFramePr>
            <a:graphicFrameLocks noChangeAspect="1"/>
          </p:cNvGraphicFramePr>
          <p:nvPr/>
        </p:nvGraphicFramePr>
        <p:xfrm>
          <a:off x="2982913" y="5126038"/>
          <a:ext cx="104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r:id="rId26" imgW="1040765" imgH="406400" progId="Equation.3">
                  <p:embed/>
                </p:oleObj>
              </mc:Choice>
              <mc:Fallback>
                <p:oleObj r:id="rId26" imgW="1040765" imgH="4064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82913" y="5126038"/>
                        <a:ext cx="1041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7" name="直接连接符 7186"/>
          <p:cNvSpPr/>
          <p:nvPr/>
        </p:nvSpPr>
        <p:spPr>
          <a:xfrm>
            <a:off x="4049713" y="4875213"/>
            <a:ext cx="0" cy="8397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88" name="对象 7187"/>
          <p:cNvGraphicFramePr>
            <a:graphicFrameLocks noChangeAspect="1"/>
          </p:cNvGraphicFramePr>
          <p:nvPr/>
        </p:nvGraphicFramePr>
        <p:xfrm>
          <a:off x="4152900" y="4962525"/>
          <a:ext cx="5715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" r:id="rId27" imgW="571500" imgH="749300" progId="Equation.3">
                  <p:embed/>
                </p:oleObj>
              </mc:Choice>
              <mc:Fallback>
                <p:oleObj r:id="rId27" imgW="571500" imgH="7493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52900" y="4962525"/>
                        <a:ext cx="571500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" name="对象 7188"/>
          <p:cNvGraphicFramePr>
            <a:graphicFrameLocks noChangeAspect="1"/>
          </p:cNvGraphicFramePr>
          <p:nvPr/>
        </p:nvGraphicFramePr>
        <p:xfrm>
          <a:off x="4737100" y="5126038"/>
          <a:ext cx="265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r:id="rId29" imgW="2651760" imgH="405765" progId="Equation.3">
                  <p:embed/>
                </p:oleObj>
              </mc:Choice>
              <mc:Fallback>
                <p:oleObj r:id="rId29" imgW="2651760" imgH="40576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737100" y="5126038"/>
                        <a:ext cx="26543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323850" y="476250"/>
            <a:ext cx="3676650" cy="765175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</a:rPr>
              <a:t>例</a:t>
            </a:r>
            <a:r>
              <a:rPr lang="en-US" altLang="zh-CN" sz="2800" b="1">
                <a:ea typeface="楷体_GB2312" pitchFamily="1" charset="-122"/>
              </a:rPr>
              <a:t>1.</a:t>
            </a:r>
            <a:r>
              <a:rPr lang="en-US" altLang="zh-CN" sz="2800">
                <a:ea typeface="楷体_GB2312" pitchFamily="1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计算反常积分</a:t>
            </a:r>
            <a:endParaRPr lang="zh-CN" altLang="en-US" sz="2800">
              <a:ea typeface="楷体_GB2312" pitchFamily="1" charset="-122"/>
            </a:endParaRPr>
          </a:p>
        </p:txBody>
      </p:sp>
      <p:graphicFrame>
        <p:nvGraphicFramePr>
          <p:cNvPr id="8195" name="对象 8194"/>
          <p:cNvGraphicFramePr>
            <a:graphicFrameLocks noChangeAspect="1"/>
          </p:cNvGraphicFramePr>
          <p:nvPr/>
        </p:nvGraphicFramePr>
        <p:xfrm>
          <a:off x="3473450" y="377825"/>
          <a:ext cx="1511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r:id="rId3" imgW="1511300" imgH="889000" progId="Equation.3">
                  <p:embed/>
                </p:oleObj>
              </mc:Choice>
              <mc:Fallback>
                <p:oleObj r:id="rId3" imgW="1511300" imgH="8890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73450" y="377825"/>
                        <a:ext cx="15113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文本框 8195"/>
          <p:cNvSpPr txBox="1"/>
          <p:nvPr/>
        </p:nvSpPr>
        <p:spPr>
          <a:xfrm>
            <a:off x="539750" y="1423988"/>
            <a:ext cx="9969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解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</a:p>
        </p:txBody>
      </p:sp>
      <p:graphicFrame>
        <p:nvGraphicFramePr>
          <p:cNvPr id="8197" name="对象 8196"/>
          <p:cNvGraphicFramePr>
            <a:graphicFrameLocks noChangeAspect="1"/>
          </p:cNvGraphicFramePr>
          <p:nvPr/>
        </p:nvGraphicFramePr>
        <p:xfrm>
          <a:off x="1276350" y="1289050"/>
          <a:ext cx="1422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r:id="rId5" imgW="1423035" imgH="889635" progId="Equation.3">
                  <p:embed/>
                </p:oleObj>
              </mc:Choice>
              <mc:Fallback>
                <p:oleObj r:id="rId5" imgW="1423035" imgH="889635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276350" y="1289050"/>
                        <a:ext cx="14224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对象 8197"/>
          <p:cNvGraphicFramePr>
            <a:graphicFrameLocks noChangeAspect="1"/>
          </p:cNvGraphicFramePr>
          <p:nvPr/>
        </p:nvGraphicFramePr>
        <p:xfrm>
          <a:off x="2743200" y="1333500"/>
          <a:ext cx="2171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r:id="rId7" imgW="2171700" imgH="685800" progId="Equation.3">
                  <p:embed/>
                </p:oleObj>
              </mc:Choice>
              <mc:Fallback>
                <p:oleObj r:id="rId7" imgW="2171700" imgH="6858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3200" y="1333500"/>
                        <a:ext cx="21717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对象 8198"/>
          <p:cNvGraphicFramePr>
            <a:graphicFrameLocks noChangeAspect="1"/>
          </p:cNvGraphicFramePr>
          <p:nvPr/>
        </p:nvGraphicFramePr>
        <p:xfrm>
          <a:off x="3365500" y="2057400"/>
          <a:ext cx="1054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7" r:id="rId9" imgW="1054100" imgH="850900" progId="Equation.3">
                  <p:embed/>
                </p:oleObj>
              </mc:Choice>
              <mc:Fallback>
                <p:oleObj r:id="rId9" imgW="1054100" imgH="8509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65500" y="2057400"/>
                        <a:ext cx="10541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对象 8199"/>
          <p:cNvGraphicFramePr>
            <a:graphicFrameLocks noChangeAspect="1"/>
          </p:cNvGraphicFramePr>
          <p:nvPr/>
        </p:nvGraphicFramePr>
        <p:xfrm>
          <a:off x="2743200" y="2062163"/>
          <a:ext cx="571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" r:id="rId11" imgW="571500" imgH="850900" progId="Equation.3">
                  <p:embed/>
                </p:oleObj>
              </mc:Choice>
              <mc:Fallback>
                <p:oleObj r:id="rId11" imgW="571500" imgH="8509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43200" y="2062163"/>
                        <a:ext cx="5715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对象 8200"/>
          <p:cNvGraphicFramePr>
            <a:graphicFrameLocks noChangeAspect="1"/>
          </p:cNvGraphicFramePr>
          <p:nvPr/>
        </p:nvGraphicFramePr>
        <p:xfrm>
          <a:off x="4495800" y="2386013"/>
          <a:ext cx="546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" r:id="rId13" imgW="546100" imgH="241300" progId="Equation.3">
                  <p:embed/>
                </p:oleObj>
              </mc:Choice>
              <mc:Fallback>
                <p:oleObj r:id="rId13" imgW="546100" imgH="2413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95800" y="2386013"/>
                        <a:ext cx="5461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2" name="组合 8201"/>
          <p:cNvGrpSpPr/>
          <p:nvPr/>
        </p:nvGrpSpPr>
        <p:grpSpPr>
          <a:xfrm>
            <a:off x="5740400" y="1295400"/>
            <a:ext cx="2946400" cy="1447800"/>
            <a:chOff x="0" y="0"/>
            <a:chExt cx="1856" cy="912"/>
          </a:xfrm>
        </p:grpSpPr>
        <p:graphicFrame>
          <p:nvGraphicFramePr>
            <p:cNvPr id="8203" name="对象 8202"/>
            <p:cNvGraphicFramePr>
              <a:graphicFrameLocks noChangeAspect="1"/>
            </p:cNvGraphicFramePr>
            <p:nvPr/>
          </p:nvGraphicFramePr>
          <p:xfrm>
            <a:off x="0" y="0"/>
            <a:ext cx="1836" cy="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0" r:id="rId15" imgW="2914650" imgH="1381125" progId="Paint.Picture">
                    <p:embed/>
                  </p:oleObj>
                </mc:Choice>
                <mc:Fallback>
                  <p:oleObj r:id="rId15" imgW="2914650" imgH="1381125" progId="Paint.Picture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836" cy="87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4" name="对象 8203"/>
            <p:cNvGraphicFramePr>
              <a:graphicFrameLocks noChangeAspect="1"/>
            </p:cNvGraphicFramePr>
            <p:nvPr/>
          </p:nvGraphicFramePr>
          <p:xfrm>
            <a:off x="1712" y="760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1" r:id="rId17" imgW="228600" imgH="241300" progId="Equation.3">
                    <p:embed/>
                  </p:oleObj>
                </mc:Choice>
                <mc:Fallback>
                  <p:oleObj r:id="rId17" imgW="228600" imgH="2413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712" y="760"/>
                          <a:ext cx="144" cy="15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5" name="对象 8204"/>
            <p:cNvGraphicFramePr>
              <a:graphicFrameLocks noChangeAspect="1"/>
            </p:cNvGraphicFramePr>
            <p:nvPr/>
          </p:nvGraphicFramePr>
          <p:xfrm>
            <a:off x="672" y="76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2" r:id="rId19" imgW="215900" imgH="241300" progId="Equation.3">
                    <p:embed/>
                  </p:oleObj>
                </mc:Choice>
                <mc:Fallback>
                  <p:oleObj r:id="rId19" imgW="215900" imgH="2413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72" y="760"/>
                          <a:ext cx="136" cy="15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6" name="对象 8205"/>
            <p:cNvGraphicFramePr>
              <a:graphicFrameLocks noChangeAspect="1"/>
            </p:cNvGraphicFramePr>
            <p:nvPr/>
          </p:nvGraphicFramePr>
          <p:xfrm>
            <a:off x="665" y="0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3" r:id="rId21" imgW="241300" imgH="317500" progId="Equation.3">
                    <p:embed/>
                  </p:oleObj>
                </mc:Choice>
                <mc:Fallback>
                  <p:oleObj r:id="rId21" imgW="241300" imgH="3175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65" y="0"/>
                          <a:ext cx="152" cy="2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7" name="对象 8206"/>
            <p:cNvGraphicFramePr>
              <a:graphicFrameLocks noChangeAspect="1"/>
            </p:cNvGraphicFramePr>
            <p:nvPr/>
          </p:nvGraphicFramePr>
          <p:xfrm>
            <a:off x="944" y="48"/>
            <a:ext cx="73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4" r:id="rId23" imgW="1169035" imgH="609600" progId="Equation.3">
                    <p:embed/>
                  </p:oleObj>
                </mc:Choice>
                <mc:Fallback>
                  <p:oleObj r:id="rId23" imgW="1169035" imgH="6096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944" y="48"/>
                          <a:ext cx="736" cy="38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8" name="直接连接符 8207"/>
            <p:cNvSpPr/>
            <p:nvPr/>
          </p:nvSpPr>
          <p:spPr>
            <a:xfrm>
              <a:off x="0" y="720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09" name="直接连接符 8208"/>
            <p:cNvSpPr/>
            <p:nvPr/>
          </p:nvSpPr>
          <p:spPr>
            <a:xfrm flipV="1">
              <a:off x="842" y="0"/>
              <a:ext cx="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8210" name="文本框 8209"/>
          <p:cNvSpPr txBox="1"/>
          <p:nvPr/>
        </p:nvSpPr>
        <p:spPr>
          <a:xfrm>
            <a:off x="539750" y="3152775"/>
            <a:ext cx="11096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思考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 </a:t>
            </a:r>
          </a:p>
        </p:txBody>
      </p:sp>
      <p:graphicFrame>
        <p:nvGraphicFramePr>
          <p:cNvPr id="8211" name="对象 8210"/>
          <p:cNvGraphicFramePr>
            <a:graphicFrameLocks noChangeAspect="1"/>
          </p:cNvGraphicFramePr>
          <p:nvPr/>
        </p:nvGraphicFramePr>
        <p:xfrm>
          <a:off x="1638300" y="2965450"/>
          <a:ext cx="3035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r:id="rId25" imgW="3035300" imgH="889000" progId="Equation.3">
                  <p:embed/>
                </p:oleObj>
              </mc:Choice>
              <mc:Fallback>
                <p:oleObj r:id="rId25" imgW="3035300" imgH="8890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38300" y="2965450"/>
                        <a:ext cx="30353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" name="文本框 8211"/>
          <p:cNvSpPr txBox="1"/>
          <p:nvPr/>
        </p:nvSpPr>
        <p:spPr>
          <a:xfrm>
            <a:off x="539750" y="4129088"/>
            <a:ext cx="10207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分析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</a:p>
        </p:txBody>
      </p:sp>
      <p:graphicFrame>
        <p:nvGraphicFramePr>
          <p:cNvPr id="8213" name="对象 8212"/>
          <p:cNvGraphicFramePr>
            <a:graphicFrameLocks noChangeAspect="1"/>
          </p:cNvGraphicFramePr>
          <p:nvPr/>
        </p:nvGraphicFramePr>
        <p:xfrm>
          <a:off x="1612900" y="3867150"/>
          <a:ext cx="39370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6" r:id="rId27" imgW="3937000" imgH="1104900" progId="Equation.3">
                  <p:embed/>
                </p:oleObj>
              </mc:Choice>
              <mc:Fallback>
                <p:oleObj r:id="rId27" imgW="3937000" imgH="11049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12900" y="3867150"/>
                        <a:ext cx="3937000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文本框 8213"/>
          <p:cNvSpPr txBox="1"/>
          <p:nvPr/>
        </p:nvSpPr>
        <p:spPr>
          <a:xfrm>
            <a:off x="5638800" y="4129088"/>
            <a:ext cx="217011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原积分发散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!</a:t>
            </a:r>
          </a:p>
        </p:txBody>
      </p:sp>
      <p:grpSp>
        <p:nvGrpSpPr>
          <p:cNvPr id="8215" name="组合 8214"/>
          <p:cNvGrpSpPr/>
          <p:nvPr/>
        </p:nvGrpSpPr>
        <p:grpSpPr>
          <a:xfrm>
            <a:off x="3048000" y="3124200"/>
            <a:ext cx="304800" cy="533400"/>
            <a:chOff x="0" y="0"/>
            <a:chExt cx="192" cy="336"/>
          </a:xfrm>
        </p:grpSpPr>
        <p:sp>
          <p:nvSpPr>
            <p:cNvPr id="8216" name="直接连接符 8215"/>
            <p:cNvSpPr/>
            <p:nvPr/>
          </p:nvSpPr>
          <p:spPr>
            <a:xfrm flipH="1">
              <a:off x="0" y="0"/>
              <a:ext cx="192" cy="33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7" name="直接连接符 8216"/>
            <p:cNvSpPr/>
            <p:nvPr/>
          </p:nvSpPr>
          <p:spPr>
            <a:xfrm>
              <a:off x="0" y="0"/>
              <a:ext cx="192" cy="33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218" name="文本框 8217"/>
          <p:cNvSpPr txBox="1"/>
          <p:nvPr/>
        </p:nvSpPr>
        <p:spPr>
          <a:xfrm>
            <a:off x="533400" y="5029200"/>
            <a:ext cx="76850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注意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对反常积分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只有在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收敛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的条件下才能使用</a:t>
            </a:r>
          </a:p>
        </p:txBody>
      </p:sp>
      <p:sp>
        <p:nvSpPr>
          <p:cNvPr id="8219" name="文本框 8218"/>
          <p:cNvSpPr txBox="1"/>
          <p:nvPr/>
        </p:nvSpPr>
        <p:spPr>
          <a:xfrm>
            <a:off x="1447800" y="5576888"/>
            <a:ext cx="3254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“偶倍奇零” 的性质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</a:p>
        </p:txBody>
      </p:sp>
      <p:sp>
        <p:nvSpPr>
          <p:cNvPr id="8220" name="文本框 8219"/>
          <p:cNvSpPr txBox="1"/>
          <p:nvPr/>
        </p:nvSpPr>
        <p:spPr>
          <a:xfrm>
            <a:off x="4984750" y="5548630"/>
            <a:ext cx="33655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否则会出现错误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210" grpId="0" build="p"/>
      <p:bldP spid="8212" grpId="0" build="p"/>
      <p:bldP spid="8214" grpId="0" build="p"/>
      <p:bldP spid="8218" grpId="0" build="p"/>
      <p:bldP spid="8219" grpId="0" build="p" advAuto="1000"/>
      <p:bldP spid="822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9217"/>
          <p:cNvSpPr>
            <a:spLocks noGrp="1"/>
          </p:cNvSpPr>
          <p:nvPr>
            <p:ph type="title"/>
          </p:nvPr>
        </p:nvSpPr>
        <p:spPr>
          <a:xfrm>
            <a:off x="0" y="404813"/>
            <a:ext cx="4741863" cy="763587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</a:rPr>
              <a:t>例</a:t>
            </a:r>
            <a:r>
              <a:rPr lang="en-US" altLang="zh-CN" sz="2800" b="1">
                <a:ea typeface="楷体_GB2312" pitchFamily="1" charset="-122"/>
              </a:rPr>
              <a:t>2.</a:t>
            </a:r>
            <a:r>
              <a:rPr lang="en-US" altLang="zh-CN" sz="2800">
                <a:ea typeface="楷体_GB2312" pitchFamily="1" charset="-122"/>
              </a:rPr>
              <a:t> 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证明第一类 </a:t>
            </a:r>
            <a:r>
              <a:rPr lang="en-US" altLang="zh-CN" sz="2800" i="1">
                <a:ea typeface="楷体_GB2312" pitchFamily="1" charset="-122"/>
              </a:rPr>
              <a:t>p</a:t>
            </a:r>
            <a:r>
              <a:rPr lang="en-US" altLang="zh-CN" sz="2800">
                <a:solidFill>
                  <a:schemeClr val="tx1"/>
                </a:solidFill>
                <a:ea typeface="楷体_GB2312" pitchFamily="1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积分</a:t>
            </a:r>
            <a:endParaRPr lang="zh-CN" altLang="en-US" sz="2800">
              <a:ea typeface="楷体_GB2312" pitchFamily="1" charset="-122"/>
            </a:endParaRPr>
          </a:p>
        </p:txBody>
      </p:sp>
      <p:graphicFrame>
        <p:nvGraphicFramePr>
          <p:cNvPr id="9219" name="对象 9218"/>
          <p:cNvGraphicFramePr>
            <a:graphicFrameLocks noChangeAspect="1"/>
          </p:cNvGraphicFramePr>
          <p:nvPr/>
        </p:nvGraphicFramePr>
        <p:xfrm>
          <a:off x="4124960" y="377825"/>
          <a:ext cx="1066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3" r:id="rId3" imgW="1067435" imgH="889635" progId="Equation.3">
                  <p:embed/>
                </p:oleObj>
              </mc:Choice>
              <mc:Fallback>
                <p:oleObj r:id="rId3" imgW="1067435" imgH="889635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24960" y="377825"/>
                        <a:ext cx="10668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文本框 9219"/>
          <p:cNvSpPr txBox="1"/>
          <p:nvPr/>
        </p:nvSpPr>
        <p:spPr>
          <a:xfrm>
            <a:off x="539750" y="16002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证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p =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时有 </a:t>
            </a:r>
          </a:p>
        </p:txBody>
      </p:sp>
      <p:graphicFrame>
        <p:nvGraphicFramePr>
          <p:cNvPr id="9221" name="对象 9220"/>
          <p:cNvGraphicFramePr>
            <a:graphicFrameLocks noChangeAspect="1"/>
          </p:cNvGraphicFramePr>
          <p:nvPr/>
        </p:nvGraphicFramePr>
        <p:xfrm>
          <a:off x="1746250" y="2120900"/>
          <a:ext cx="990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r:id="rId5" imgW="990600" imgH="850900" progId="Equation.3">
                  <p:embed/>
                </p:oleObj>
              </mc:Choice>
              <mc:Fallback>
                <p:oleObj r:id="rId5" imgW="990600" imgH="8509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46250" y="2120900"/>
                        <a:ext cx="990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对象 9221"/>
          <p:cNvGraphicFramePr>
            <a:graphicFrameLocks noChangeAspect="1"/>
          </p:cNvGraphicFramePr>
          <p:nvPr/>
        </p:nvGraphicFramePr>
        <p:xfrm>
          <a:off x="2882900" y="2247900"/>
          <a:ext cx="1612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r:id="rId7" imgW="1612900" imgH="647700" progId="Equation.3">
                  <p:embed/>
                </p:oleObj>
              </mc:Choice>
              <mc:Fallback>
                <p:oleObj r:id="rId7" imgW="1612900" imgH="6477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2900" y="2247900"/>
                        <a:ext cx="1612900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对象 9222"/>
          <p:cNvGraphicFramePr>
            <a:graphicFrameLocks noChangeAspect="1"/>
          </p:cNvGraphicFramePr>
          <p:nvPr/>
        </p:nvGraphicFramePr>
        <p:xfrm>
          <a:off x="4622800" y="2438400"/>
          <a:ext cx="787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r:id="rId9" imgW="787400" imgH="241300" progId="Equation.3">
                  <p:embed/>
                </p:oleObj>
              </mc:Choice>
              <mc:Fallback>
                <p:oleObj r:id="rId9" imgW="787400" imgH="2413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22800" y="2438400"/>
                        <a:ext cx="7874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对象 9223"/>
          <p:cNvGraphicFramePr>
            <a:graphicFrameLocks noChangeAspect="1"/>
          </p:cNvGraphicFramePr>
          <p:nvPr/>
        </p:nvGraphicFramePr>
        <p:xfrm>
          <a:off x="1765300" y="3587750"/>
          <a:ext cx="107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r:id="rId11" imgW="1080135" imgH="889635" progId="Equation.3">
                  <p:embed/>
                </p:oleObj>
              </mc:Choice>
              <mc:Fallback>
                <p:oleObj r:id="rId11" imgW="1080135" imgH="889635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65300" y="3587750"/>
                        <a:ext cx="10795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对象 9224"/>
          <p:cNvGraphicFramePr>
            <a:graphicFrameLocks noChangeAspect="1"/>
          </p:cNvGraphicFramePr>
          <p:nvPr/>
        </p:nvGraphicFramePr>
        <p:xfrm>
          <a:off x="2895600" y="3517900"/>
          <a:ext cx="19431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8" r:id="rId13" imgW="1943100" imgH="1054100" progId="Equation.3">
                  <p:embed/>
                </p:oleObj>
              </mc:Choice>
              <mc:Fallback>
                <p:oleObj r:id="rId13" imgW="1943100" imgH="10541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95600" y="3517900"/>
                        <a:ext cx="194310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对象 9225"/>
          <p:cNvGraphicFramePr>
            <a:graphicFrameLocks noChangeAspect="1"/>
          </p:cNvGraphicFramePr>
          <p:nvPr/>
        </p:nvGraphicFramePr>
        <p:xfrm>
          <a:off x="4894263" y="3441700"/>
          <a:ext cx="820737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" r:id="rId15" imgW="304800" imgH="457200" progId="Equation.3">
                  <p:embed/>
                </p:oleObj>
              </mc:Choice>
              <mc:Fallback>
                <p:oleObj r:id="rId15" imgW="304800" imgH="4572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94263" y="3441700"/>
                        <a:ext cx="820737" cy="1236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文本框 9226"/>
          <p:cNvSpPr txBox="1"/>
          <p:nvPr/>
        </p:nvSpPr>
        <p:spPr>
          <a:xfrm>
            <a:off x="539750" y="3048000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p ≠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时有 </a:t>
            </a:r>
          </a:p>
        </p:txBody>
      </p:sp>
      <p:graphicFrame>
        <p:nvGraphicFramePr>
          <p:cNvPr id="9228" name="对象 9227"/>
          <p:cNvGraphicFramePr>
            <a:graphicFrameLocks noChangeAspect="1"/>
          </p:cNvGraphicFramePr>
          <p:nvPr/>
        </p:nvGraphicFramePr>
        <p:xfrm>
          <a:off x="7027863" y="3429000"/>
          <a:ext cx="74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" r:id="rId17" imgW="749300" imgH="393700" progId="Equation.3">
                  <p:embed/>
                </p:oleObj>
              </mc:Choice>
              <mc:Fallback>
                <p:oleObj r:id="rId17" imgW="749300" imgH="3937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27863" y="3429000"/>
                        <a:ext cx="749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对象 9228"/>
          <p:cNvGraphicFramePr>
            <a:graphicFrameLocks noChangeAspect="1"/>
          </p:cNvGraphicFramePr>
          <p:nvPr/>
        </p:nvGraphicFramePr>
        <p:xfrm>
          <a:off x="7010400" y="4203700"/>
          <a:ext cx="74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1" r:id="rId19" imgW="749300" imgH="393700" progId="Equation.3">
                  <p:embed/>
                </p:oleObj>
              </mc:Choice>
              <mc:Fallback>
                <p:oleObj r:id="rId19" imgW="749300" imgH="3937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10400" y="4203700"/>
                        <a:ext cx="749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对象 9229"/>
          <p:cNvGraphicFramePr>
            <a:graphicFrameLocks noChangeAspect="1"/>
          </p:cNvGraphicFramePr>
          <p:nvPr/>
        </p:nvGraphicFramePr>
        <p:xfrm>
          <a:off x="5562600" y="3898900"/>
          <a:ext cx="876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" r:id="rId21" imgW="876935" imgH="1016635" progId="Equation.3">
                  <p:embed/>
                </p:oleObj>
              </mc:Choice>
              <mc:Fallback>
                <p:oleObj r:id="rId21" imgW="876935" imgH="1016635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62600" y="3898900"/>
                        <a:ext cx="8763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文本框 9230"/>
          <p:cNvSpPr txBox="1"/>
          <p:nvPr/>
        </p:nvSpPr>
        <p:spPr>
          <a:xfrm>
            <a:off x="5260340" y="547370"/>
            <a:ext cx="365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p &gt;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时收敛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; 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p≤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 </a:t>
            </a:r>
          </a:p>
        </p:txBody>
      </p:sp>
      <p:sp>
        <p:nvSpPr>
          <p:cNvPr id="9232" name="文本框 9231"/>
          <p:cNvSpPr txBox="1"/>
          <p:nvPr/>
        </p:nvSpPr>
        <p:spPr>
          <a:xfrm>
            <a:off x="152400" y="1066800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时发散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  <a:endParaRPr lang="en-US" altLang="zh-CN" sz="2800" i="1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aphicFrame>
        <p:nvGraphicFramePr>
          <p:cNvPr id="9233" name="对象 9232"/>
          <p:cNvGraphicFramePr>
            <a:graphicFrameLocks noChangeAspect="1"/>
          </p:cNvGraphicFramePr>
          <p:nvPr/>
        </p:nvGraphicFramePr>
        <p:xfrm>
          <a:off x="5600700" y="3441700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r:id="rId23" imgW="723900" imgH="330200" progId="Equation.3">
                  <p:embed/>
                </p:oleObj>
              </mc:Choice>
              <mc:Fallback>
                <p:oleObj r:id="rId23" imgW="723900" imgH="3302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600700" y="3441700"/>
                        <a:ext cx="7239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4" name="文本框 9233"/>
          <p:cNvSpPr txBox="1"/>
          <p:nvPr/>
        </p:nvSpPr>
        <p:spPr>
          <a:xfrm>
            <a:off x="539750" y="5181600"/>
            <a:ext cx="6400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因此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p &gt;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反常积分收敛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其值为</a:t>
            </a:r>
          </a:p>
        </p:txBody>
      </p:sp>
      <p:graphicFrame>
        <p:nvGraphicFramePr>
          <p:cNvPr id="9235" name="对象 9234"/>
          <p:cNvGraphicFramePr>
            <a:graphicFrameLocks noChangeAspect="1"/>
          </p:cNvGraphicFramePr>
          <p:nvPr/>
        </p:nvGraphicFramePr>
        <p:xfrm>
          <a:off x="6858000" y="4927600"/>
          <a:ext cx="914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r:id="rId25" imgW="915035" imgH="1016635" progId="Equation.3">
                  <p:embed/>
                </p:oleObj>
              </mc:Choice>
              <mc:Fallback>
                <p:oleObj r:id="rId25" imgW="915035" imgH="101663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858000" y="4927600"/>
                        <a:ext cx="9144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文本框 9235"/>
          <p:cNvSpPr txBox="1"/>
          <p:nvPr/>
        </p:nvSpPr>
        <p:spPr>
          <a:xfrm>
            <a:off x="1485900" y="5791200"/>
            <a:ext cx="426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p≤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反常积分发散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7" grpId="0"/>
      <p:bldP spid="9234" grpId="0"/>
      <p:bldP spid="92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0241"/>
          <p:cNvSpPr>
            <a:spLocks noGrp="1"/>
          </p:cNvSpPr>
          <p:nvPr>
            <p:ph type="title"/>
          </p:nvPr>
        </p:nvSpPr>
        <p:spPr>
          <a:xfrm>
            <a:off x="533400" y="530225"/>
            <a:ext cx="5105400" cy="685800"/>
          </a:xfrm>
          <a:ln/>
        </p:spPr>
        <p:txBody>
          <a:bodyPr anchor="ctr"/>
          <a:lstStyle/>
          <a:p>
            <a:pPr algn="l"/>
            <a:r>
              <a:rPr lang="zh-CN" altLang="en-US" sz="3200" b="1">
                <a:ea typeface="楷体_GB2312" pitchFamily="1" charset="-122"/>
              </a:rPr>
              <a:t>二、无界函数的反常积分</a:t>
            </a:r>
          </a:p>
        </p:txBody>
      </p:sp>
      <p:sp>
        <p:nvSpPr>
          <p:cNvPr id="10243" name="文本框 10242"/>
          <p:cNvSpPr txBox="1"/>
          <p:nvPr/>
        </p:nvSpPr>
        <p:spPr>
          <a:xfrm>
            <a:off x="539750" y="1462088"/>
            <a:ext cx="21272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引例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曲线</a:t>
            </a:r>
          </a:p>
        </p:txBody>
      </p:sp>
      <p:graphicFrame>
        <p:nvGraphicFramePr>
          <p:cNvPr id="10244" name="对象 10243"/>
          <p:cNvGraphicFramePr>
            <a:graphicFrameLocks noChangeAspect="1"/>
          </p:cNvGraphicFramePr>
          <p:nvPr/>
        </p:nvGraphicFramePr>
        <p:xfrm>
          <a:off x="2349500" y="1295400"/>
          <a:ext cx="1079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r:id="rId3" imgW="1079500" imgH="863600" progId="Equation.3">
                  <p:embed/>
                </p:oleObj>
              </mc:Choice>
              <mc:Fallback>
                <p:oleObj r:id="rId3" imgW="1079500" imgH="8636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49500" y="1295400"/>
                        <a:ext cx="1079500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文本框 10244"/>
          <p:cNvSpPr txBox="1"/>
          <p:nvPr/>
        </p:nvSpPr>
        <p:spPr>
          <a:xfrm>
            <a:off x="7239000" y="1447800"/>
            <a:ext cx="1828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所围成的</a:t>
            </a:r>
          </a:p>
        </p:txBody>
      </p:sp>
      <p:graphicFrame>
        <p:nvGraphicFramePr>
          <p:cNvPr id="10246" name="对象 10245"/>
          <p:cNvGraphicFramePr>
            <a:graphicFrameLocks noChangeAspect="1"/>
          </p:cNvGraphicFramePr>
          <p:nvPr/>
        </p:nvGraphicFramePr>
        <p:xfrm>
          <a:off x="6477000" y="1600200"/>
          <a:ext cx="698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3" r:id="rId5" imgW="698500" imgH="317500" progId="Equation.3">
                  <p:embed/>
                </p:oleObj>
              </mc:Choice>
              <mc:Fallback>
                <p:oleObj r:id="rId5" imgW="698500" imgH="3175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77000" y="1600200"/>
                        <a:ext cx="6985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文本框 10246"/>
          <p:cNvSpPr txBox="1"/>
          <p:nvPr/>
        </p:nvSpPr>
        <p:spPr>
          <a:xfrm>
            <a:off x="3429000" y="1462088"/>
            <a:ext cx="3276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与</a:t>
            </a:r>
            <a:r>
              <a:rPr lang="zh-CN" altLang="en-US" sz="2800" i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x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轴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y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轴和直线</a:t>
            </a:r>
          </a:p>
        </p:txBody>
      </p:sp>
      <p:sp>
        <p:nvSpPr>
          <p:cNvPr id="10248" name="文本框 10247"/>
          <p:cNvSpPr txBox="1"/>
          <p:nvPr/>
        </p:nvSpPr>
        <p:spPr>
          <a:xfrm>
            <a:off x="152400" y="2133600"/>
            <a:ext cx="3886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开口曲边梯形的面积</a:t>
            </a:r>
          </a:p>
        </p:txBody>
      </p:sp>
      <p:sp>
        <p:nvSpPr>
          <p:cNvPr id="10249" name="文本框 10248"/>
          <p:cNvSpPr txBox="1"/>
          <p:nvPr/>
        </p:nvSpPr>
        <p:spPr>
          <a:xfrm>
            <a:off x="3352800" y="2139950"/>
            <a:ext cx="1600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可记作</a:t>
            </a:r>
          </a:p>
        </p:txBody>
      </p:sp>
      <p:graphicFrame>
        <p:nvGraphicFramePr>
          <p:cNvPr id="10250" name="对象 10249"/>
          <p:cNvGraphicFramePr>
            <a:graphicFrameLocks noChangeAspect="1"/>
          </p:cNvGraphicFramePr>
          <p:nvPr/>
        </p:nvGraphicFramePr>
        <p:xfrm>
          <a:off x="1854200" y="2717800"/>
          <a:ext cx="14351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4" r:id="rId7" imgW="1435100" imgH="863600" progId="Equation.3">
                  <p:embed/>
                </p:oleObj>
              </mc:Choice>
              <mc:Fallback>
                <p:oleObj r:id="rId7" imgW="1435100" imgH="8636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2717800"/>
                        <a:ext cx="1435100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文本框 10250"/>
          <p:cNvSpPr txBox="1"/>
          <p:nvPr/>
        </p:nvSpPr>
        <p:spPr>
          <a:xfrm>
            <a:off x="152400" y="3671888"/>
            <a:ext cx="3124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其含义可理解为 </a:t>
            </a:r>
          </a:p>
        </p:txBody>
      </p:sp>
      <p:graphicFrame>
        <p:nvGraphicFramePr>
          <p:cNvPr id="10252" name="对象 10251"/>
          <p:cNvGraphicFramePr>
            <a:graphicFrameLocks noChangeAspect="1"/>
          </p:cNvGraphicFramePr>
          <p:nvPr/>
        </p:nvGraphicFramePr>
        <p:xfrm>
          <a:off x="1035050" y="4197350"/>
          <a:ext cx="2273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5" r:id="rId9" imgW="2273300" imgH="939800" progId="Equation.3">
                  <p:embed/>
                </p:oleObj>
              </mc:Choice>
              <mc:Fallback>
                <p:oleObj r:id="rId9" imgW="2273300" imgH="9398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35050" y="4197350"/>
                        <a:ext cx="22733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对象 10252"/>
          <p:cNvGraphicFramePr>
            <a:graphicFrameLocks noChangeAspect="1"/>
          </p:cNvGraphicFramePr>
          <p:nvPr/>
        </p:nvGraphicFramePr>
        <p:xfrm>
          <a:off x="3333750" y="4267200"/>
          <a:ext cx="2095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6" r:id="rId11" imgW="2094865" imgH="901065" progId="Equation.3">
                  <p:embed/>
                </p:oleObj>
              </mc:Choice>
              <mc:Fallback>
                <p:oleObj r:id="rId11" imgW="2094865" imgH="901065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33750" y="4267200"/>
                        <a:ext cx="20955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对象 10253"/>
          <p:cNvGraphicFramePr>
            <a:graphicFrameLocks noChangeAspect="1"/>
          </p:cNvGraphicFramePr>
          <p:nvPr/>
        </p:nvGraphicFramePr>
        <p:xfrm>
          <a:off x="1371600" y="5257800"/>
          <a:ext cx="2451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7" r:id="rId13" imgW="2449830" imgH="761365" progId="Equation.3">
                  <p:embed/>
                </p:oleObj>
              </mc:Choice>
              <mc:Fallback>
                <p:oleObj r:id="rId13" imgW="2449830" imgH="761365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71600" y="5257800"/>
                        <a:ext cx="24511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对象 10254"/>
          <p:cNvGraphicFramePr>
            <a:graphicFrameLocks noChangeAspect="1"/>
          </p:cNvGraphicFramePr>
          <p:nvPr/>
        </p:nvGraphicFramePr>
        <p:xfrm>
          <a:off x="3898900" y="5334000"/>
          <a:ext cx="50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8" r:id="rId15" imgW="508000" imgH="304800" progId="Equation.3">
                  <p:embed/>
                </p:oleObj>
              </mc:Choice>
              <mc:Fallback>
                <p:oleObj r:id="rId15" imgW="508000" imgH="3048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98900" y="5334000"/>
                        <a:ext cx="5080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6" name="组合 10255"/>
          <p:cNvGrpSpPr>
            <a:grpSpLocks noChangeAspect="1"/>
          </p:cNvGrpSpPr>
          <p:nvPr/>
        </p:nvGrpSpPr>
        <p:grpSpPr>
          <a:xfrm>
            <a:off x="6172200" y="2133600"/>
            <a:ext cx="2794000" cy="3159125"/>
            <a:chOff x="0" y="0"/>
            <a:chExt cx="1760" cy="1990"/>
          </a:xfrm>
        </p:grpSpPr>
        <p:graphicFrame>
          <p:nvGraphicFramePr>
            <p:cNvPr id="10257" name="对象 10256"/>
            <p:cNvGraphicFramePr>
              <a:graphicFrameLocks noChangeAspect="1"/>
            </p:cNvGraphicFramePr>
            <p:nvPr/>
          </p:nvGraphicFramePr>
          <p:xfrm>
            <a:off x="56" y="0"/>
            <a:ext cx="1692" cy="1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9" r:id="rId17" imgW="2686050" imgH="3048000" progId="Paint.Picture">
                    <p:embed/>
                  </p:oleObj>
                </mc:Choice>
                <mc:Fallback>
                  <p:oleObj r:id="rId17" imgW="2686050" imgH="3048000" progId="Paint.Picture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6" y="0"/>
                          <a:ext cx="1692" cy="19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8" name="对象 10257"/>
            <p:cNvGraphicFramePr>
              <a:graphicFrameLocks noChangeAspect="1"/>
            </p:cNvGraphicFramePr>
            <p:nvPr/>
          </p:nvGraphicFramePr>
          <p:xfrm>
            <a:off x="520" y="440"/>
            <a:ext cx="680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0" r:id="rId19" imgW="1079500" imgH="863600" progId="Equation.3">
                    <p:embed/>
                  </p:oleObj>
                </mc:Choice>
                <mc:Fallback>
                  <p:oleObj r:id="rId19" imgW="1079500" imgH="8636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0" y="440"/>
                          <a:ext cx="680" cy="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9" name="对象 10258"/>
            <p:cNvGraphicFramePr>
              <a:graphicFrameLocks noChangeAspect="1"/>
            </p:cNvGraphicFramePr>
            <p:nvPr/>
          </p:nvGraphicFramePr>
          <p:xfrm>
            <a:off x="36" y="1790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1" r:id="rId20" imgW="215900" imgH="317500" progId="Equation.3">
                    <p:embed/>
                  </p:oleObj>
                </mc:Choice>
                <mc:Fallback>
                  <p:oleObj r:id="rId20" imgW="215900" imgH="3175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6" y="1790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0" name="对象 10259"/>
            <p:cNvGraphicFramePr>
              <a:graphicFrameLocks noChangeAspect="1"/>
            </p:cNvGraphicFramePr>
            <p:nvPr/>
          </p:nvGraphicFramePr>
          <p:xfrm>
            <a:off x="496" y="1248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2" r:id="rId22" imgW="279400" imgH="304800" progId="Equation.3">
                    <p:embed/>
                  </p:oleObj>
                </mc:Choice>
                <mc:Fallback>
                  <p:oleObj r:id="rId22" imgW="279400" imgH="3048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96" y="1248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1" name="对象 10260"/>
            <p:cNvGraphicFramePr>
              <a:graphicFrameLocks noChangeAspect="1"/>
            </p:cNvGraphicFramePr>
            <p:nvPr/>
          </p:nvGraphicFramePr>
          <p:xfrm>
            <a:off x="1104" y="1776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3" r:id="rId24" imgW="152400" imgH="304800" progId="Equation.3">
                    <p:embed/>
                  </p:oleObj>
                </mc:Choice>
                <mc:Fallback>
                  <p:oleObj r:id="rId24" imgW="152400" imgH="3048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25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04" y="1776"/>
                          <a:ext cx="9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2" name="对象 10261"/>
            <p:cNvGraphicFramePr>
              <a:graphicFrameLocks noChangeAspect="1"/>
            </p:cNvGraphicFramePr>
            <p:nvPr/>
          </p:nvGraphicFramePr>
          <p:xfrm>
            <a:off x="1616" y="1793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4" r:id="rId26" imgW="228600" imgH="241300" progId="Equation.3">
                    <p:embed/>
                  </p:oleObj>
                </mc:Choice>
                <mc:Fallback>
                  <p:oleObj r:id="rId26" imgW="228600" imgH="2413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616" y="1793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3" name="对象 10262"/>
            <p:cNvGraphicFramePr>
              <a:graphicFrameLocks noChangeAspect="1"/>
            </p:cNvGraphicFramePr>
            <p:nvPr/>
          </p:nvGraphicFramePr>
          <p:xfrm>
            <a:off x="0" y="20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5" r:id="rId28" imgW="241300" imgH="317500" progId="Equation.3">
                    <p:embed/>
                  </p:oleObj>
                </mc:Choice>
                <mc:Fallback>
                  <p:oleObj r:id="rId28" imgW="241300" imgH="3175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0" y="20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64" name="组合 10263"/>
          <p:cNvGrpSpPr/>
          <p:nvPr/>
        </p:nvGrpSpPr>
        <p:grpSpPr>
          <a:xfrm>
            <a:off x="6556375" y="2662238"/>
            <a:ext cx="225425" cy="2532062"/>
            <a:chOff x="0" y="0"/>
            <a:chExt cx="142" cy="1595"/>
          </a:xfrm>
        </p:grpSpPr>
        <p:sp>
          <p:nvSpPr>
            <p:cNvPr id="10265" name="直接连接符 10264"/>
            <p:cNvSpPr/>
            <p:nvPr/>
          </p:nvSpPr>
          <p:spPr>
            <a:xfrm flipV="1">
              <a:off x="46" y="0"/>
              <a:ext cx="0" cy="14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10266" name="对象 10265"/>
            <p:cNvGraphicFramePr>
              <a:graphicFrameLocks noChangeAspect="1"/>
            </p:cNvGraphicFramePr>
            <p:nvPr/>
          </p:nvGraphicFramePr>
          <p:xfrm>
            <a:off x="0" y="1443"/>
            <a:ext cx="14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6" r:id="rId30" imgW="228600" imgH="241300" progId="Equation.3">
                    <p:embed/>
                  </p:oleObj>
                </mc:Choice>
                <mc:Fallback>
                  <p:oleObj r:id="rId30" imgW="228600" imgH="2413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0" y="1443"/>
                          <a:ext cx="142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  <p:bldP spid="10245" grpId="0"/>
      <p:bldP spid="10247" grpId="0"/>
      <p:bldP spid="10248" grpId="0"/>
      <p:bldP spid="10249" grpId="0"/>
      <p:bldP spid="102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1265"/>
          <p:cNvSpPr>
            <a:spLocks noGrp="1"/>
          </p:cNvSpPr>
          <p:nvPr>
            <p:ph type="title"/>
          </p:nvPr>
        </p:nvSpPr>
        <p:spPr>
          <a:xfrm>
            <a:off x="684213" y="404813"/>
            <a:ext cx="1670050" cy="668337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</a:rPr>
              <a:t>定义</a:t>
            </a:r>
            <a:r>
              <a:rPr lang="en-US" altLang="zh-CN" sz="2800" b="1">
                <a:ea typeface="楷体_GB2312" pitchFamily="1" charset="-122"/>
              </a:rPr>
              <a:t>2.</a:t>
            </a:r>
            <a:r>
              <a:rPr lang="en-US" altLang="zh-CN" sz="2800">
                <a:solidFill>
                  <a:schemeClr val="tx1"/>
                </a:solidFill>
                <a:ea typeface="楷体_GB2312" pitchFamily="1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设</a:t>
            </a:r>
            <a:endParaRPr lang="zh-CN" altLang="en-US" sz="2800" b="1">
              <a:ea typeface="楷体_GB2312" pitchFamily="1" charset="-122"/>
            </a:endParaRPr>
          </a:p>
        </p:txBody>
      </p:sp>
      <p:graphicFrame>
        <p:nvGraphicFramePr>
          <p:cNvPr id="11267" name="对象 11266"/>
          <p:cNvGraphicFramePr>
            <a:graphicFrameLocks noChangeAspect="1"/>
          </p:cNvGraphicFramePr>
          <p:nvPr/>
        </p:nvGraphicFramePr>
        <p:xfrm>
          <a:off x="2133600" y="584200"/>
          <a:ext cx="231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r:id="rId3" imgW="2309495" imgH="405765" progId="Equation.3">
                  <p:embed/>
                </p:oleObj>
              </mc:Choice>
              <mc:Fallback>
                <p:oleObj r:id="rId3" imgW="2309495" imgH="405765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3600" y="584200"/>
                        <a:ext cx="2311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文本框 11267"/>
          <p:cNvSpPr txBox="1"/>
          <p:nvPr/>
        </p:nvSpPr>
        <p:spPr>
          <a:xfrm>
            <a:off x="4419600" y="533400"/>
            <a:ext cx="441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而在点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a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的右邻域内无界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graphicFrame>
        <p:nvGraphicFramePr>
          <p:cNvPr id="11269" name="对象 11268"/>
          <p:cNvGraphicFramePr>
            <a:graphicFrameLocks noChangeAspect="1"/>
          </p:cNvGraphicFramePr>
          <p:nvPr/>
        </p:nvGraphicFramePr>
        <p:xfrm>
          <a:off x="228600" y="1270000"/>
          <a:ext cx="1295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r:id="rId5" imgW="1296035" imgH="419100" progId="Equation.3">
                  <p:embed/>
                </p:oleObj>
              </mc:Choice>
              <mc:Fallback>
                <p:oleObj r:id="rId5" imgW="1296035" imgH="4191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1270000"/>
                        <a:ext cx="1295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文本框 11269"/>
          <p:cNvSpPr txBox="1"/>
          <p:nvPr/>
        </p:nvSpPr>
        <p:spPr>
          <a:xfrm>
            <a:off x="5105400" y="1187450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存在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graphicFrame>
        <p:nvGraphicFramePr>
          <p:cNvPr id="11271" name="对象 11270"/>
          <p:cNvGraphicFramePr>
            <a:graphicFrameLocks noChangeAspect="1"/>
          </p:cNvGraphicFramePr>
          <p:nvPr/>
        </p:nvGraphicFramePr>
        <p:xfrm>
          <a:off x="1962150" y="2514600"/>
          <a:ext cx="4368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" r:id="rId7" imgW="4366895" imgH="901065" progId="Equation.3">
                  <p:embed/>
                </p:oleObj>
              </mc:Choice>
              <mc:Fallback>
                <p:oleObj r:id="rId7" imgW="4366895" imgH="901065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62150" y="2514600"/>
                        <a:ext cx="43688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文本框 11271"/>
          <p:cNvSpPr txBox="1"/>
          <p:nvPr/>
        </p:nvSpPr>
        <p:spPr>
          <a:xfrm>
            <a:off x="152400" y="3454400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这时称反常积分</a:t>
            </a:r>
          </a:p>
        </p:txBody>
      </p:sp>
      <p:graphicFrame>
        <p:nvGraphicFramePr>
          <p:cNvPr id="11273" name="对象 11272"/>
          <p:cNvGraphicFramePr>
            <a:graphicFrameLocks noChangeAspect="1"/>
          </p:cNvGraphicFramePr>
          <p:nvPr/>
        </p:nvGraphicFramePr>
        <p:xfrm>
          <a:off x="2806700" y="3340100"/>
          <a:ext cx="1460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4" r:id="rId9" imgW="1459865" imgH="799465" progId="Equation.3">
                  <p:embed/>
                </p:oleObj>
              </mc:Choice>
              <mc:Fallback>
                <p:oleObj r:id="rId9" imgW="1459865" imgH="799465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06700" y="3340100"/>
                        <a:ext cx="14605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文本框 11273"/>
          <p:cNvSpPr txBox="1"/>
          <p:nvPr/>
        </p:nvSpPr>
        <p:spPr>
          <a:xfrm>
            <a:off x="4267200" y="34544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收敛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;</a:t>
            </a:r>
          </a:p>
        </p:txBody>
      </p:sp>
      <p:sp>
        <p:nvSpPr>
          <p:cNvPr id="11275" name="文本框 11274"/>
          <p:cNvSpPr txBox="1"/>
          <p:nvPr/>
        </p:nvSpPr>
        <p:spPr>
          <a:xfrm>
            <a:off x="5257800" y="3454400"/>
            <a:ext cx="350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如果上述极限不存在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sp>
        <p:nvSpPr>
          <p:cNvPr id="11276" name="文本框 11275"/>
          <p:cNvSpPr txBox="1"/>
          <p:nvPr/>
        </p:nvSpPr>
        <p:spPr>
          <a:xfrm>
            <a:off x="152400" y="4187825"/>
            <a:ext cx="2590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就称反常积分</a:t>
            </a:r>
          </a:p>
        </p:txBody>
      </p:sp>
      <p:graphicFrame>
        <p:nvGraphicFramePr>
          <p:cNvPr id="11277" name="对象 11276"/>
          <p:cNvGraphicFramePr>
            <a:graphicFrameLocks noChangeAspect="1"/>
          </p:cNvGraphicFramePr>
          <p:nvPr/>
        </p:nvGraphicFramePr>
        <p:xfrm>
          <a:off x="2419350" y="4102100"/>
          <a:ext cx="1460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5" r:id="rId11" imgW="1459865" imgH="799465" progId="Equation.3">
                  <p:embed/>
                </p:oleObj>
              </mc:Choice>
              <mc:Fallback>
                <p:oleObj r:id="rId11" imgW="1459865" imgH="799465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19350" y="4102100"/>
                        <a:ext cx="14605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文本框 11277"/>
          <p:cNvSpPr txBox="1"/>
          <p:nvPr/>
        </p:nvSpPr>
        <p:spPr>
          <a:xfrm>
            <a:off x="3886200" y="4203700"/>
            <a:ext cx="1295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发散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  <p:sp>
        <p:nvSpPr>
          <p:cNvPr id="11279" name="文本框 11278"/>
          <p:cNvSpPr txBox="1"/>
          <p:nvPr/>
        </p:nvSpPr>
        <p:spPr>
          <a:xfrm>
            <a:off x="533400" y="4881563"/>
            <a:ext cx="2590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类似地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若</a:t>
            </a:r>
          </a:p>
        </p:txBody>
      </p:sp>
      <p:graphicFrame>
        <p:nvGraphicFramePr>
          <p:cNvPr id="11280" name="对象 11279"/>
          <p:cNvGraphicFramePr>
            <a:graphicFrameLocks noChangeAspect="1"/>
          </p:cNvGraphicFramePr>
          <p:nvPr/>
        </p:nvGraphicFramePr>
        <p:xfrm>
          <a:off x="2413000" y="4918075"/>
          <a:ext cx="231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r:id="rId12" imgW="2309495" imgH="405765" progId="Equation.3">
                  <p:embed/>
                </p:oleObj>
              </mc:Choice>
              <mc:Fallback>
                <p:oleObj r:id="rId12" imgW="2309495" imgH="405765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13000" y="4918075"/>
                        <a:ext cx="2311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1" name="文本框 11280"/>
          <p:cNvSpPr txBox="1"/>
          <p:nvPr/>
        </p:nvSpPr>
        <p:spPr>
          <a:xfrm>
            <a:off x="4724400" y="4814888"/>
            <a:ext cx="4038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而在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b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的左邻域内无界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graphicFrame>
        <p:nvGraphicFramePr>
          <p:cNvPr id="11282" name="对象 11281"/>
          <p:cNvGraphicFramePr>
            <a:graphicFrameLocks noChangeAspect="1"/>
          </p:cNvGraphicFramePr>
          <p:nvPr/>
        </p:nvGraphicFramePr>
        <p:xfrm>
          <a:off x="1993900" y="5486400"/>
          <a:ext cx="4406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r:id="rId14" imgW="4404995" imgH="901065" progId="Equation.3">
                  <p:embed/>
                </p:oleObj>
              </mc:Choice>
              <mc:Fallback>
                <p:oleObj r:id="rId14" imgW="4404995" imgH="901065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5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93900" y="5486400"/>
                        <a:ext cx="44069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文本框 11282"/>
          <p:cNvSpPr txBox="1"/>
          <p:nvPr/>
        </p:nvSpPr>
        <p:spPr>
          <a:xfrm>
            <a:off x="1524000" y="1143000"/>
            <a:ext cx="1600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若极限</a:t>
            </a:r>
          </a:p>
        </p:txBody>
      </p:sp>
      <p:graphicFrame>
        <p:nvGraphicFramePr>
          <p:cNvPr id="11284" name="对象 11283"/>
          <p:cNvGraphicFramePr>
            <a:graphicFrameLocks noChangeAspect="1"/>
          </p:cNvGraphicFramePr>
          <p:nvPr/>
        </p:nvGraphicFramePr>
        <p:xfrm>
          <a:off x="2654300" y="1066800"/>
          <a:ext cx="250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r:id="rId16" imgW="2501900" imgH="838200" progId="Equation.3">
                  <p:embed/>
                </p:oleObj>
              </mc:Choice>
              <mc:Fallback>
                <p:oleObj r:id="rId16" imgW="2501900" imgH="8382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17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54300" y="1066800"/>
                        <a:ext cx="25019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5" name="文本框 11284"/>
          <p:cNvSpPr txBox="1"/>
          <p:nvPr/>
        </p:nvSpPr>
        <p:spPr>
          <a:xfrm>
            <a:off x="152400" y="1919288"/>
            <a:ext cx="5943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数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f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(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x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在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[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a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,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 b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]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上的反常积分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记作</a:t>
            </a:r>
          </a:p>
        </p:txBody>
      </p:sp>
      <p:sp>
        <p:nvSpPr>
          <p:cNvPr id="11286" name="文本框 11285"/>
          <p:cNvSpPr txBox="1"/>
          <p:nvPr/>
        </p:nvSpPr>
        <p:spPr>
          <a:xfrm>
            <a:off x="152400" y="5553075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则定义</a:t>
            </a:r>
          </a:p>
        </p:txBody>
      </p:sp>
      <p:sp>
        <p:nvSpPr>
          <p:cNvPr id="11287" name="文本框 11286"/>
          <p:cNvSpPr txBox="1"/>
          <p:nvPr/>
        </p:nvSpPr>
        <p:spPr>
          <a:xfrm>
            <a:off x="6076950" y="1187450"/>
            <a:ext cx="27622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则称此极限为函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70" grpId="0"/>
      <p:bldP spid="11272" grpId="0"/>
      <p:bldP spid="11274" grpId="0"/>
      <p:bldP spid="11275" grpId="0"/>
      <p:bldP spid="11276" grpId="0"/>
      <p:bldP spid="11278" grpId="0"/>
      <p:bldP spid="11279" grpId="0"/>
      <p:bldP spid="11281" grpId="0"/>
      <p:bldP spid="11283" grpId="0"/>
      <p:bldP spid="11285" grpId="0"/>
      <p:bldP spid="11286" grpId="0"/>
      <p:bldP spid="1128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2289"/>
          <p:cNvSpPr txBox="1"/>
          <p:nvPr/>
        </p:nvSpPr>
        <p:spPr>
          <a:xfrm>
            <a:off x="1524000" y="4191000"/>
            <a:ext cx="7467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若被积函数在积分区间上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仅存在有限个第一类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2291" name="标题 12290"/>
          <p:cNvSpPr>
            <a:spLocks noGrp="1"/>
          </p:cNvSpPr>
          <p:nvPr>
            <p:ph type="title"/>
          </p:nvPr>
        </p:nvSpPr>
        <p:spPr>
          <a:xfrm>
            <a:off x="539750" y="4191000"/>
            <a:ext cx="1371600" cy="533400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  <a:sym typeface="Symbol" panose="05050102010706020507" pitchFamily="18" charset="2"/>
              </a:rPr>
              <a:t>说明</a:t>
            </a:r>
            <a:r>
              <a:rPr lang="en-US" altLang="zh-CN" sz="2800" b="1">
                <a:ea typeface="楷体_GB2312" pitchFamily="1" charset="-122"/>
                <a:sym typeface="Symbol" panose="05050102010706020507" pitchFamily="18" charset="2"/>
              </a:rPr>
              <a:t>: </a:t>
            </a:r>
          </a:p>
        </p:txBody>
      </p:sp>
      <p:graphicFrame>
        <p:nvGraphicFramePr>
          <p:cNvPr id="12292" name="对象 12291"/>
          <p:cNvGraphicFramePr>
            <a:graphicFrameLocks noChangeAspect="1"/>
          </p:cNvGraphicFramePr>
          <p:nvPr/>
        </p:nvGraphicFramePr>
        <p:xfrm>
          <a:off x="565150" y="457200"/>
          <a:ext cx="645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" r:id="rId3" imgW="6451600" imgH="457200" progId="Equation.3">
                  <p:embed/>
                </p:oleObj>
              </mc:Choice>
              <mc:Fallback>
                <p:oleObj r:id="rId3" imgW="6451600" imgH="4572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5150" y="457200"/>
                        <a:ext cx="64516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文本框 12292"/>
          <p:cNvSpPr txBox="1"/>
          <p:nvPr/>
        </p:nvSpPr>
        <p:spPr>
          <a:xfrm>
            <a:off x="7010400" y="395288"/>
            <a:ext cx="1981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而在点</a:t>
            </a:r>
            <a:r>
              <a:rPr lang="zh-CN" altLang="en-US" sz="2800" i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c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</a:t>
            </a:r>
          </a:p>
        </p:txBody>
      </p:sp>
      <p:sp>
        <p:nvSpPr>
          <p:cNvPr id="12294" name="文本框 12293"/>
          <p:cNvSpPr txBox="1"/>
          <p:nvPr/>
        </p:nvSpPr>
        <p:spPr>
          <a:xfrm>
            <a:off x="539750" y="3154363"/>
            <a:ext cx="64706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无界函数的积分又称作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第二类反常积分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sp>
        <p:nvSpPr>
          <p:cNvPr id="12295" name="文本框 12294"/>
          <p:cNvSpPr txBox="1"/>
          <p:nvPr/>
        </p:nvSpPr>
        <p:spPr>
          <a:xfrm>
            <a:off x="6781800" y="3124200"/>
            <a:ext cx="2057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无界点常称</a:t>
            </a:r>
          </a:p>
        </p:txBody>
      </p:sp>
      <p:sp>
        <p:nvSpPr>
          <p:cNvPr id="12296" name="文本框 12295"/>
          <p:cNvSpPr txBox="1"/>
          <p:nvPr/>
        </p:nvSpPr>
        <p:spPr>
          <a:xfrm>
            <a:off x="152400" y="990600"/>
            <a:ext cx="2209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邻域内无界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graphicFrame>
        <p:nvGraphicFramePr>
          <p:cNvPr id="12297" name="对象 12296"/>
          <p:cNvGraphicFramePr>
            <a:graphicFrameLocks noChangeAspect="1"/>
          </p:cNvGraphicFramePr>
          <p:nvPr/>
        </p:nvGraphicFramePr>
        <p:xfrm>
          <a:off x="1143000" y="1498600"/>
          <a:ext cx="1752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r:id="rId5" imgW="1751965" imgH="799465" progId="Equation.3">
                  <p:embed/>
                </p:oleObj>
              </mc:Choice>
              <mc:Fallback>
                <p:oleObj r:id="rId5" imgW="1751965" imgH="799465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1498600"/>
                        <a:ext cx="17526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对象 12297"/>
          <p:cNvGraphicFramePr>
            <a:graphicFrameLocks noChangeAspect="1"/>
          </p:cNvGraphicFramePr>
          <p:nvPr/>
        </p:nvGraphicFramePr>
        <p:xfrm>
          <a:off x="2984500" y="1485900"/>
          <a:ext cx="1460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r:id="rId7" imgW="1459865" imgH="799465" progId="Equation.3">
                  <p:embed/>
                </p:oleObj>
              </mc:Choice>
              <mc:Fallback>
                <p:oleObj r:id="rId7" imgW="1459865" imgH="799465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4500" y="1485900"/>
                        <a:ext cx="14605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对象 12298"/>
          <p:cNvGraphicFramePr>
            <a:graphicFrameLocks noChangeAspect="1"/>
          </p:cNvGraphicFramePr>
          <p:nvPr/>
        </p:nvGraphicFramePr>
        <p:xfrm>
          <a:off x="4540250" y="1485900"/>
          <a:ext cx="1714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r:id="rId9" imgW="1713865" imgH="799465" progId="Equation.3">
                  <p:embed/>
                </p:oleObj>
              </mc:Choice>
              <mc:Fallback>
                <p:oleObj r:id="rId9" imgW="1713865" imgH="799465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40250" y="1485900"/>
                        <a:ext cx="17145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对象 12299"/>
          <p:cNvGraphicFramePr>
            <a:graphicFrameLocks noChangeAspect="1"/>
          </p:cNvGraphicFramePr>
          <p:nvPr/>
        </p:nvGraphicFramePr>
        <p:xfrm>
          <a:off x="1441450" y="2235200"/>
          <a:ext cx="3124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9" r:id="rId11" imgW="3124200" imgH="927100" progId="Equation.3">
                  <p:embed/>
                </p:oleObj>
              </mc:Choice>
              <mc:Fallback>
                <p:oleObj r:id="rId11" imgW="3124200" imgH="9271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41450" y="2235200"/>
                        <a:ext cx="31242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对象 12300"/>
          <p:cNvGraphicFramePr>
            <a:graphicFrameLocks noChangeAspect="1"/>
          </p:cNvGraphicFramePr>
          <p:nvPr/>
        </p:nvGraphicFramePr>
        <p:xfrm>
          <a:off x="4572000" y="2235200"/>
          <a:ext cx="3149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0" r:id="rId13" imgW="3149600" imgH="927100" progId="Equation.3">
                  <p:embed/>
                </p:oleObj>
              </mc:Choice>
              <mc:Fallback>
                <p:oleObj r:id="rId13" imgW="3149600" imgH="9271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72000" y="2235200"/>
                        <a:ext cx="3149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文本框 12301"/>
          <p:cNvSpPr txBox="1"/>
          <p:nvPr/>
        </p:nvSpPr>
        <p:spPr>
          <a:xfrm>
            <a:off x="152400" y="3671888"/>
            <a:ext cx="2590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为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瑕点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(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奇点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.</a:t>
            </a:r>
          </a:p>
        </p:txBody>
      </p:sp>
      <p:sp>
        <p:nvSpPr>
          <p:cNvPr id="12303" name="文本框 12302"/>
          <p:cNvSpPr txBox="1"/>
          <p:nvPr/>
        </p:nvSpPr>
        <p:spPr>
          <a:xfrm>
            <a:off x="539750" y="5516563"/>
            <a:ext cx="12128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例如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graphicFrame>
        <p:nvGraphicFramePr>
          <p:cNvPr id="12304" name="对象 12303"/>
          <p:cNvGraphicFramePr>
            <a:graphicFrameLocks noChangeAspect="1"/>
          </p:cNvGraphicFramePr>
          <p:nvPr/>
        </p:nvGraphicFramePr>
        <p:xfrm>
          <a:off x="1739900" y="5251450"/>
          <a:ext cx="1727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1" r:id="rId15" imgW="1726565" imgH="951865" progId="Equation.3">
                  <p:embed/>
                </p:oleObj>
              </mc:Choice>
              <mc:Fallback>
                <p:oleObj r:id="rId15" imgW="1726565" imgH="951865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39900" y="5251450"/>
                        <a:ext cx="17272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对象 12304"/>
          <p:cNvGraphicFramePr>
            <a:graphicFrameLocks noChangeAspect="1"/>
          </p:cNvGraphicFramePr>
          <p:nvPr/>
        </p:nvGraphicFramePr>
        <p:xfrm>
          <a:off x="3505200" y="5387975"/>
          <a:ext cx="2057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r:id="rId17" imgW="2056765" imgH="799465" progId="Equation.3">
                  <p:embed/>
                </p:oleObj>
              </mc:Choice>
              <mc:Fallback>
                <p:oleObj r:id="rId17" imgW="2056765" imgH="799465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05200" y="5387975"/>
                        <a:ext cx="20574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文本框 12305"/>
          <p:cNvSpPr txBox="1"/>
          <p:nvPr/>
        </p:nvSpPr>
        <p:spPr>
          <a:xfrm>
            <a:off x="152400" y="4724400"/>
            <a:ext cx="1524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间断点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2307" name="文本框 12306"/>
          <p:cNvSpPr txBox="1"/>
          <p:nvPr/>
        </p:nvSpPr>
        <p:spPr>
          <a:xfrm>
            <a:off x="4800600" y="4724400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而不是反常积分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.  </a:t>
            </a:r>
          </a:p>
        </p:txBody>
      </p:sp>
      <p:sp>
        <p:nvSpPr>
          <p:cNvPr id="12308" name="文本框 12307"/>
          <p:cNvSpPr txBox="1"/>
          <p:nvPr/>
        </p:nvSpPr>
        <p:spPr>
          <a:xfrm>
            <a:off x="1371600" y="4724400"/>
            <a:ext cx="365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则本质上是常义积分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,  </a:t>
            </a:r>
          </a:p>
        </p:txBody>
      </p:sp>
      <p:sp>
        <p:nvSpPr>
          <p:cNvPr id="12309" name="文本框 12308"/>
          <p:cNvSpPr txBox="1"/>
          <p:nvPr/>
        </p:nvSpPr>
        <p:spPr>
          <a:xfrm>
            <a:off x="2209800" y="990600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则定义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 build="p"/>
      <p:bldP spid="12293" grpId="0"/>
      <p:bldP spid="12294" grpId="0"/>
      <p:bldP spid="12295" grpId="0"/>
      <p:bldP spid="12296" grpId="0"/>
      <p:bldP spid="12302" grpId="0"/>
      <p:bldP spid="12303" grpId="0"/>
      <p:bldP spid="12306" grpId="0"/>
      <p:bldP spid="12307" grpId="0"/>
      <p:bldP spid="12308" grpId="0"/>
      <p:bldP spid="1230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539750" y="4572000"/>
            <a:ext cx="2355850" cy="533400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</a:rPr>
              <a:t>注意</a:t>
            </a:r>
            <a:r>
              <a:rPr lang="en-US" altLang="zh-CN" sz="2800" b="1">
                <a:ea typeface="楷体_GB2312" pitchFamily="1" charset="-122"/>
              </a:rPr>
              <a:t>:</a:t>
            </a:r>
            <a:r>
              <a:rPr lang="en-US" altLang="zh-CN" sz="2800">
                <a:solidFill>
                  <a:schemeClr val="tx1"/>
                </a:solidFill>
                <a:ea typeface="楷体_GB2312" pitchFamily="1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若瑕点</a:t>
            </a:r>
          </a:p>
        </p:txBody>
      </p:sp>
      <p:graphicFrame>
        <p:nvGraphicFramePr>
          <p:cNvPr id="13315" name="对象 13314"/>
          <p:cNvGraphicFramePr>
            <a:graphicFrameLocks noChangeAspect="1"/>
          </p:cNvGraphicFramePr>
          <p:nvPr/>
        </p:nvGraphicFramePr>
        <p:xfrm>
          <a:off x="539750" y="469900"/>
          <a:ext cx="4127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r:id="rId3" imgW="4125595" imgH="444500" progId="Equation.3">
                  <p:embed/>
                </p:oleObj>
              </mc:Choice>
              <mc:Fallback>
                <p:oleObj r:id="rId3" imgW="4125595" imgH="4445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69900"/>
                        <a:ext cx="41275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文本框 13315"/>
          <p:cNvSpPr txBox="1"/>
          <p:nvPr/>
        </p:nvSpPr>
        <p:spPr>
          <a:xfrm>
            <a:off x="152400" y="1081088"/>
            <a:ext cx="2743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的计算表达式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: </a:t>
            </a:r>
          </a:p>
        </p:txBody>
      </p:sp>
      <p:graphicFrame>
        <p:nvGraphicFramePr>
          <p:cNvPr id="13317" name="对象 13316"/>
          <p:cNvGraphicFramePr>
            <a:graphicFrameLocks noChangeAspect="1"/>
          </p:cNvGraphicFramePr>
          <p:nvPr/>
        </p:nvGraphicFramePr>
        <p:xfrm>
          <a:off x="3260725" y="1574800"/>
          <a:ext cx="1473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5" r:id="rId5" imgW="1472565" imgH="799465" progId="Equation.3">
                  <p:embed/>
                </p:oleObj>
              </mc:Choice>
              <mc:Fallback>
                <p:oleObj r:id="rId5" imgW="1472565" imgH="79946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60725" y="1574800"/>
                        <a:ext cx="14732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对象 13317"/>
          <p:cNvGraphicFramePr>
            <a:graphicFrameLocks noChangeAspect="1"/>
          </p:cNvGraphicFramePr>
          <p:nvPr/>
        </p:nvGraphicFramePr>
        <p:xfrm>
          <a:off x="4800600" y="1701800"/>
          <a:ext cx="228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6" r:id="rId7" imgW="2286000" imgH="508000" progId="Equation.3">
                  <p:embed/>
                </p:oleObj>
              </mc:Choice>
              <mc:Fallback>
                <p:oleObj r:id="rId7" imgW="2286000" imgH="5080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00600" y="1701800"/>
                        <a:ext cx="22860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对象 13318"/>
          <p:cNvGraphicFramePr>
            <a:graphicFrameLocks noChangeAspect="1"/>
          </p:cNvGraphicFramePr>
          <p:nvPr/>
        </p:nvGraphicFramePr>
        <p:xfrm>
          <a:off x="3251200" y="2413000"/>
          <a:ext cx="1473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r:id="rId9" imgW="1472565" imgH="799465" progId="Equation.3">
                  <p:embed/>
                </p:oleObj>
              </mc:Choice>
              <mc:Fallback>
                <p:oleObj r:id="rId9" imgW="1472565" imgH="79946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51200" y="2413000"/>
                        <a:ext cx="14732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对象 13319"/>
          <p:cNvGraphicFramePr>
            <a:graphicFrameLocks noChangeAspect="1"/>
          </p:cNvGraphicFramePr>
          <p:nvPr/>
        </p:nvGraphicFramePr>
        <p:xfrm>
          <a:off x="4800600" y="2514600"/>
          <a:ext cx="228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r:id="rId10" imgW="2286000" imgH="508000" progId="Equation.3">
                  <p:embed/>
                </p:oleObj>
              </mc:Choice>
              <mc:Fallback>
                <p:oleObj r:id="rId10" imgW="2286000" imgH="5080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00600" y="2514600"/>
                        <a:ext cx="22860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对象 13320"/>
          <p:cNvGraphicFramePr>
            <a:graphicFrameLocks noChangeAspect="1"/>
          </p:cNvGraphicFramePr>
          <p:nvPr/>
        </p:nvGraphicFramePr>
        <p:xfrm>
          <a:off x="1955800" y="3721100"/>
          <a:ext cx="1473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r:id="rId12" imgW="1472565" imgH="799465" progId="Equation.3">
                  <p:embed/>
                </p:oleObj>
              </mc:Choice>
              <mc:Fallback>
                <p:oleObj r:id="rId12" imgW="1472565" imgH="79946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5800" y="3721100"/>
                        <a:ext cx="14732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对象 13321"/>
          <p:cNvGraphicFramePr>
            <a:graphicFrameLocks noChangeAspect="1"/>
          </p:cNvGraphicFramePr>
          <p:nvPr/>
        </p:nvGraphicFramePr>
        <p:xfrm>
          <a:off x="3506788" y="3851275"/>
          <a:ext cx="24749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r:id="rId13" imgW="2476500" imgH="508000" progId="Equation.3">
                  <p:embed/>
                </p:oleObj>
              </mc:Choice>
              <mc:Fallback>
                <p:oleObj r:id="rId13" imgW="2476500" imgH="5080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06788" y="3851275"/>
                        <a:ext cx="2474912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文本框 13322"/>
          <p:cNvSpPr txBox="1"/>
          <p:nvPr/>
        </p:nvSpPr>
        <p:spPr>
          <a:xfrm>
            <a:off x="4572000" y="381000"/>
            <a:ext cx="4191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则也有类似牛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–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莱公式的</a:t>
            </a:r>
          </a:p>
        </p:txBody>
      </p:sp>
      <p:sp>
        <p:nvSpPr>
          <p:cNvPr id="13324" name="文本框 13323"/>
          <p:cNvSpPr txBox="1"/>
          <p:nvPr/>
        </p:nvSpPr>
        <p:spPr>
          <a:xfrm>
            <a:off x="533400" y="1752600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若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b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为瑕点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</a:t>
            </a:r>
          </a:p>
        </p:txBody>
      </p:sp>
      <p:sp>
        <p:nvSpPr>
          <p:cNvPr id="13325" name="文本框 13324"/>
          <p:cNvSpPr txBox="1"/>
          <p:nvPr/>
        </p:nvSpPr>
        <p:spPr>
          <a:xfrm>
            <a:off x="533400" y="2528888"/>
            <a:ext cx="3124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若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a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为瑕点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</a:t>
            </a:r>
          </a:p>
        </p:txBody>
      </p:sp>
      <p:sp>
        <p:nvSpPr>
          <p:cNvPr id="13326" name="文本框 13325"/>
          <p:cNvSpPr txBox="1"/>
          <p:nvPr/>
        </p:nvSpPr>
        <p:spPr>
          <a:xfrm>
            <a:off x="533400" y="3200400"/>
            <a:ext cx="3886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若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a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 ,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b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都为瑕点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</a:t>
            </a:r>
          </a:p>
        </p:txBody>
      </p:sp>
      <p:graphicFrame>
        <p:nvGraphicFramePr>
          <p:cNvPr id="13327" name="对象 13326"/>
          <p:cNvGraphicFramePr>
            <a:graphicFrameLocks noChangeAspect="1"/>
          </p:cNvGraphicFramePr>
          <p:nvPr/>
        </p:nvGraphicFramePr>
        <p:xfrm>
          <a:off x="2667000" y="4648200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r:id="rId15" imgW="1447165" imgH="406400" progId="Equation.3">
                  <p:embed/>
                </p:oleObj>
              </mc:Choice>
              <mc:Fallback>
                <p:oleObj r:id="rId15" imgW="1447165" imgH="4064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67000" y="4648200"/>
                        <a:ext cx="1447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文本框 13327"/>
          <p:cNvSpPr txBox="1"/>
          <p:nvPr/>
        </p:nvSpPr>
        <p:spPr>
          <a:xfrm>
            <a:off x="4114800" y="45720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</a:t>
            </a:r>
          </a:p>
        </p:txBody>
      </p:sp>
      <p:graphicFrame>
        <p:nvGraphicFramePr>
          <p:cNvPr id="13329" name="对象 13328"/>
          <p:cNvGraphicFramePr>
            <a:graphicFrameLocks noChangeAspect="1"/>
          </p:cNvGraphicFramePr>
          <p:nvPr/>
        </p:nvGraphicFramePr>
        <p:xfrm>
          <a:off x="1130300" y="5156200"/>
          <a:ext cx="1765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r:id="rId17" imgW="1764665" imgH="799465" progId="Equation.3">
                  <p:embed/>
                </p:oleObj>
              </mc:Choice>
              <mc:Fallback>
                <p:oleObj r:id="rId17" imgW="1764665" imgH="7994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30300" y="5156200"/>
                        <a:ext cx="17653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0" name="对象 13329"/>
          <p:cNvGraphicFramePr>
            <a:graphicFrameLocks noChangeAspect="1"/>
          </p:cNvGraphicFramePr>
          <p:nvPr/>
        </p:nvGraphicFramePr>
        <p:xfrm>
          <a:off x="2984500" y="528320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3" r:id="rId19" imgW="1968500" imgH="508000" progId="Equation.3">
                  <p:embed/>
                </p:oleObj>
              </mc:Choice>
              <mc:Fallback>
                <p:oleObj r:id="rId19" imgW="1968500" imgH="5080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84500" y="5283200"/>
                        <a:ext cx="1968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对象 13330"/>
          <p:cNvGraphicFramePr>
            <a:graphicFrameLocks noChangeAspect="1"/>
          </p:cNvGraphicFramePr>
          <p:nvPr/>
        </p:nvGraphicFramePr>
        <p:xfrm>
          <a:off x="4979988" y="5283200"/>
          <a:ext cx="22590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4" r:id="rId21" imgW="2260600" imgH="508000" progId="Equation.3">
                  <p:embed/>
                </p:oleObj>
              </mc:Choice>
              <mc:Fallback>
                <p:oleObj r:id="rId21" imgW="2260600" imgH="5080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79988" y="5283200"/>
                        <a:ext cx="2259012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2" name="直接连接符 13331"/>
          <p:cNvSpPr/>
          <p:nvPr/>
        </p:nvSpPr>
        <p:spPr>
          <a:xfrm>
            <a:off x="3810000" y="5791200"/>
            <a:ext cx="23622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33" name="矩形 13332"/>
          <p:cNvSpPr/>
          <p:nvPr/>
        </p:nvSpPr>
        <p:spPr>
          <a:xfrm>
            <a:off x="4038600" y="5791200"/>
            <a:ext cx="1828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可相消吗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?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  <p:bldP spid="13316" grpId="0"/>
      <p:bldP spid="13323" grpId="0"/>
      <p:bldP spid="13324" grpId="0"/>
      <p:bldP spid="13325" grpId="0"/>
      <p:bldP spid="13326" grpId="0"/>
      <p:bldP spid="13328" grpId="0"/>
      <p:bldP spid="133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对象 14337"/>
          <p:cNvGraphicFramePr>
            <a:graphicFrameLocks noChangeAspect="1"/>
          </p:cNvGraphicFramePr>
          <p:nvPr/>
        </p:nvGraphicFramePr>
        <p:xfrm>
          <a:off x="1060450" y="4724400"/>
          <a:ext cx="1155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8" r:id="rId3" imgW="1156335" imgH="876935" progId="Equation.3">
                  <p:embed/>
                </p:oleObj>
              </mc:Choice>
              <mc:Fallback>
                <p:oleObj r:id="rId3" imgW="1156335" imgH="87693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0450" y="4724400"/>
                        <a:ext cx="11557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对象 14338"/>
          <p:cNvGraphicFramePr>
            <a:graphicFrameLocks noChangeAspect="1"/>
          </p:cNvGraphicFramePr>
          <p:nvPr/>
        </p:nvGraphicFramePr>
        <p:xfrm>
          <a:off x="3860800" y="4991100"/>
          <a:ext cx="185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9" r:id="rId5" imgW="1852295" imgH="304800" progId="Equation.3">
                  <p:embed/>
                </p:oleObj>
              </mc:Choice>
              <mc:Fallback>
                <p:oleObj r:id="rId5" imgW="1852295" imgH="3048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0800" y="4991100"/>
                        <a:ext cx="18542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对象 14339"/>
          <p:cNvGraphicFramePr>
            <a:graphicFrameLocks noChangeAspect="1"/>
          </p:cNvGraphicFramePr>
          <p:nvPr/>
        </p:nvGraphicFramePr>
        <p:xfrm>
          <a:off x="2336800" y="4800600"/>
          <a:ext cx="15192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0" r:id="rId7" imgW="1689100" imgH="889000" progId="Equation.3">
                  <p:embed/>
                </p:oleObj>
              </mc:Choice>
              <mc:Fallback>
                <p:oleObj r:id="rId7" imgW="1689100" imgH="8890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6800" y="4800600"/>
                        <a:ext cx="1519238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1" name="组合 14340"/>
          <p:cNvGrpSpPr/>
          <p:nvPr/>
        </p:nvGrpSpPr>
        <p:grpSpPr>
          <a:xfrm>
            <a:off x="2209800" y="4606925"/>
            <a:ext cx="468313" cy="1108075"/>
            <a:chOff x="0" y="0"/>
            <a:chExt cx="384" cy="912"/>
          </a:xfrm>
        </p:grpSpPr>
        <p:sp>
          <p:nvSpPr>
            <p:cNvPr id="14342" name="直接连接符 14341"/>
            <p:cNvSpPr/>
            <p:nvPr/>
          </p:nvSpPr>
          <p:spPr>
            <a:xfrm flipH="1">
              <a:off x="0" y="0"/>
              <a:ext cx="336" cy="912"/>
            </a:xfrm>
            <a:prstGeom prst="line">
              <a:avLst/>
            </a:prstGeom>
            <a:ln w="1905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3" name="直接连接符 14342"/>
            <p:cNvSpPr/>
            <p:nvPr/>
          </p:nvSpPr>
          <p:spPr>
            <a:xfrm>
              <a:off x="0" y="48"/>
              <a:ext cx="384" cy="864"/>
            </a:xfrm>
            <a:prstGeom prst="line">
              <a:avLst/>
            </a:prstGeom>
            <a:ln w="1905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44" name="文本框 14343"/>
          <p:cNvSpPr txBox="1"/>
          <p:nvPr/>
        </p:nvSpPr>
        <p:spPr>
          <a:xfrm>
            <a:off x="914400" y="4060825"/>
            <a:ext cx="32162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下述解法是否正确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: </a:t>
            </a:r>
          </a:p>
        </p:txBody>
      </p:sp>
      <p:sp>
        <p:nvSpPr>
          <p:cNvPr id="14345" name="文本框 14344"/>
          <p:cNvSpPr txBox="1"/>
          <p:nvPr/>
        </p:nvSpPr>
        <p:spPr>
          <a:xfrm>
            <a:off x="5791200" y="4899025"/>
            <a:ext cx="2139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∴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积分收敛</a:t>
            </a:r>
          </a:p>
        </p:txBody>
      </p:sp>
      <p:sp>
        <p:nvSpPr>
          <p:cNvPr id="14346" name="矩形 14345"/>
          <p:cNvSpPr/>
          <p:nvPr/>
        </p:nvSpPr>
        <p:spPr>
          <a:xfrm>
            <a:off x="838200" y="3949700"/>
            <a:ext cx="7467600" cy="1905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7" name="标题 14346"/>
          <p:cNvSpPr>
            <a:spLocks noGrp="1"/>
          </p:cNvSpPr>
          <p:nvPr>
            <p:ph type="title"/>
          </p:nvPr>
        </p:nvSpPr>
        <p:spPr>
          <a:xfrm>
            <a:off x="468313" y="549275"/>
            <a:ext cx="3321050" cy="763588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</a:rPr>
              <a:t>例</a:t>
            </a:r>
            <a:r>
              <a:rPr lang="en-US" altLang="zh-CN" sz="2800" b="1">
                <a:ea typeface="楷体_GB2312" pitchFamily="1" charset="-122"/>
              </a:rPr>
              <a:t>3.</a:t>
            </a:r>
            <a:r>
              <a:rPr lang="en-US" altLang="zh-CN" sz="2800">
                <a:ea typeface="楷体_GB2312" pitchFamily="1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计算反常积分</a:t>
            </a:r>
          </a:p>
        </p:txBody>
      </p:sp>
      <p:graphicFrame>
        <p:nvGraphicFramePr>
          <p:cNvPr id="14348" name="对象 14347"/>
          <p:cNvGraphicFramePr>
            <a:graphicFrameLocks noChangeAspect="1"/>
          </p:cNvGraphicFramePr>
          <p:nvPr/>
        </p:nvGraphicFramePr>
        <p:xfrm>
          <a:off x="3503613" y="444500"/>
          <a:ext cx="2997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1" r:id="rId9" imgW="2997200" imgH="939800" progId="Equation.3">
                  <p:embed/>
                </p:oleObj>
              </mc:Choice>
              <mc:Fallback>
                <p:oleObj r:id="rId9" imgW="2997200" imgH="9398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03613" y="444500"/>
                        <a:ext cx="29972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文本框 14348"/>
          <p:cNvSpPr txBox="1"/>
          <p:nvPr/>
        </p:nvSpPr>
        <p:spPr>
          <a:xfrm>
            <a:off x="539750" y="1401763"/>
            <a:ext cx="41846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解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显然瑕点为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a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 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所以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4350" name="文本框 14349"/>
          <p:cNvSpPr txBox="1"/>
          <p:nvPr/>
        </p:nvSpPr>
        <p:spPr>
          <a:xfrm>
            <a:off x="1447800" y="2170113"/>
            <a:ext cx="106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原式</a:t>
            </a:r>
          </a:p>
        </p:txBody>
      </p:sp>
      <p:graphicFrame>
        <p:nvGraphicFramePr>
          <p:cNvPr id="14351" name="对象 14350"/>
          <p:cNvGraphicFramePr>
            <a:graphicFrameLocks noChangeAspect="1"/>
          </p:cNvGraphicFramePr>
          <p:nvPr/>
        </p:nvGraphicFramePr>
        <p:xfrm>
          <a:off x="2362200" y="1981200"/>
          <a:ext cx="2374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2" r:id="rId11" imgW="2374900" imgH="939800" progId="Equation.3">
                  <p:embed/>
                </p:oleObj>
              </mc:Choice>
              <mc:Fallback>
                <p:oleObj r:id="rId11" imgW="2374900" imgH="9398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62200" y="1981200"/>
                        <a:ext cx="23749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对象 14351"/>
          <p:cNvGraphicFramePr>
            <a:graphicFrameLocks noChangeAspect="1"/>
          </p:cNvGraphicFramePr>
          <p:nvPr/>
        </p:nvGraphicFramePr>
        <p:xfrm>
          <a:off x="4737100" y="2260600"/>
          <a:ext cx="1358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3" r:id="rId13" imgW="1358900" imgH="330200" progId="Equation.3">
                  <p:embed/>
                </p:oleObj>
              </mc:Choice>
              <mc:Fallback>
                <p:oleObj r:id="rId13" imgW="1358900" imgH="3302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37100" y="2260600"/>
                        <a:ext cx="13589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对象 14352"/>
          <p:cNvGraphicFramePr>
            <a:graphicFrameLocks noChangeAspect="1"/>
          </p:cNvGraphicFramePr>
          <p:nvPr/>
        </p:nvGraphicFramePr>
        <p:xfrm>
          <a:off x="6134100" y="2014538"/>
          <a:ext cx="571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4" r:id="rId15" imgW="571500" imgH="850900" progId="Equation.3">
                  <p:embed/>
                </p:oleObj>
              </mc:Choice>
              <mc:Fallback>
                <p:oleObj r:id="rId15" imgW="571500" imgH="850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34100" y="2014538"/>
                        <a:ext cx="5715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矩形 14353"/>
          <p:cNvSpPr/>
          <p:nvPr/>
        </p:nvSpPr>
        <p:spPr>
          <a:xfrm>
            <a:off x="615950" y="3251200"/>
            <a:ext cx="3270250" cy="609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4.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讨论反常积分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aphicFrame>
        <p:nvGraphicFramePr>
          <p:cNvPr id="14355" name="对象 14354"/>
          <p:cNvGraphicFramePr>
            <a:graphicFrameLocks noChangeAspect="1"/>
          </p:cNvGraphicFramePr>
          <p:nvPr/>
        </p:nvGraphicFramePr>
        <p:xfrm>
          <a:off x="3632200" y="3086100"/>
          <a:ext cx="876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5" r:id="rId17" imgW="876300" imgH="901700" progId="Equation.3">
                  <p:embed/>
                </p:oleObj>
              </mc:Choice>
              <mc:Fallback>
                <p:oleObj r:id="rId17" imgW="876300" imgH="9017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32200" y="3086100"/>
                        <a:ext cx="8763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文本框 14355"/>
          <p:cNvSpPr txBox="1"/>
          <p:nvPr/>
        </p:nvSpPr>
        <p:spPr>
          <a:xfrm>
            <a:off x="4495800" y="3281363"/>
            <a:ext cx="3581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的收敛性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   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4357" name="文本框 14356"/>
          <p:cNvSpPr txBox="1"/>
          <p:nvPr/>
        </p:nvSpPr>
        <p:spPr>
          <a:xfrm>
            <a:off x="615950" y="4254500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解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</a:p>
        </p:txBody>
      </p:sp>
      <p:graphicFrame>
        <p:nvGraphicFramePr>
          <p:cNvPr id="14358" name="对象 14357"/>
          <p:cNvGraphicFramePr>
            <a:graphicFrameLocks noChangeAspect="1"/>
          </p:cNvGraphicFramePr>
          <p:nvPr/>
        </p:nvGraphicFramePr>
        <p:xfrm>
          <a:off x="1358900" y="4087813"/>
          <a:ext cx="876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6" r:id="rId19" imgW="876300" imgH="901700" progId="Equation.3">
                  <p:embed/>
                </p:oleObj>
              </mc:Choice>
              <mc:Fallback>
                <p:oleObj r:id="rId19" imgW="876300" imgH="9017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358900" y="4087813"/>
                        <a:ext cx="8763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9" name="对象 14358"/>
          <p:cNvGraphicFramePr>
            <a:graphicFrameLocks noChangeAspect="1"/>
          </p:cNvGraphicFramePr>
          <p:nvPr/>
        </p:nvGraphicFramePr>
        <p:xfrm>
          <a:off x="2203450" y="4087813"/>
          <a:ext cx="1168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7" r:id="rId20" imgW="1168400" imgH="901700" progId="Equation.3">
                  <p:embed/>
                </p:oleObj>
              </mc:Choice>
              <mc:Fallback>
                <p:oleObj r:id="rId20" imgW="1168400" imgH="9017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203450" y="4087813"/>
                        <a:ext cx="11684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0" name="对象 14359"/>
          <p:cNvGraphicFramePr>
            <a:graphicFrameLocks noChangeAspect="1"/>
          </p:cNvGraphicFramePr>
          <p:nvPr/>
        </p:nvGraphicFramePr>
        <p:xfrm>
          <a:off x="3416300" y="4087813"/>
          <a:ext cx="1041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8" r:id="rId22" imgW="1041400" imgH="901700" progId="Equation.3">
                  <p:embed/>
                </p:oleObj>
              </mc:Choice>
              <mc:Fallback>
                <p:oleObj r:id="rId22" imgW="1041400" imgH="9017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16300" y="4087813"/>
                        <a:ext cx="10414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1" name="对象 14360"/>
          <p:cNvGraphicFramePr>
            <a:graphicFrameLocks noChangeAspect="1"/>
          </p:cNvGraphicFramePr>
          <p:nvPr/>
        </p:nvGraphicFramePr>
        <p:xfrm>
          <a:off x="4559300" y="3975100"/>
          <a:ext cx="16891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9" r:id="rId24" imgW="1778000" imgH="1155700" progId="Equation.3">
                  <p:embed/>
                </p:oleObj>
              </mc:Choice>
              <mc:Fallback>
                <p:oleObj r:id="rId24" imgW="1778000" imgH="11557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59300" y="3975100"/>
                        <a:ext cx="1689100" cy="1096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2" name="对象 14361"/>
          <p:cNvGraphicFramePr>
            <a:graphicFrameLocks noChangeAspect="1"/>
          </p:cNvGraphicFramePr>
          <p:nvPr/>
        </p:nvGraphicFramePr>
        <p:xfrm>
          <a:off x="6223000" y="4076700"/>
          <a:ext cx="16160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0" r:id="rId26" imgW="1701800" imgH="939800" progId="Equation.3">
                  <p:embed/>
                </p:oleObj>
              </mc:Choice>
              <mc:Fallback>
                <p:oleObj r:id="rId26" imgW="1701800" imgH="9398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223000" y="4076700"/>
                        <a:ext cx="1616075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3" name="对象 14362"/>
          <p:cNvGraphicFramePr>
            <a:graphicFrameLocks noChangeAspect="1"/>
          </p:cNvGraphicFramePr>
          <p:nvPr/>
        </p:nvGraphicFramePr>
        <p:xfrm>
          <a:off x="7848600" y="4406900"/>
          <a:ext cx="584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1" r:id="rId28" imgW="583565" imgH="215900" progId="Equation.3">
                  <p:embed/>
                </p:oleObj>
              </mc:Choice>
              <mc:Fallback>
                <p:oleObj r:id="rId28" imgW="583565" imgH="2159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848600" y="4406900"/>
                        <a:ext cx="5842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文本框 14363"/>
          <p:cNvSpPr txBox="1"/>
          <p:nvPr/>
        </p:nvSpPr>
        <p:spPr>
          <a:xfrm>
            <a:off x="228600" y="5245100"/>
            <a:ext cx="2590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所以反常积分</a:t>
            </a:r>
          </a:p>
        </p:txBody>
      </p:sp>
      <p:graphicFrame>
        <p:nvGraphicFramePr>
          <p:cNvPr id="14365" name="对象 14364"/>
          <p:cNvGraphicFramePr>
            <a:graphicFrameLocks noChangeAspect="1"/>
          </p:cNvGraphicFramePr>
          <p:nvPr/>
        </p:nvGraphicFramePr>
        <p:xfrm>
          <a:off x="2501900" y="5118100"/>
          <a:ext cx="876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2" r:id="rId30" imgW="876300" imgH="901700" progId="Equation.3">
                  <p:embed/>
                </p:oleObj>
              </mc:Choice>
              <mc:Fallback>
                <p:oleObj r:id="rId30" imgW="876300" imgH="9017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01900" y="5118100"/>
                        <a:ext cx="8763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文本框 14365"/>
          <p:cNvSpPr txBox="1"/>
          <p:nvPr/>
        </p:nvSpPr>
        <p:spPr>
          <a:xfrm>
            <a:off x="3429000" y="5287963"/>
            <a:ext cx="1600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发散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build="p"/>
      <p:bldP spid="14345" grpId="0" build="p"/>
      <p:bldP spid="14349" grpId="0"/>
      <p:bldP spid="14350" grpId="0"/>
      <p:bldP spid="14354" grpId="0" build="p"/>
      <p:bldP spid="14356" grpId="0" build="p" advAuto="1000"/>
      <p:bldP spid="14357" grpId="0"/>
      <p:bldP spid="14364" grpId="0"/>
      <p:bldP spid="143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5361"/>
          <p:cNvSpPr>
            <a:spLocks noGrp="1"/>
          </p:cNvSpPr>
          <p:nvPr>
            <p:ph type="title"/>
          </p:nvPr>
        </p:nvSpPr>
        <p:spPr>
          <a:xfrm>
            <a:off x="539750" y="476250"/>
            <a:ext cx="3386138" cy="763588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</a:rPr>
              <a:t>例</a:t>
            </a:r>
            <a:r>
              <a:rPr lang="en-US" altLang="zh-CN" sz="2800" b="1">
                <a:ea typeface="楷体_GB2312" pitchFamily="1" charset="-122"/>
              </a:rPr>
              <a:t>5.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证明反常积分</a:t>
            </a:r>
            <a:endParaRPr lang="zh-CN" altLang="en-US" sz="2800">
              <a:ea typeface="楷体_GB2312" pitchFamily="1" charset="-122"/>
            </a:endParaRPr>
          </a:p>
        </p:txBody>
      </p:sp>
      <p:graphicFrame>
        <p:nvGraphicFramePr>
          <p:cNvPr id="15363" name="对象 15362"/>
          <p:cNvGraphicFramePr>
            <a:graphicFrameLocks noChangeAspect="1"/>
          </p:cNvGraphicFramePr>
          <p:nvPr/>
        </p:nvGraphicFramePr>
        <p:xfrm>
          <a:off x="3568700" y="425450"/>
          <a:ext cx="1562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r:id="rId3" imgW="1562100" imgH="977900" progId="Equation.3">
                  <p:embed/>
                </p:oleObj>
              </mc:Choice>
              <mc:Fallback>
                <p:oleObj r:id="rId3" imgW="1562100" imgH="9779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68700" y="425450"/>
                        <a:ext cx="15621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文本框 15363"/>
          <p:cNvSpPr txBox="1"/>
          <p:nvPr/>
        </p:nvSpPr>
        <p:spPr>
          <a:xfrm>
            <a:off x="539750" y="2101850"/>
            <a:ext cx="2508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证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</a:t>
            </a:r>
            <a:r>
              <a:rPr lang="zh-CN" altLang="en-US" sz="2800" i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= 1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sp>
        <p:nvSpPr>
          <p:cNvPr id="15365" name="文本框 15364"/>
          <p:cNvSpPr txBox="1"/>
          <p:nvPr/>
        </p:nvSpPr>
        <p:spPr>
          <a:xfrm>
            <a:off x="5105400" y="647700"/>
            <a:ext cx="381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</a:t>
            </a:r>
            <a:r>
              <a:rPr lang="zh-CN" altLang="en-US" sz="2800" i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&lt; 1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时收敛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; 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≥1 </a:t>
            </a:r>
          </a:p>
        </p:txBody>
      </p:sp>
      <p:sp>
        <p:nvSpPr>
          <p:cNvPr id="15366" name="文本框 15365"/>
          <p:cNvSpPr txBox="1"/>
          <p:nvPr/>
        </p:nvSpPr>
        <p:spPr>
          <a:xfrm>
            <a:off x="228600" y="1309688"/>
            <a:ext cx="1600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时发散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  <p:graphicFrame>
        <p:nvGraphicFramePr>
          <p:cNvPr id="15367" name="对象 15366"/>
          <p:cNvGraphicFramePr>
            <a:graphicFrameLocks noChangeAspect="1"/>
          </p:cNvGraphicFramePr>
          <p:nvPr/>
        </p:nvGraphicFramePr>
        <p:xfrm>
          <a:off x="3000375" y="1919288"/>
          <a:ext cx="1104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r:id="rId5" imgW="1104900" imgH="850900" progId="Equation.3">
                  <p:embed/>
                </p:oleObj>
              </mc:Choice>
              <mc:Fallback>
                <p:oleObj r:id="rId5" imgW="1104900" imgH="8509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00375" y="1919288"/>
                        <a:ext cx="1104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对象 15367"/>
          <p:cNvGraphicFramePr>
            <a:graphicFrameLocks noChangeAspect="1"/>
          </p:cNvGraphicFramePr>
          <p:nvPr/>
        </p:nvGraphicFramePr>
        <p:xfrm>
          <a:off x="4203700" y="2019300"/>
          <a:ext cx="2146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9" r:id="rId7" imgW="2145665" imgH="723900" progId="Equation.3">
                  <p:embed/>
                </p:oleObj>
              </mc:Choice>
              <mc:Fallback>
                <p:oleObj r:id="rId7" imgW="2145665" imgH="7239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03700" y="2019300"/>
                        <a:ext cx="21463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对象 15368"/>
          <p:cNvGraphicFramePr>
            <a:graphicFrameLocks noChangeAspect="1"/>
          </p:cNvGraphicFramePr>
          <p:nvPr/>
        </p:nvGraphicFramePr>
        <p:xfrm>
          <a:off x="6527800" y="2211388"/>
          <a:ext cx="787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r:id="rId9" imgW="787400" imgH="241300" progId="Equation.3">
                  <p:embed/>
                </p:oleObj>
              </mc:Choice>
              <mc:Fallback>
                <p:oleObj r:id="rId9" imgW="787400" imgH="2413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27800" y="2211388"/>
                        <a:ext cx="7874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文本框 15369"/>
          <p:cNvSpPr txBox="1"/>
          <p:nvPr/>
        </p:nvSpPr>
        <p:spPr>
          <a:xfrm>
            <a:off x="1066800" y="2833688"/>
            <a:ext cx="2057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</a:t>
            </a:r>
            <a:r>
              <a:rPr lang="zh-CN" altLang="en-US" sz="2800" i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≠1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</a:t>
            </a:r>
          </a:p>
        </p:txBody>
      </p:sp>
      <p:graphicFrame>
        <p:nvGraphicFramePr>
          <p:cNvPr id="15371" name="对象 15370"/>
          <p:cNvGraphicFramePr>
            <a:graphicFrameLocks noChangeAspect="1"/>
          </p:cNvGraphicFramePr>
          <p:nvPr/>
        </p:nvGraphicFramePr>
        <p:xfrm>
          <a:off x="969963" y="3492500"/>
          <a:ext cx="1562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r:id="rId11" imgW="1562100" imgH="977900" progId="Equation.3">
                  <p:embed/>
                </p:oleObj>
              </mc:Choice>
              <mc:Fallback>
                <p:oleObj r:id="rId11" imgW="1562100" imgH="9779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69963" y="3492500"/>
                        <a:ext cx="15621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对象 15371"/>
          <p:cNvGraphicFramePr>
            <a:graphicFrameLocks noChangeAspect="1"/>
          </p:cNvGraphicFramePr>
          <p:nvPr/>
        </p:nvGraphicFramePr>
        <p:xfrm>
          <a:off x="2595563" y="3429000"/>
          <a:ext cx="2679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r:id="rId12" imgW="2679700" imgH="1016000" progId="Equation.3">
                  <p:embed/>
                </p:oleObj>
              </mc:Choice>
              <mc:Fallback>
                <p:oleObj r:id="rId12" imgW="2679700" imgH="10160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95563" y="3429000"/>
                        <a:ext cx="26797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对象 15372"/>
          <p:cNvGraphicFramePr>
            <a:graphicFrameLocks noChangeAspect="1"/>
          </p:cNvGraphicFramePr>
          <p:nvPr/>
        </p:nvGraphicFramePr>
        <p:xfrm>
          <a:off x="5122863" y="3276600"/>
          <a:ext cx="820737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r:id="rId14" imgW="304800" imgH="508000" progId="Equation.3">
                  <p:embed/>
                </p:oleObj>
              </mc:Choice>
              <mc:Fallback>
                <p:oleObj r:id="rId14" imgW="304800" imgH="5080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22863" y="3276600"/>
                        <a:ext cx="820737" cy="1373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对象 15373"/>
          <p:cNvGraphicFramePr>
            <a:graphicFrameLocks noChangeAspect="1"/>
          </p:cNvGraphicFramePr>
          <p:nvPr/>
        </p:nvGraphicFramePr>
        <p:xfrm>
          <a:off x="7696200" y="335280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r:id="rId16" imgW="698500" imgH="393700" progId="Equation.3">
                  <p:embed/>
                </p:oleObj>
              </mc:Choice>
              <mc:Fallback>
                <p:oleObj r:id="rId16" imgW="698500" imgH="3937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696200" y="3352800"/>
                        <a:ext cx="698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对象 15374"/>
          <p:cNvGraphicFramePr>
            <a:graphicFrameLocks noChangeAspect="1"/>
          </p:cNvGraphicFramePr>
          <p:nvPr/>
        </p:nvGraphicFramePr>
        <p:xfrm>
          <a:off x="5803900" y="3052763"/>
          <a:ext cx="153987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r:id="rId18" imgW="1587500" imgH="1016000" progId="Equation.3">
                  <p:embed/>
                </p:oleObj>
              </mc:Choice>
              <mc:Fallback>
                <p:oleObj r:id="rId18" imgW="1587500" imgH="10160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803900" y="3052763"/>
                        <a:ext cx="1539875" cy="985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6" name="对象 15375"/>
          <p:cNvGraphicFramePr>
            <a:graphicFrameLocks noChangeAspect="1"/>
          </p:cNvGraphicFramePr>
          <p:nvPr/>
        </p:nvGraphicFramePr>
        <p:xfrm>
          <a:off x="7772400" y="4191000"/>
          <a:ext cx="711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6" r:id="rId20" imgW="711200" imgH="393700" progId="Equation.3">
                  <p:embed/>
                </p:oleObj>
              </mc:Choice>
              <mc:Fallback>
                <p:oleObj r:id="rId20" imgW="711200" imgH="3937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772400" y="4191000"/>
                        <a:ext cx="7112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对象 15376"/>
          <p:cNvGraphicFramePr>
            <a:graphicFrameLocks noChangeAspect="1"/>
          </p:cNvGraphicFramePr>
          <p:nvPr/>
        </p:nvGraphicFramePr>
        <p:xfrm>
          <a:off x="5938838" y="4267200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7" r:id="rId22" imgW="723900" imgH="330200" progId="Equation.3">
                  <p:embed/>
                </p:oleObj>
              </mc:Choice>
              <mc:Fallback>
                <p:oleObj r:id="rId22" imgW="723900" imgH="3302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938838" y="4267200"/>
                        <a:ext cx="7239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文本框 15377"/>
          <p:cNvSpPr txBox="1"/>
          <p:nvPr/>
        </p:nvSpPr>
        <p:spPr>
          <a:xfrm>
            <a:off x="539750" y="5043488"/>
            <a:ext cx="6629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所以当</a:t>
            </a:r>
            <a:r>
              <a:rPr lang="zh-CN" altLang="en-US" sz="2800" i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 &lt; 1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该广义积分收敛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其值为</a:t>
            </a:r>
          </a:p>
        </p:txBody>
      </p:sp>
      <p:graphicFrame>
        <p:nvGraphicFramePr>
          <p:cNvPr id="15379" name="对象 15378"/>
          <p:cNvGraphicFramePr>
            <a:graphicFrameLocks noChangeAspect="1"/>
          </p:cNvGraphicFramePr>
          <p:nvPr/>
        </p:nvGraphicFramePr>
        <p:xfrm>
          <a:off x="7023100" y="4800600"/>
          <a:ext cx="1587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8" r:id="rId24" imgW="1587500" imgH="1016000" progId="Equation.3">
                  <p:embed/>
                </p:oleObj>
              </mc:Choice>
              <mc:Fallback>
                <p:oleObj r:id="rId24" imgW="1587500" imgH="10160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023100" y="4800600"/>
                        <a:ext cx="15875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0" name="文本框 15379"/>
          <p:cNvSpPr txBox="1"/>
          <p:nvPr/>
        </p:nvSpPr>
        <p:spPr>
          <a:xfrm>
            <a:off x="1187450" y="5734050"/>
            <a:ext cx="487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</a:t>
            </a:r>
            <a:r>
              <a:rPr lang="zh-CN" altLang="en-US" sz="2800" i="1">
                <a:latin typeface="Times New Roman" panose="02020603050405020304" pitchFamily="18" charset="0"/>
                <a:ea typeface="仿宋_GB2312" pitchFamily="1" charset="-122"/>
              </a:rPr>
              <a:t>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1" charset="-122"/>
              </a:rPr>
              <a:t>q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1" charset="-122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≥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1" charset="-122"/>
              </a:rPr>
              <a:t> 1</a:t>
            </a:r>
            <a:r>
              <a:rPr lang="en-US" altLang="zh-CN" sz="2800">
                <a:latin typeface="Times New Roman" panose="02020603050405020304" pitchFamily="18" charset="0"/>
                <a:ea typeface="仿宋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该广义积分发散</a:t>
            </a:r>
            <a:r>
              <a:rPr lang="zh-CN" altLang="en-US" sz="2800">
                <a:latin typeface="Times New Roman" panose="02020603050405020304" pitchFamily="18" charset="0"/>
                <a:ea typeface="仿宋_GB2312" pitchFamily="1" charset="-12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仿宋_GB2312" pitchFamily="1" charset="-122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70" grpId="0"/>
      <p:bldP spid="15378" grpId="0"/>
      <p:bldP spid="153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539750" y="404813"/>
            <a:ext cx="1117600" cy="571500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solidFill>
                  <a:schemeClr val="tx1"/>
                </a:solidFill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chemeClr val="tx1"/>
                </a:solidFill>
                <a:ea typeface="楷体_GB2312" pitchFamily="1" charset="-122"/>
              </a:rPr>
              <a:t>6</a:t>
            </a:r>
            <a:r>
              <a:rPr lang="en-US" altLang="zh-CN" sz="2800" b="1">
                <a:solidFill>
                  <a:srgbClr val="FFFF00"/>
                </a:solidFill>
                <a:ea typeface="楷体_GB2312" pitchFamily="1" charset="-122"/>
              </a:rPr>
              <a:t>.</a:t>
            </a:r>
          </a:p>
        </p:txBody>
      </p:sp>
      <p:sp>
        <p:nvSpPr>
          <p:cNvPr id="16387" name="文本框 16386"/>
          <p:cNvSpPr txBox="1"/>
          <p:nvPr/>
        </p:nvSpPr>
        <p:spPr>
          <a:xfrm>
            <a:off x="539750" y="1295400"/>
            <a:ext cx="727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2800" b="1">
                <a:latin typeface="Times New Roman" panose="02020603050405020304" pitchFamily="18" charset="0"/>
                <a:ea typeface="楷体_GB2312" pitchFamily="1" charset="-122"/>
              </a:rPr>
              <a:t>解</a:t>
            </a:r>
            <a:r>
              <a:rPr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</a:p>
        </p:txBody>
      </p:sp>
      <p:graphicFrame>
        <p:nvGraphicFramePr>
          <p:cNvPr id="16388" name="对象 16387"/>
          <p:cNvGraphicFramePr>
            <a:graphicFrameLocks noChangeAspect="1"/>
          </p:cNvGraphicFramePr>
          <p:nvPr/>
        </p:nvGraphicFramePr>
        <p:xfrm>
          <a:off x="1371600" y="254000"/>
          <a:ext cx="3657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6" r:id="rId3" imgW="3656330" imgH="1040765" progId="Equation.3">
                  <p:embed/>
                </p:oleObj>
              </mc:Choice>
              <mc:Fallback>
                <p:oleObj r:id="rId3" imgW="3656330" imgH="104076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254000"/>
                        <a:ext cx="3657600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文本框 16388"/>
          <p:cNvSpPr txBox="1"/>
          <p:nvPr/>
        </p:nvSpPr>
        <p:spPr>
          <a:xfrm>
            <a:off x="5029200" y="4572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求</a:t>
            </a:r>
          </a:p>
        </p:txBody>
      </p:sp>
      <p:graphicFrame>
        <p:nvGraphicFramePr>
          <p:cNvPr id="16390" name="对象 16389"/>
          <p:cNvGraphicFramePr>
            <a:graphicFrameLocks noChangeAspect="1"/>
          </p:cNvGraphicFramePr>
          <p:nvPr/>
        </p:nvGraphicFramePr>
        <p:xfrm>
          <a:off x="5461000" y="304800"/>
          <a:ext cx="3073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7" r:id="rId5" imgW="3073400" imgH="977900" progId="Equation.3">
                  <p:embed/>
                </p:oleObj>
              </mc:Choice>
              <mc:Fallback>
                <p:oleObj r:id="rId5" imgW="3073400" imgH="9779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61000" y="304800"/>
                        <a:ext cx="30734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对象 16390"/>
          <p:cNvGraphicFramePr>
            <a:graphicFrameLocks noChangeAspect="1"/>
          </p:cNvGraphicFramePr>
          <p:nvPr/>
        </p:nvGraphicFramePr>
        <p:xfrm>
          <a:off x="1219200" y="1433513"/>
          <a:ext cx="33337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" r:id="rId7" imgW="3338830" imgH="444500" progId="Equation.3">
                  <p:embed/>
                </p:oleObj>
              </mc:Choice>
              <mc:Fallback>
                <p:oleObj r:id="rId7" imgW="3338830" imgH="4445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219200" y="1433513"/>
                        <a:ext cx="33337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文本框 16391"/>
          <p:cNvSpPr txBox="1"/>
          <p:nvPr/>
        </p:nvSpPr>
        <p:spPr>
          <a:xfrm>
            <a:off x="4564063" y="1419225"/>
            <a:ext cx="24066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的无穷间断点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sp>
        <p:nvSpPr>
          <p:cNvPr id="16393" name="文本框 16392"/>
          <p:cNvSpPr txBox="1"/>
          <p:nvPr/>
        </p:nvSpPr>
        <p:spPr>
          <a:xfrm>
            <a:off x="6858000" y="1435100"/>
            <a:ext cx="19034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故 </a:t>
            </a:r>
            <a:r>
              <a:rPr lang="en-US" altLang="zh-CN" sz="2800" i="1">
                <a:latin typeface="Times New Roman" panose="02020603050405020304" pitchFamily="18" charset="0"/>
                <a:ea typeface="楷体_GB2312" pitchFamily="1" charset="-122"/>
              </a:rPr>
              <a:t>I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为反常</a:t>
            </a:r>
          </a:p>
        </p:txBody>
      </p:sp>
      <p:graphicFrame>
        <p:nvGraphicFramePr>
          <p:cNvPr id="16394" name="对象 16393"/>
          <p:cNvGraphicFramePr>
            <a:graphicFrameLocks noChangeAspect="1"/>
          </p:cNvGraphicFramePr>
          <p:nvPr/>
        </p:nvGraphicFramePr>
        <p:xfrm>
          <a:off x="1022350" y="3511550"/>
          <a:ext cx="2159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" r:id="rId9" imgW="2158365" imgH="951865" progId="Equation.3">
                  <p:embed/>
                </p:oleObj>
              </mc:Choice>
              <mc:Fallback>
                <p:oleObj r:id="rId9" imgW="2158365" imgH="951865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22350" y="3511550"/>
                        <a:ext cx="21590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对象 16394"/>
          <p:cNvGraphicFramePr>
            <a:graphicFrameLocks noChangeAspect="1"/>
          </p:cNvGraphicFramePr>
          <p:nvPr/>
        </p:nvGraphicFramePr>
        <p:xfrm>
          <a:off x="3225800" y="3543300"/>
          <a:ext cx="1879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0" r:id="rId11" imgW="1878965" imgH="951865" progId="Equation.3">
                  <p:embed/>
                </p:oleObj>
              </mc:Choice>
              <mc:Fallback>
                <p:oleObj r:id="rId11" imgW="1878965" imgH="951865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25800" y="3543300"/>
                        <a:ext cx="18796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对象 16395"/>
          <p:cNvGraphicFramePr>
            <a:graphicFrameLocks noChangeAspect="1"/>
          </p:cNvGraphicFramePr>
          <p:nvPr/>
        </p:nvGraphicFramePr>
        <p:xfrm>
          <a:off x="5143500" y="3810000"/>
          <a:ext cx="255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1" r:id="rId13" imgW="2550795" imgH="405765" progId="Equation.3">
                  <p:embed/>
                </p:oleObj>
              </mc:Choice>
              <mc:Fallback>
                <p:oleObj r:id="rId13" imgW="2550795" imgH="40576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43500" y="3810000"/>
                        <a:ext cx="25527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对象 16396"/>
          <p:cNvGraphicFramePr>
            <a:graphicFrameLocks noChangeAspect="1"/>
          </p:cNvGraphicFramePr>
          <p:nvPr/>
        </p:nvGraphicFramePr>
        <p:xfrm>
          <a:off x="520700" y="2362200"/>
          <a:ext cx="2984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2" r:id="rId15" imgW="2983230" imgH="951865" progId="Equation.3">
                  <p:embed/>
                </p:oleObj>
              </mc:Choice>
              <mc:Fallback>
                <p:oleObj r:id="rId15" imgW="2983230" imgH="951865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0700" y="2362200"/>
                        <a:ext cx="29845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对象 16397"/>
          <p:cNvGraphicFramePr>
            <a:graphicFrameLocks noChangeAspect="1"/>
          </p:cNvGraphicFramePr>
          <p:nvPr/>
        </p:nvGraphicFramePr>
        <p:xfrm>
          <a:off x="3505200" y="2362200"/>
          <a:ext cx="2514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3" r:id="rId17" imgW="2513330" imgH="951865" progId="Equation.3">
                  <p:embed/>
                </p:oleObj>
              </mc:Choice>
              <mc:Fallback>
                <p:oleObj r:id="rId17" imgW="2513330" imgH="951865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05200" y="2362200"/>
                        <a:ext cx="25146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对象 16398"/>
          <p:cNvGraphicFramePr>
            <a:graphicFrameLocks noChangeAspect="1"/>
          </p:cNvGraphicFramePr>
          <p:nvPr/>
        </p:nvGraphicFramePr>
        <p:xfrm>
          <a:off x="6019800" y="2362200"/>
          <a:ext cx="2514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4" r:id="rId19" imgW="2513330" imgH="951865" progId="Equation.3">
                  <p:embed/>
                </p:oleObj>
              </mc:Choice>
              <mc:Fallback>
                <p:oleObj r:id="rId19" imgW="2513330" imgH="95186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19800" y="2362200"/>
                        <a:ext cx="25146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文本框 16399"/>
          <p:cNvSpPr txBox="1"/>
          <p:nvPr/>
        </p:nvSpPr>
        <p:spPr>
          <a:xfrm>
            <a:off x="158750" y="1890713"/>
            <a:ext cx="9842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积分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  <p:sp>
        <p:nvSpPr>
          <p:cNvPr id="16401" name="直接连接符 16400"/>
          <p:cNvSpPr/>
          <p:nvPr/>
        </p:nvSpPr>
        <p:spPr>
          <a:xfrm>
            <a:off x="990600" y="3352800"/>
            <a:ext cx="0" cy="1447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16402" name="对象 16401"/>
          <p:cNvGraphicFramePr>
            <a:graphicFrameLocks noChangeAspect="1"/>
          </p:cNvGraphicFramePr>
          <p:nvPr/>
        </p:nvGraphicFramePr>
        <p:xfrm>
          <a:off x="889000" y="4800600"/>
          <a:ext cx="215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5" r:id="rId21" imgW="2158365" imgH="431800" progId="Equation.3">
                  <p:embed/>
                </p:oleObj>
              </mc:Choice>
              <mc:Fallback>
                <p:oleObj r:id="rId21" imgW="2158365" imgH="4318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89000" y="4800600"/>
                        <a:ext cx="2159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3" name="对象 16402"/>
          <p:cNvGraphicFramePr>
            <a:graphicFrameLocks noChangeAspect="1"/>
          </p:cNvGraphicFramePr>
          <p:nvPr/>
        </p:nvGraphicFramePr>
        <p:xfrm>
          <a:off x="3644900" y="4824413"/>
          <a:ext cx="2146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6" r:id="rId23" imgW="2145665" imgH="431800" progId="Equation.3">
                  <p:embed/>
                </p:oleObj>
              </mc:Choice>
              <mc:Fallback>
                <p:oleObj r:id="rId23" imgW="2145665" imgH="4318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44900" y="4824413"/>
                        <a:ext cx="21463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对象 16403"/>
          <p:cNvGraphicFramePr>
            <a:graphicFrameLocks noChangeAspect="1"/>
          </p:cNvGraphicFramePr>
          <p:nvPr/>
        </p:nvGraphicFramePr>
        <p:xfrm>
          <a:off x="5791200" y="4622800"/>
          <a:ext cx="3254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7" r:id="rId25" imgW="406400" imgH="951865" progId="Equation.3">
                  <p:embed/>
                </p:oleObj>
              </mc:Choice>
              <mc:Fallback>
                <p:oleObj r:id="rId25" imgW="406400" imgH="951865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91200" y="4622800"/>
                        <a:ext cx="325438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对象 16404"/>
          <p:cNvGraphicFramePr>
            <a:graphicFrameLocks noChangeAspect="1"/>
          </p:cNvGraphicFramePr>
          <p:nvPr/>
        </p:nvGraphicFramePr>
        <p:xfrm>
          <a:off x="6248400" y="4773613"/>
          <a:ext cx="2144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8" r:id="rId27" imgW="2145665" imgH="431800" progId="Equation.3">
                  <p:embed/>
                </p:oleObj>
              </mc:Choice>
              <mc:Fallback>
                <p:oleObj r:id="rId27" imgW="2145665" imgH="4318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48400" y="4773613"/>
                        <a:ext cx="2144713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对象 16405"/>
          <p:cNvGraphicFramePr>
            <a:graphicFrameLocks noChangeAspect="1"/>
          </p:cNvGraphicFramePr>
          <p:nvPr/>
        </p:nvGraphicFramePr>
        <p:xfrm>
          <a:off x="8382000" y="4630738"/>
          <a:ext cx="334963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9" r:id="rId29" imgW="419100" imgH="940435" progId="Equation.3">
                  <p:embed/>
                </p:oleObj>
              </mc:Choice>
              <mc:Fallback>
                <p:oleObj r:id="rId29" imgW="419100" imgH="94043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382000" y="4630738"/>
                        <a:ext cx="334963" cy="750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对象 16406"/>
          <p:cNvGraphicFramePr>
            <a:graphicFrameLocks noChangeAspect="1"/>
          </p:cNvGraphicFramePr>
          <p:nvPr/>
        </p:nvGraphicFramePr>
        <p:xfrm>
          <a:off x="887413" y="5454650"/>
          <a:ext cx="825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0" r:id="rId31" imgW="825500" imgH="850900" progId="Equation.3">
                  <p:embed/>
                </p:oleObj>
              </mc:Choice>
              <mc:Fallback>
                <p:oleObj r:id="rId31" imgW="825500" imgH="8509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87413" y="5454650"/>
                        <a:ext cx="8255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对象 16407"/>
          <p:cNvGraphicFramePr>
            <a:graphicFrameLocks noChangeAspect="1"/>
          </p:cNvGraphicFramePr>
          <p:nvPr/>
        </p:nvGraphicFramePr>
        <p:xfrm>
          <a:off x="1752600" y="5454650"/>
          <a:ext cx="9144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1" r:id="rId33" imgW="914400" imgH="850900" progId="Equation.3">
                  <p:embed/>
                </p:oleObj>
              </mc:Choice>
              <mc:Fallback>
                <p:oleObj r:id="rId33" imgW="914400" imgH="8509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52600" y="5454650"/>
                        <a:ext cx="914400" cy="846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9" name="对象 16408"/>
          <p:cNvGraphicFramePr>
            <a:graphicFrameLocks noChangeAspect="1"/>
          </p:cNvGraphicFramePr>
          <p:nvPr/>
        </p:nvGraphicFramePr>
        <p:xfrm>
          <a:off x="2692400" y="5454650"/>
          <a:ext cx="66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2" r:id="rId35" imgW="660400" imgH="850900" progId="Equation.3">
                  <p:embed/>
                </p:oleObj>
              </mc:Choice>
              <mc:Fallback>
                <p:oleObj r:id="rId35" imgW="660400" imgH="8509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692400" y="5454650"/>
                        <a:ext cx="6604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0" name="对象 16409"/>
          <p:cNvGraphicFramePr>
            <a:graphicFrameLocks noChangeAspect="1"/>
          </p:cNvGraphicFramePr>
          <p:nvPr/>
        </p:nvGraphicFramePr>
        <p:xfrm>
          <a:off x="3536950" y="5473700"/>
          <a:ext cx="1752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3" r:id="rId37" imgW="1751965" imgH="850265" progId="Equation.3">
                  <p:embed/>
                </p:oleObj>
              </mc:Choice>
              <mc:Fallback>
                <p:oleObj r:id="rId37" imgW="1751965" imgH="85026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36950" y="5473700"/>
                        <a:ext cx="1752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1" name="对象 16410"/>
          <p:cNvGraphicFramePr>
            <a:graphicFrameLocks noChangeAspect="1"/>
          </p:cNvGraphicFramePr>
          <p:nvPr/>
        </p:nvGraphicFramePr>
        <p:xfrm>
          <a:off x="5430838" y="5473700"/>
          <a:ext cx="66516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" r:id="rId39" imgW="660400" imgH="850900" progId="Equation.3">
                  <p:embed/>
                </p:oleObj>
              </mc:Choice>
              <mc:Fallback>
                <p:oleObj r:id="rId39" imgW="660400" imgH="8509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430838" y="5473700"/>
                        <a:ext cx="665162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2" name="对象 16411"/>
          <p:cNvGraphicFramePr>
            <a:graphicFrameLocks noChangeAspect="1"/>
          </p:cNvGraphicFramePr>
          <p:nvPr/>
        </p:nvGraphicFramePr>
        <p:xfrm>
          <a:off x="6172200" y="5473700"/>
          <a:ext cx="2400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5" r:id="rId40" imgW="2399030" imgH="850265" progId="Equation.3">
                  <p:embed/>
                </p:oleObj>
              </mc:Choice>
              <mc:Fallback>
                <p:oleObj r:id="rId40" imgW="2399030" imgH="850265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172200" y="5473700"/>
                        <a:ext cx="24003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3" name="对象 16412"/>
          <p:cNvGraphicFramePr>
            <a:graphicFrameLocks noChangeAspect="1"/>
          </p:cNvGraphicFramePr>
          <p:nvPr/>
        </p:nvGraphicFramePr>
        <p:xfrm>
          <a:off x="3124200" y="4648200"/>
          <a:ext cx="3349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6" r:id="rId42" imgW="419100" imgH="952500" progId="Equation.3">
                  <p:embed/>
                </p:oleObj>
              </mc:Choice>
              <mc:Fallback>
                <p:oleObj r:id="rId42" imgW="419100" imgH="9525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3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24200" y="4648200"/>
                        <a:ext cx="334963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  <p:bldP spid="16392" grpId="0" build="p" advAuto="1000"/>
      <p:bldP spid="16393" grpId="0" build="p"/>
      <p:bldP spid="16400" grpId="0" build="p" advAuto="100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17409"/>
          <p:cNvSpPr txBox="1"/>
          <p:nvPr/>
        </p:nvSpPr>
        <p:spPr>
          <a:xfrm>
            <a:off x="0" y="333375"/>
            <a:ext cx="9144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latin typeface="Arial" panose="020B0604020202020204" pitchFamily="34" charset="0"/>
              </a:rPr>
              <a:t>注意：对于此两类反常积分，有与定积分类似的</a:t>
            </a:r>
          </a:p>
        </p:txBody>
      </p:sp>
      <p:sp>
        <p:nvSpPr>
          <p:cNvPr id="17411" name="矩形 17410"/>
          <p:cNvSpPr/>
          <p:nvPr/>
        </p:nvSpPr>
        <p:spPr>
          <a:xfrm>
            <a:off x="1692275" y="981075"/>
            <a:ext cx="54673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latin typeface="Tahoma" panose="020B0604030504040204" pitchFamily="34" charset="0"/>
              </a:rPr>
              <a:t>变量代换公式及分部积分公式</a:t>
            </a:r>
          </a:p>
        </p:txBody>
      </p:sp>
      <p:sp>
        <p:nvSpPr>
          <p:cNvPr id="17412" name="文本框 17411"/>
          <p:cNvSpPr txBox="1"/>
          <p:nvPr/>
        </p:nvSpPr>
        <p:spPr>
          <a:xfrm>
            <a:off x="179388" y="1557338"/>
            <a:ext cx="3384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</a:rPr>
              <a:t>变量代换公式：</a:t>
            </a:r>
          </a:p>
        </p:txBody>
      </p:sp>
      <p:graphicFrame>
        <p:nvGraphicFramePr>
          <p:cNvPr id="17413" name="对象 17412"/>
          <p:cNvGraphicFramePr>
            <a:graphicFrameLocks noChangeAspect="1"/>
          </p:cNvGraphicFramePr>
          <p:nvPr/>
        </p:nvGraphicFramePr>
        <p:xfrm>
          <a:off x="323850" y="2420938"/>
          <a:ext cx="84963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r:id="rId3" imgW="3449955" imgH="215900" progId="Equation.3">
                  <p:embed/>
                </p:oleObj>
              </mc:Choice>
              <mc:Fallback>
                <p:oleObj r:id="rId3" imgW="3449955" imgH="2159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850" y="2420938"/>
                        <a:ext cx="8496300" cy="531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对象 17413"/>
          <p:cNvGraphicFramePr>
            <a:graphicFrameLocks noChangeAspect="1"/>
          </p:cNvGraphicFramePr>
          <p:nvPr/>
        </p:nvGraphicFramePr>
        <p:xfrm>
          <a:off x="179388" y="3068638"/>
          <a:ext cx="203041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r:id="rId5" imgW="826135" imgH="279400" progId="Equation.3">
                  <p:embed/>
                </p:oleObj>
              </mc:Choice>
              <mc:Fallback>
                <p:oleObj r:id="rId5" imgW="826135" imgH="2794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388" y="3068638"/>
                        <a:ext cx="2030412" cy="688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对象 17414"/>
          <p:cNvGraphicFramePr>
            <a:graphicFrameLocks noChangeAspect="1"/>
          </p:cNvGraphicFramePr>
          <p:nvPr/>
        </p:nvGraphicFramePr>
        <p:xfrm>
          <a:off x="2195513" y="3068638"/>
          <a:ext cx="1998662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r:id="rId7" imgW="812165" imgH="304800" progId="Equation.3">
                  <p:embed/>
                </p:oleObj>
              </mc:Choice>
              <mc:Fallback>
                <p:oleObj r:id="rId7" imgW="812165" imgH="3048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5513" y="3068638"/>
                        <a:ext cx="1998662" cy="750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对象 17415"/>
          <p:cNvGraphicFramePr>
            <a:graphicFrameLocks noChangeAspect="1"/>
          </p:cNvGraphicFramePr>
          <p:nvPr/>
        </p:nvGraphicFramePr>
        <p:xfrm>
          <a:off x="4211638" y="2924175"/>
          <a:ext cx="46847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3" r:id="rId9" imgW="1904365" imgH="330200" progId="Equation.3">
                  <p:embed/>
                </p:oleObj>
              </mc:Choice>
              <mc:Fallback>
                <p:oleObj r:id="rId9" imgW="1904365" imgH="3302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11638" y="2924175"/>
                        <a:ext cx="4684712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文本框 17416"/>
          <p:cNvSpPr txBox="1"/>
          <p:nvPr/>
        </p:nvSpPr>
        <p:spPr>
          <a:xfrm>
            <a:off x="250825" y="3933825"/>
            <a:ext cx="24495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</a:rPr>
              <a:t>分部积分公式</a:t>
            </a:r>
            <a:r>
              <a:rPr lang="zh-CN" altLang="en-US" sz="2800" b="1">
                <a:solidFill>
                  <a:srgbClr val="FFFF00"/>
                </a:solidFill>
                <a:latin typeface="Tahoma" panose="020B0604030504040204" pitchFamily="34" charset="0"/>
              </a:rPr>
              <a:t>：</a:t>
            </a:r>
          </a:p>
        </p:txBody>
      </p:sp>
      <p:graphicFrame>
        <p:nvGraphicFramePr>
          <p:cNvPr id="17418" name="对象 17417"/>
          <p:cNvGraphicFramePr>
            <a:graphicFrameLocks noChangeAspect="1"/>
          </p:cNvGraphicFramePr>
          <p:nvPr/>
        </p:nvGraphicFramePr>
        <p:xfrm>
          <a:off x="611188" y="4437063"/>
          <a:ext cx="609123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4" r:id="rId11" imgW="2473325" imgH="215900" progId="Equation.3">
                  <p:embed/>
                </p:oleObj>
              </mc:Choice>
              <mc:Fallback>
                <p:oleObj r:id="rId11" imgW="2473325" imgH="2159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1188" y="4437063"/>
                        <a:ext cx="6091237" cy="531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对象 17418"/>
          <p:cNvGraphicFramePr>
            <a:graphicFrameLocks noChangeAspect="1"/>
          </p:cNvGraphicFramePr>
          <p:nvPr/>
        </p:nvGraphicFramePr>
        <p:xfrm>
          <a:off x="1258888" y="5084763"/>
          <a:ext cx="64341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" r:id="rId13" imgW="2614930" imgH="330200" progId="Equation.3">
                  <p:embed/>
                </p:oleObj>
              </mc:Choice>
              <mc:Fallback>
                <p:oleObj r:id="rId13" imgW="2614930" imgH="3302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8888" y="5084763"/>
                        <a:ext cx="6434137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对象 17419"/>
          <p:cNvGraphicFramePr>
            <a:graphicFrameLocks noChangeAspect="1"/>
          </p:cNvGraphicFramePr>
          <p:nvPr/>
        </p:nvGraphicFramePr>
        <p:xfrm>
          <a:off x="1042988" y="5949950"/>
          <a:ext cx="615315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r:id="rId15" imgW="2500630" imgH="292100" progId="Equation.3">
                  <p:embed/>
                </p:oleObj>
              </mc:Choice>
              <mc:Fallback>
                <p:oleObj r:id="rId15" imgW="2500630" imgH="2921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42988" y="5949950"/>
                        <a:ext cx="6153150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8433"/>
          <p:cNvSpPr>
            <a:spLocks noGrp="1"/>
          </p:cNvSpPr>
          <p:nvPr>
            <p:ph type="title"/>
          </p:nvPr>
        </p:nvSpPr>
        <p:spPr>
          <a:xfrm>
            <a:off x="250825" y="620713"/>
            <a:ext cx="3744913" cy="763587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</a:rPr>
              <a:t>例</a:t>
            </a:r>
            <a:r>
              <a:rPr lang="en-US" altLang="zh-CN" sz="2800" b="1">
                <a:ea typeface="楷体_GB2312" pitchFamily="1" charset="-122"/>
              </a:rPr>
              <a:t>7.</a:t>
            </a:r>
            <a:r>
              <a:rPr lang="en-US" altLang="zh-CN" sz="2800">
                <a:ea typeface="楷体_GB2312" pitchFamily="1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计算反常积分</a:t>
            </a:r>
            <a:endParaRPr lang="zh-CN" altLang="en-US" sz="2800">
              <a:ea typeface="楷体_GB2312" pitchFamily="1" charset="-122"/>
            </a:endParaRPr>
          </a:p>
        </p:txBody>
      </p:sp>
      <p:graphicFrame>
        <p:nvGraphicFramePr>
          <p:cNvPr id="18435" name="对象 18434"/>
          <p:cNvGraphicFramePr>
            <a:graphicFrameLocks noChangeAspect="1"/>
          </p:cNvGraphicFramePr>
          <p:nvPr/>
        </p:nvGraphicFramePr>
        <p:xfrm>
          <a:off x="3563938" y="549275"/>
          <a:ext cx="306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4" r:id="rId3" imgW="3060700" imgH="736600" progId="Equation.3">
                  <p:embed/>
                </p:oleObj>
              </mc:Choice>
              <mc:Fallback>
                <p:oleObj r:id="rId3" imgW="3060700" imgH="7366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63938" y="549275"/>
                        <a:ext cx="30607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文本框 18435"/>
          <p:cNvSpPr txBox="1"/>
          <p:nvPr/>
        </p:nvSpPr>
        <p:spPr>
          <a:xfrm>
            <a:off x="539750" y="160020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解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  <a:endParaRPr lang="en-US" altLang="zh-CN" sz="2800" b="1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aphicFrame>
        <p:nvGraphicFramePr>
          <p:cNvPr id="18437" name="对象 18436"/>
          <p:cNvGraphicFramePr>
            <a:graphicFrameLocks noChangeAspect="1"/>
          </p:cNvGraphicFramePr>
          <p:nvPr/>
        </p:nvGraphicFramePr>
        <p:xfrm>
          <a:off x="1476375" y="1484313"/>
          <a:ext cx="2273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r:id="rId5" imgW="2273300" imgH="927100" progId="Equation.3">
                  <p:embed/>
                </p:oleObj>
              </mc:Choice>
              <mc:Fallback>
                <p:oleObj r:id="rId5" imgW="2273300" imgH="9271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6375" y="1484313"/>
                        <a:ext cx="22733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直接连接符 18437"/>
          <p:cNvSpPr/>
          <p:nvPr/>
        </p:nvSpPr>
        <p:spPr>
          <a:xfrm>
            <a:off x="3810000" y="1538288"/>
            <a:ext cx="0" cy="9001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8439" name="对象 18438"/>
          <p:cNvGraphicFramePr>
            <a:graphicFrameLocks noChangeAspect="1"/>
          </p:cNvGraphicFramePr>
          <p:nvPr/>
        </p:nvGraphicFramePr>
        <p:xfrm>
          <a:off x="3886200" y="1566863"/>
          <a:ext cx="571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r:id="rId7" imgW="571500" imgH="774700" progId="Equation.3">
                  <p:embed/>
                </p:oleObj>
              </mc:Choice>
              <mc:Fallback>
                <p:oleObj r:id="rId7" imgW="571500" imgH="7747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86200" y="1566863"/>
                        <a:ext cx="571500" cy="77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对象 18439"/>
          <p:cNvGraphicFramePr>
            <a:graphicFrameLocks noChangeAspect="1"/>
          </p:cNvGraphicFramePr>
          <p:nvPr/>
        </p:nvGraphicFramePr>
        <p:xfrm>
          <a:off x="4406900" y="1517650"/>
          <a:ext cx="2260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7" r:id="rId9" imgW="2260600" imgH="927100" progId="Equation.3">
                  <p:embed/>
                </p:oleObj>
              </mc:Choice>
              <mc:Fallback>
                <p:oleObj r:id="rId9" imgW="2260600" imgH="9271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06900" y="1517650"/>
                        <a:ext cx="2260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对象 18440"/>
          <p:cNvGraphicFramePr>
            <a:graphicFrameLocks noChangeAspect="1"/>
          </p:cNvGraphicFramePr>
          <p:nvPr/>
        </p:nvGraphicFramePr>
        <p:xfrm>
          <a:off x="2281238" y="2590800"/>
          <a:ext cx="1651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r:id="rId11" imgW="1650365" imgH="951865" progId="Equation.3">
                  <p:embed/>
                </p:oleObj>
              </mc:Choice>
              <mc:Fallback>
                <p:oleObj r:id="rId11" imgW="1650365" imgH="951865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81238" y="2590800"/>
                        <a:ext cx="16510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直接连接符 18441"/>
          <p:cNvSpPr/>
          <p:nvPr/>
        </p:nvSpPr>
        <p:spPr>
          <a:xfrm>
            <a:off x="4038600" y="2644775"/>
            <a:ext cx="0" cy="9001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8443" name="对象 18442"/>
          <p:cNvGraphicFramePr>
            <a:graphicFrameLocks noChangeAspect="1"/>
          </p:cNvGraphicFramePr>
          <p:nvPr/>
        </p:nvGraphicFramePr>
        <p:xfrm>
          <a:off x="4114800" y="2705100"/>
          <a:ext cx="571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9" r:id="rId13" imgW="571500" imgH="774700" progId="Equation.3">
                  <p:embed/>
                </p:oleObj>
              </mc:Choice>
              <mc:Fallback>
                <p:oleObj r:id="rId13" imgW="571500" imgH="7747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2705100"/>
                        <a:ext cx="571500" cy="77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对象 18443"/>
          <p:cNvGraphicFramePr>
            <a:graphicFrameLocks noChangeAspect="1"/>
          </p:cNvGraphicFramePr>
          <p:nvPr/>
        </p:nvGraphicFramePr>
        <p:xfrm>
          <a:off x="2281238" y="3657600"/>
          <a:ext cx="762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0" r:id="rId14" imgW="762000" imgH="952500" progId="Equation.3">
                  <p:embed/>
                </p:oleObj>
              </mc:Choice>
              <mc:Fallback>
                <p:oleObj r:id="rId14" imgW="762000" imgH="9525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281238" y="3657600"/>
                        <a:ext cx="7620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19457"/>
          <p:cNvSpPr/>
          <p:nvPr/>
        </p:nvSpPr>
        <p:spPr>
          <a:xfrm>
            <a:off x="250825" y="620713"/>
            <a:ext cx="3744913" cy="76358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2800" b="1">
                <a:ea typeface="楷体_GB2312" pitchFamily="1" charset="-122"/>
              </a:rPr>
              <a:t>例</a:t>
            </a:r>
            <a:r>
              <a:rPr lang="en-US" altLang="zh-CN" sz="2800" b="1">
                <a:ea typeface="楷体_GB2312" pitchFamily="1" charset="-122"/>
              </a:rPr>
              <a:t>8.</a:t>
            </a:r>
            <a:r>
              <a:rPr lang="en-US" altLang="zh-CN" sz="2800">
                <a:ea typeface="楷体_GB2312" pitchFamily="1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计算反常积分</a:t>
            </a:r>
            <a:endParaRPr lang="zh-CN" altLang="en-US" sz="2800">
              <a:ea typeface="楷体_GB2312" pitchFamily="1" charset="-122"/>
            </a:endParaRPr>
          </a:p>
        </p:txBody>
      </p:sp>
      <p:graphicFrame>
        <p:nvGraphicFramePr>
          <p:cNvPr id="19459" name="对象 194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621115"/>
              </p:ext>
            </p:extLst>
          </p:nvPr>
        </p:nvGraphicFramePr>
        <p:xfrm>
          <a:off x="3492500" y="404813"/>
          <a:ext cx="38655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8" name="公式" r:id="rId3" imgW="1625400" imgH="393480" progId="Equation.3">
                  <p:embed/>
                </p:oleObj>
              </mc:Choice>
              <mc:Fallback>
                <p:oleObj name="公式" r:id="rId3" imgW="1625400" imgH="39348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404813"/>
                        <a:ext cx="3865563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文本框 19459"/>
          <p:cNvSpPr txBox="1"/>
          <p:nvPr/>
        </p:nvSpPr>
        <p:spPr>
          <a:xfrm>
            <a:off x="539750" y="160020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解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  <a:endParaRPr lang="en-US" altLang="zh-CN" sz="2800" b="1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aphicFrame>
        <p:nvGraphicFramePr>
          <p:cNvPr id="19461" name="对象 19460"/>
          <p:cNvGraphicFramePr>
            <a:graphicFrameLocks noChangeAspect="1"/>
          </p:cNvGraphicFramePr>
          <p:nvPr/>
        </p:nvGraphicFramePr>
        <p:xfrm>
          <a:off x="1547813" y="1628775"/>
          <a:ext cx="22955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r:id="rId5" imgW="964565" imgH="203200" progId="Equation.3">
                  <p:embed/>
                </p:oleObj>
              </mc:Choice>
              <mc:Fallback>
                <p:oleObj r:id="rId5" imgW="964565" imgH="2032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1628775"/>
                        <a:ext cx="229552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对象 19461"/>
          <p:cNvGraphicFramePr>
            <a:graphicFrameLocks noChangeAspect="1"/>
          </p:cNvGraphicFramePr>
          <p:nvPr/>
        </p:nvGraphicFramePr>
        <p:xfrm>
          <a:off x="3995738" y="1341438"/>
          <a:ext cx="32321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0" r:id="rId7" imgW="1358900" imgH="393700" progId="Equation.3">
                  <p:embed/>
                </p:oleObj>
              </mc:Choice>
              <mc:Fallback>
                <p:oleObj r:id="rId7" imgW="1358900" imgH="3937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95738" y="1341438"/>
                        <a:ext cx="3232150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对象 19462"/>
          <p:cNvGraphicFramePr>
            <a:graphicFrameLocks noChangeAspect="1"/>
          </p:cNvGraphicFramePr>
          <p:nvPr/>
        </p:nvGraphicFramePr>
        <p:xfrm>
          <a:off x="755650" y="2349500"/>
          <a:ext cx="2659063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1" r:id="rId9" imgW="1117600" imgH="381000" progId="Equation.3">
                  <p:embed/>
                </p:oleObj>
              </mc:Choice>
              <mc:Fallback>
                <p:oleObj r:id="rId9" imgW="1117600" imgH="3810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2349500"/>
                        <a:ext cx="2659063" cy="906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对象 19463"/>
          <p:cNvGraphicFramePr>
            <a:graphicFrameLocks noChangeAspect="1"/>
          </p:cNvGraphicFramePr>
          <p:nvPr/>
        </p:nvGraphicFramePr>
        <p:xfrm>
          <a:off x="3492500" y="2349500"/>
          <a:ext cx="3052763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2" r:id="rId11" imgW="1282700" imgH="381000" progId="Equation.3">
                  <p:embed/>
                </p:oleObj>
              </mc:Choice>
              <mc:Fallback>
                <p:oleObj r:id="rId11" imgW="1282700" imgH="3810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2349500"/>
                        <a:ext cx="3052763" cy="906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对象 19464"/>
          <p:cNvGraphicFramePr>
            <a:graphicFrameLocks noChangeAspect="1"/>
          </p:cNvGraphicFramePr>
          <p:nvPr/>
        </p:nvGraphicFramePr>
        <p:xfrm>
          <a:off x="6588125" y="2349500"/>
          <a:ext cx="11176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r:id="rId13" imgW="469900" imgH="393700" progId="Equation.3">
                  <p:embed/>
                </p:oleObj>
              </mc:Choice>
              <mc:Fallback>
                <p:oleObj r:id="rId13" imgW="469900" imgH="3937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88125" y="2349500"/>
                        <a:ext cx="1117600" cy="938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文本框 19465"/>
          <p:cNvSpPr txBox="1"/>
          <p:nvPr/>
        </p:nvSpPr>
        <p:spPr>
          <a:xfrm>
            <a:off x="323850" y="3429000"/>
            <a:ext cx="15113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</a:rPr>
              <a:t>说明</a:t>
            </a: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</a:rPr>
              <a:t>:</a:t>
            </a:r>
          </a:p>
        </p:txBody>
      </p:sp>
      <p:sp>
        <p:nvSpPr>
          <p:cNvPr id="19467" name="文本框 19466"/>
          <p:cNvSpPr txBox="1"/>
          <p:nvPr/>
        </p:nvSpPr>
        <p:spPr>
          <a:xfrm>
            <a:off x="395288" y="4005263"/>
            <a:ext cx="85693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ahoma" panose="020B0604030504040204" pitchFamily="34" charset="0"/>
              </a:rPr>
              <a:t>1)</a:t>
            </a:r>
            <a:r>
              <a:rPr lang="zh-CN" altLang="en-US" sz="2800" b="1">
                <a:latin typeface="Tahoma" panose="020B0604030504040204" pitchFamily="34" charset="0"/>
              </a:rPr>
              <a:t>有时通过换元，反常积分和常义积分可以相互转化</a:t>
            </a:r>
          </a:p>
        </p:txBody>
      </p:sp>
      <p:sp>
        <p:nvSpPr>
          <p:cNvPr id="19468" name="文本框 19467"/>
          <p:cNvSpPr txBox="1"/>
          <p:nvPr/>
        </p:nvSpPr>
        <p:spPr>
          <a:xfrm>
            <a:off x="395288" y="4797425"/>
            <a:ext cx="8893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ahoma" panose="020B0604030504040204" pitchFamily="34" charset="0"/>
              </a:rPr>
              <a:t>2)</a:t>
            </a:r>
            <a:r>
              <a:rPr lang="zh-CN" altLang="en-US" sz="2800" b="1">
                <a:latin typeface="Tahoma" panose="020B0604030504040204" pitchFamily="34" charset="0"/>
              </a:rPr>
              <a:t>当一题同时含有两类反常积分时，应划分积分区间，</a:t>
            </a:r>
          </a:p>
        </p:txBody>
      </p:sp>
      <p:sp>
        <p:nvSpPr>
          <p:cNvPr id="19469" name="文本框 19468"/>
          <p:cNvSpPr txBox="1"/>
          <p:nvPr/>
        </p:nvSpPr>
        <p:spPr>
          <a:xfrm>
            <a:off x="684213" y="5445125"/>
            <a:ext cx="8893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ahoma" panose="020B0604030504040204" pitchFamily="34" charset="0"/>
              </a:rPr>
              <a:t>分别讨论每一区间的反常积分</a:t>
            </a:r>
          </a:p>
        </p:txBody>
      </p:sp>
      <p:graphicFrame>
        <p:nvGraphicFramePr>
          <p:cNvPr id="19470" name="对象 19469"/>
          <p:cNvGraphicFramePr>
            <a:graphicFrameLocks noChangeAspect="1"/>
          </p:cNvGraphicFramePr>
          <p:nvPr/>
        </p:nvGraphicFramePr>
        <p:xfrm>
          <a:off x="5867400" y="5516563"/>
          <a:ext cx="150971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r:id="rId15" imgW="635000" imgH="393700" progId="Equation.3">
                  <p:embed/>
                </p:oleObj>
              </mc:Choice>
              <mc:Fallback>
                <p:oleObj r:id="rId15" imgW="635000" imgH="3937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67400" y="5516563"/>
                        <a:ext cx="1509713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879766"/>
              </p:ext>
            </p:extLst>
          </p:nvPr>
        </p:nvGraphicFramePr>
        <p:xfrm>
          <a:off x="323528" y="260648"/>
          <a:ext cx="7056784" cy="997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公式" r:id="rId3" imgW="2336760" imgH="330120" progId="Equation.3">
                  <p:embed/>
                </p:oleObj>
              </mc:Choice>
              <mc:Fallback>
                <p:oleObj name="公式" r:id="rId3" imgW="2336760" imgH="3301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528" y="260648"/>
                        <a:ext cx="7056784" cy="997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140636"/>
              </p:ext>
            </p:extLst>
          </p:nvPr>
        </p:nvGraphicFramePr>
        <p:xfrm>
          <a:off x="466725" y="1423988"/>
          <a:ext cx="7096125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公式" r:id="rId5" imgW="2349360" imgH="634680" progId="Equation.3">
                  <p:embed/>
                </p:oleObj>
              </mc:Choice>
              <mc:Fallback>
                <p:oleObj name="公式" r:id="rId5" imgW="2349360" imgH="634680" progId="Equation.3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725" y="1423988"/>
                        <a:ext cx="7096125" cy="1914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458233"/>
              </p:ext>
            </p:extLst>
          </p:nvPr>
        </p:nvGraphicFramePr>
        <p:xfrm>
          <a:off x="323528" y="3685703"/>
          <a:ext cx="8093075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公式" r:id="rId7" imgW="2679480" imgH="558720" progId="Equation.3">
                  <p:embed/>
                </p:oleObj>
              </mc:Choice>
              <mc:Fallback>
                <p:oleObj name="公式" r:id="rId7" imgW="2679480" imgH="558720" progId="Equation.3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528" y="3685703"/>
                        <a:ext cx="8093075" cy="168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111220"/>
              </p:ext>
            </p:extLst>
          </p:nvPr>
        </p:nvGraphicFramePr>
        <p:xfrm>
          <a:off x="553095" y="5373216"/>
          <a:ext cx="659765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公式" r:id="rId9" imgW="2184120" imgH="431640" progId="Equation.3">
                  <p:embed/>
                </p:oleObj>
              </mc:Choice>
              <mc:Fallback>
                <p:oleObj name="公式" r:id="rId9" imgW="2184120" imgH="431640" progId="Equation.3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3095" y="5373216"/>
                        <a:ext cx="6597650" cy="130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113404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682438"/>
              </p:ext>
            </p:extLst>
          </p:nvPr>
        </p:nvGraphicFramePr>
        <p:xfrm>
          <a:off x="899592" y="404664"/>
          <a:ext cx="3312368" cy="111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公式" r:id="rId3" imgW="977760" imgH="330120" progId="Equation.3">
                  <p:embed/>
                </p:oleObj>
              </mc:Choice>
              <mc:Fallback>
                <p:oleObj name="公式" r:id="rId3" imgW="977760" imgH="3301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404664"/>
                        <a:ext cx="3312368" cy="111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098509"/>
              </p:ext>
            </p:extLst>
          </p:nvPr>
        </p:nvGraphicFramePr>
        <p:xfrm>
          <a:off x="539552" y="1523126"/>
          <a:ext cx="7759675" cy="4864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公式" r:id="rId5" imgW="2158920" imgH="1434960" progId="Equation.3">
                  <p:embed/>
                </p:oleObj>
              </mc:Choice>
              <mc:Fallback>
                <p:oleObj name="公式" r:id="rId5" imgW="2158920" imgH="1434960" progId="Equation.3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552" y="1523126"/>
                        <a:ext cx="7759675" cy="4864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523473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20481"/>
          <p:cNvSpPr>
            <a:spLocks noGrp="1"/>
          </p:cNvSpPr>
          <p:nvPr>
            <p:ph type="title"/>
          </p:nvPr>
        </p:nvSpPr>
        <p:spPr>
          <a:xfrm>
            <a:off x="304800" y="457200"/>
            <a:ext cx="2514600" cy="762000"/>
          </a:xfrm>
          <a:solidFill>
            <a:schemeClr val="bg1"/>
          </a:solidFill>
          <a:ln w="19050">
            <a:solidFill>
              <a:schemeClr val="accent2"/>
            </a:solidFill>
            <a:miter/>
          </a:ln>
        </p:spPr>
        <p:txBody>
          <a:bodyPr anchor="ctr"/>
          <a:lstStyle/>
          <a:p>
            <a:r>
              <a:rPr lang="zh-CN" altLang="en-US" sz="3200" b="1">
                <a:ea typeface="楷体_GB2312" pitchFamily="1" charset="-122"/>
              </a:rPr>
              <a:t>内容小结</a:t>
            </a:r>
          </a:p>
        </p:txBody>
      </p:sp>
      <p:sp>
        <p:nvSpPr>
          <p:cNvPr id="20483" name="文本框 20482"/>
          <p:cNvSpPr txBox="1"/>
          <p:nvPr/>
        </p:nvSpPr>
        <p:spPr>
          <a:xfrm>
            <a:off x="539750" y="1554163"/>
            <a:ext cx="22701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1.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反常积分</a:t>
            </a:r>
            <a:endParaRPr lang="zh-CN" altLang="en-US" sz="2800" b="1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20484" name="左大括号 20483"/>
          <p:cNvSpPr/>
          <p:nvPr/>
        </p:nvSpPr>
        <p:spPr>
          <a:xfrm>
            <a:off x="2590800" y="13716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5" name="文本框 20484"/>
          <p:cNvSpPr txBox="1"/>
          <p:nvPr/>
        </p:nvSpPr>
        <p:spPr>
          <a:xfrm>
            <a:off x="2743200" y="1219200"/>
            <a:ext cx="2590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积分区间无限</a:t>
            </a:r>
          </a:p>
        </p:txBody>
      </p:sp>
      <p:sp>
        <p:nvSpPr>
          <p:cNvPr id="20486" name="文本框 20485"/>
          <p:cNvSpPr txBox="1"/>
          <p:nvPr/>
        </p:nvSpPr>
        <p:spPr>
          <a:xfrm>
            <a:off x="2743200" y="1843088"/>
            <a:ext cx="2590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被积函数无界</a:t>
            </a:r>
          </a:p>
        </p:txBody>
      </p:sp>
      <p:sp>
        <p:nvSpPr>
          <p:cNvPr id="20487" name="右大括号 20486"/>
          <p:cNvSpPr/>
          <p:nvPr/>
        </p:nvSpPr>
        <p:spPr>
          <a:xfrm>
            <a:off x="5029200" y="13716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8" name="直接连接符 20487"/>
          <p:cNvSpPr/>
          <p:nvPr/>
        </p:nvSpPr>
        <p:spPr>
          <a:xfrm>
            <a:off x="5334000" y="1828800"/>
            <a:ext cx="5032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9" name="文本框 20488"/>
          <p:cNvSpPr txBox="1"/>
          <p:nvPr/>
        </p:nvSpPr>
        <p:spPr>
          <a:xfrm>
            <a:off x="5867400" y="1524000"/>
            <a:ext cx="2743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常义积分的极限</a:t>
            </a:r>
          </a:p>
        </p:txBody>
      </p:sp>
      <p:sp>
        <p:nvSpPr>
          <p:cNvPr id="20490" name="文本框 20489"/>
          <p:cNvSpPr txBox="1"/>
          <p:nvPr/>
        </p:nvSpPr>
        <p:spPr>
          <a:xfrm>
            <a:off x="539750" y="2452688"/>
            <a:ext cx="39560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2.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两个重要的反常积分</a:t>
            </a:r>
            <a:endParaRPr lang="zh-CN" altLang="en-US" sz="2800" b="1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aphicFrame>
        <p:nvGraphicFramePr>
          <p:cNvPr id="20491" name="对象 20490"/>
          <p:cNvGraphicFramePr>
            <a:graphicFrameLocks noChangeAspect="1"/>
          </p:cNvGraphicFramePr>
          <p:nvPr/>
        </p:nvGraphicFramePr>
        <p:xfrm>
          <a:off x="1504950" y="3276600"/>
          <a:ext cx="1346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7" r:id="rId3" imgW="1346835" imgH="876935" progId="Equation.3">
                  <p:embed/>
                </p:oleObj>
              </mc:Choice>
              <mc:Fallback>
                <p:oleObj r:id="rId3" imgW="1346835" imgH="876935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04950" y="3276600"/>
                        <a:ext cx="13462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对象 20491"/>
          <p:cNvGraphicFramePr>
            <a:graphicFrameLocks noChangeAspect="1"/>
          </p:cNvGraphicFramePr>
          <p:nvPr/>
        </p:nvGraphicFramePr>
        <p:xfrm>
          <a:off x="1447800" y="4724400"/>
          <a:ext cx="1828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8" r:id="rId5" imgW="1828165" imgH="951865" progId="Equation.3">
                  <p:embed/>
                </p:oleObj>
              </mc:Choice>
              <mc:Fallback>
                <p:oleObj r:id="rId5" imgW="1828165" imgH="951865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4724400"/>
                        <a:ext cx="18288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对象 20492"/>
          <p:cNvGraphicFramePr>
            <a:graphicFrameLocks noChangeAspect="1"/>
          </p:cNvGraphicFramePr>
          <p:nvPr/>
        </p:nvGraphicFramePr>
        <p:xfrm>
          <a:off x="5465763" y="3079750"/>
          <a:ext cx="74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" r:id="rId7" imgW="749300" imgH="393700" progId="Equation.3">
                  <p:embed/>
                </p:oleObj>
              </mc:Choice>
              <mc:Fallback>
                <p:oleObj r:id="rId7" imgW="749300" imgH="3937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65763" y="3079750"/>
                        <a:ext cx="749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对象 20493"/>
          <p:cNvGraphicFramePr>
            <a:graphicFrameLocks noChangeAspect="1"/>
          </p:cNvGraphicFramePr>
          <p:nvPr/>
        </p:nvGraphicFramePr>
        <p:xfrm>
          <a:off x="5389563" y="3797300"/>
          <a:ext cx="74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0" r:id="rId9" imgW="749300" imgH="393700" progId="Equation.3">
                  <p:embed/>
                </p:oleObj>
              </mc:Choice>
              <mc:Fallback>
                <p:oleObj r:id="rId9" imgW="749300" imgH="3937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89563" y="3797300"/>
                        <a:ext cx="749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对象 20494"/>
          <p:cNvGraphicFramePr>
            <a:graphicFrameLocks noChangeAspect="1"/>
          </p:cNvGraphicFramePr>
          <p:nvPr/>
        </p:nvGraphicFramePr>
        <p:xfrm>
          <a:off x="6983413" y="3443288"/>
          <a:ext cx="102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1" r:id="rId11" imgW="1028065" imgH="406400" progId="Equation.3">
                  <p:embed/>
                </p:oleObj>
              </mc:Choice>
              <mc:Fallback>
                <p:oleObj r:id="rId11" imgW="1028065" imgH="4064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983413" y="3443288"/>
                        <a:ext cx="10287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对象 20495"/>
          <p:cNvGraphicFramePr>
            <a:graphicFrameLocks noChangeAspect="1"/>
          </p:cNvGraphicFramePr>
          <p:nvPr/>
        </p:nvGraphicFramePr>
        <p:xfrm>
          <a:off x="3276600" y="4762500"/>
          <a:ext cx="1816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2" r:id="rId13" imgW="1815465" imgH="951865" progId="Equation.3">
                  <p:embed/>
                </p:oleObj>
              </mc:Choice>
              <mc:Fallback>
                <p:oleObj r:id="rId13" imgW="1815465" imgH="951865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4762500"/>
                        <a:ext cx="18161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对象 20496"/>
          <p:cNvGraphicFramePr>
            <a:graphicFrameLocks noChangeAspect="1"/>
          </p:cNvGraphicFramePr>
          <p:nvPr/>
        </p:nvGraphicFramePr>
        <p:xfrm>
          <a:off x="7302500" y="464820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r:id="rId15" imgW="698500" imgH="393700" progId="Equation.3">
                  <p:embed/>
                </p:oleObj>
              </mc:Choice>
              <mc:Fallback>
                <p:oleObj r:id="rId15" imgW="698500" imgH="3937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302500" y="4648200"/>
                        <a:ext cx="698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8" name="对象 20497"/>
          <p:cNvGraphicFramePr>
            <a:graphicFrameLocks noChangeAspect="1"/>
          </p:cNvGraphicFramePr>
          <p:nvPr/>
        </p:nvGraphicFramePr>
        <p:xfrm>
          <a:off x="5457825" y="4330700"/>
          <a:ext cx="1539875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4" r:id="rId17" imgW="1587500" imgH="1016000" progId="Equation.3">
                  <p:embed/>
                </p:oleObj>
              </mc:Choice>
              <mc:Fallback>
                <p:oleObj r:id="rId17" imgW="1587500" imgH="10160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57825" y="4330700"/>
                        <a:ext cx="1539875" cy="985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9" name="对象 20498"/>
          <p:cNvGraphicFramePr>
            <a:graphicFrameLocks noChangeAspect="1"/>
          </p:cNvGraphicFramePr>
          <p:nvPr/>
        </p:nvGraphicFramePr>
        <p:xfrm>
          <a:off x="7302500" y="548640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5" r:id="rId19" imgW="698500" imgH="393700" progId="Equation.3">
                  <p:embed/>
                </p:oleObj>
              </mc:Choice>
              <mc:Fallback>
                <p:oleObj r:id="rId19" imgW="698500" imgH="3937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302500" y="5486400"/>
                        <a:ext cx="698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0" name="对象 20499"/>
          <p:cNvGraphicFramePr>
            <a:graphicFrameLocks noChangeAspect="1"/>
          </p:cNvGraphicFramePr>
          <p:nvPr/>
        </p:nvGraphicFramePr>
        <p:xfrm>
          <a:off x="5457825" y="5562600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6" r:id="rId21" imgW="723900" imgH="330200" progId="Equation.3">
                  <p:embed/>
                </p:oleObj>
              </mc:Choice>
              <mc:Fallback>
                <p:oleObj r:id="rId21" imgW="723900" imgH="3302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57825" y="5562600"/>
                        <a:ext cx="7239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1" name="对象 20500"/>
          <p:cNvGraphicFramePr>
            <a:graphicFrameLocks noChangeAspect="1"/>
          </p:cNvGraphicFramePr>
          <p:nvPr/>
        </p:nvGraphicFramePr>
        <p:xfrm>
          <a:off x="3579813" y="3186113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7" r:id="rId23" imgW="723900" imgH="330200" progId="Equation.3">
                  <p:embed/>
                </p:oleObj>
              </mc:Choice>
              <mc:Fallback>
                <p:oleObj r:id="rId23" imgW="723900" imgH="3302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79813" y="3186113"/>
                        <a:ext cx="7239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2" name="对象 20501"/>
          <p:cNvGraphicFramePr>
            <a:graphicFrameLocks noChangeAspect="1"/>
          </p:cNvGraphicFramePr>
          <p:nvPr/>
        </p:nvGraphicFramePr>
        <p:xfrm>
          <a:off x="3200400" y="3543300"/>
          <a:ext cx="17891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8" r:id="rId24" imgW="1840865" imgH="951865" progId="Equation.3">
                  <p:embed/>
                </p:oleObj>
              </mc:Choice>
              <mc:Fallback>
                <p:oleObj r:id="rId24" imgW="1840865" imgH="951865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200400" y="3543300"/>
                        <a:ext cx="1789113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3" name="左大括号 20502"/>
          <p:cNvSpPr/>
          <p:nvPr/>
        </p:nvSpPr>
        <p:spPr>
          <a:xfrm>
            <a:off x="2908300" y="3124200"/>
            <a:ext cx="179388" cy="1219200"/>
          </a:xfrm>
          <a:prstGeom prst="leftBrace">
            <a:avLst>
              <a:gd name="adj1" fmla="val 5663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4" name="左大括号 20503"/>
          <p:cNvSpPr/>
          <p:nvPr/>
        </p:nvSpPr>
        <p:spPr>
          <a:xfrm>
            <a:off x="5153025" y="4572000"/>
            <a:ext cx="179388" cy="1219200"/>
          </a:xfrm>
          <a:prstGeom prst="leftBrace">
            <a:avLst>
              <a:gd name="adj1" fmla="val 5663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  <p:bldP spid="20485" grpId="0"/>
      <p:bldP spid="20486" grpId="0"/>
      <p:bldP spid="20489" grpId="0"/>
      <p:bldP spid="204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21505"/>
          <p:cNvSpPr>
            <a:spLocks noGrp="1"/>
          </p:cNvSpPr>
          <p:nvPr>
            <p:ph type="title"/>
          </p:nvPr>
        </p:nvSpPr>
        <p:spPr>
          <a:xfrm>
            <a:off x="539750" y="381000"/>
            <a:ext cx="8375650" cy="685800"/>
          </a:xfrm>
          <a:ln/>
        </p:spPr>
        <p:txBody>
          <a:bodyPr anchor="ctr"/>
          <a:lstStyle/>
          <a:p>
            <a:pPr algn="l"/>
            <a:r>
              <a:rPr lang="zh-CN" altLang="en-US" sz="2800" b="1">
                <a:ea typeface="楷体_GB2312" pitchFamily="1" charset="-122"/>
              </a:rPr>
              <a:t>说明</a:t>
            </a:r>
            <a:r>
              <a:rPr lang="en-US" altLang="zh-CN" sz="2800" b="1">
                <a:ea typeface="楷体_GB2312" pitchFamily="1" charset="-122"/>
              </a:rPr>
              <a:t>:  </a:t>
            </a:r>
            <a:r>
              <a:rPr lang="en-US" altLang="zh-CN" sz="2800" b="1">
                <a:solidFill>
                  <a:schemeClr val="tx1"/>
                </a:solidFill>
                <a:ea typeface="楷体_GB2312" pitchFamily="1" charset="-122"/>
              </a:rPr>
              <a:t>(1)</a:t>
            </a:r>
            <a:r>
              <a:rPr lang="en-US" altLang="zh-CN" sz="2800" b="1">
                <a:ea typeface="楷体_GB2312" pitchFamily="1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有时通过换元 </a:t>
            </a:r>
            <a:r>
              <a:rPr lang="en-US" altLang="zh-CN" sz="2800">
                <a:solidFill>
                  <a:schemeClr val="tx1"/>
                </a:solidFill>
                <a:ea typeface="楷体_GB2312" pitchFamily="1" charset="-122"/>
              </a:rPr>
              <a:t>,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反常积分和常义积分可以互</a:t>
            </a:r>
          </a:p>
        </p:txBody>
      </p:sp>
      <p:sp>
        <p:nvSpPr>
          <p:cNvPr id="21507" name="文本框 21506"/>
          <p:cNvSpPr txBox="1"/>
          <p:nvPr/>
        </p:nvSpPr>
        <p:spPr>
          <a:xfrm>
            <a:off x="1042988" y="692150"/>
            <a:ext cx="24479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相转化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  <p:sp>
        <p:nvSpPr>
          <p:cNvPr id="21508" name="文本框 21507"/>
          <p:cNvSpPr txBox="1"/>
          <p:nvPr/>
        </p:nvSpPr>
        <p:spPr>
          <a:xfrm>
            <a:off x="539750" y="1828800"/>
            <a:ext cx="1447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例如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graphicFrame>
        <p:nvGraphicFramePr>
          <p:cNvPr id="21509" name="对象 21508"/>
          <p:cNvGraphicFramePr>
            <a:graphicFrameLocks noChangeAspect="1"/>
          </p:cNvGraphicFramePr>
          <p:nvPr/>
        </p:nvGraphicFramePr>
        <p:xfrm>
          <a:off x="1733550" y="1670050"/>
          <a:ext cx="1485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r:id="rId4" imgW="1485900" imgH="927100" progId="Equation.3">
                  <p:embed/>
                </p:oleObj>
              </mc:Choice>
              <mc:Fallback>
                <p:oleObj r:id="rId4" imgW="1485900" imgH="9271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5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33550" y="1670050"/>
                        <a:ext cx="1485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对象 21509"/>
          <p:cNvGraphicFramePr>
            <a:graphicFrameLocks noChangeAspect="1"/>
          </p:cNvGraphicFramePr>
          <p:nvPr/>
        </p:nvGraphicFramePr>
        <p:xfrm>
          <a:off x="4800600" y="1905000"/>
          <a:ext cx="1905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2" r:id="rId6" imgW="1904365" imgH="444500" progId="Equation.3">
                  <p:embed/>
                </p:oleObj>
              </mc:Choice>
              <mc:Fallback>
                <p:oleObj r:id="rId6" imgW="1904365" imgH="4445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7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00600" y="1905000"/>
                        <a:ext cx="19050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对象 21510"/>
          <p:cNvGraphicFramePr>
            <a:graphicFrameLocks noChangeAspect="1"/>
          </p:cNvGraphicFramePr>
          <p:nvPr/>
        </p:nvGraphicFramePr>
        <p:xfrm>
          <a:off x="3270250" y="1701800"/>
          <a:ext cx="1092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3" r:id="rId8" imgW="1092200" imgH="825500" progId="Equation.3">
                  <p:embed/>
                </p:oleObj>
              </mc:Choice>
              <mc:Fallback>
                <p:oleObj r:id="rId8" imgW="1092200" imgH="8255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9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70250" y="1701800"/>
                        <a:ext cx="10922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对象 21511"/>
          <p:cNvGraphicFramePr>
            <a:graphicFrameLocks noChangeAspect="1"/>
          </p:cNvGraphicFramePr>
          <p:nvPr/>
        </p:nvGraphicFramePr>
        <p:xfrm>
          <a:off x="1727200" y="2781300"/>
          <a:ext cx="1625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" r:id="rId10" imgW="1625600" imgH="965200" progId="Equation.3">
                  <p:embed/>
                </p:oleObj>
              </mc:Choice>
              <mc:Fallback>
                <p:oleObj r:id="rId10" imgW="1625600" imgH="9652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1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27200" y="2781300"/>
                        <a:ext cx="16256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对象 21512"/>
          <p:cNvGraphicFramePr>
            <a:graphicFrameLocks noChangeAspect="1"/>
          </p:cNvGraphicFramePr>
          <p:nvPr/>
        </p:nvGraphicFramePr>
        <p:xfrm>
          <a:off x="3429000" y="2705100"/>
          <a:ext cx="21082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r:id="rId12" imgW="2108200" imgH="1257300" progId="Equation.3">
                  <p:embed/>
                </p:oleObj>
              </mc:Choice>
              <mc:Fallback>
                <p:oleObj r:id="rId12" imgW="2108200" imgH="12573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429000" y="2705100"/>
                        <a:ext cx="2108200" cy="1257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对象 21513"/>
          <p:cNvGraphicFramePr>
            <a:graphicFrameLocks noChangeAspect="1"/>
          </p:cNvGraphicFramePr>
          <p:nvPr/>
        </p:nvGraphicFramePr>
        <p:xfrm>
          <a:off x="5588000" y="2794000"/>
          <a:ext cx="23368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6" r:id="rId14" imgW="2336800" imgH="1104900" progId="Equation.3">
                  <p:embed/>
                </p:oleObj>
              </mc:Choice>
              <mc:Fallback>
                <p:oleObj r:id="rId14" imgW="2336800" imgH="11049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88000" y="2794000"/>
                        <a:ext cx="2336800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对象 21514"/>
          <p:cNvGraphicFramePr>
            <a:graphicFrameLocks noChangeAspect="1"/>
          </p:cNvGraphicFramePr>
          <p:nvPr/>
        </p:nvGraphicFramePr>
        <p:xfrm>
          <a:off x="5797550" y="4121150"/>
          <a:ext cx="1905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7" r:id="rId16" imgW="1904365" imgH="850265" progId="Equation.3">
                  <p:embed/>
                </p:oleObj>
              </mc:Choice>
              <mc:Fallback>
                <p:oleObj r:id="rId16" imgW="1904365" imgH="850265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7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97550" y="4121150"/>
                        <a:ext cx="1905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对象 21515"/>
          <p:cNvGraphicFramePr>
            <a:graphicFrameLocks noChangeAspect="1"/>
          </p:cNvGraphicFramePr>
          <p:nvPr/>
        </p:nvGraphicFramePr>
        <p:xfrm>
          <a:off x="3454400" y="4076700"/>
          <a:ext cx="1727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8" r:id="rId18" imgW="1727200" imgH="876300" progId="Equation.3">
                  <p:embed/>
                </p:oleObj>
              </mc:Choice>
              <mc:Fallback>
                <p:oleObj r:id="rId18" imgW="1727200" imgH="8763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54400" y="4076700"/>
                        <a:ext cx="17272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文本框 21516"/>
          <p:cNvSpPr txBox="1"/>
          <p:nvPr/>
        </p:nvSpPr>
        <p:spPr>
          <a:xfrm>
            <a:off x="539750" y="5029200"/>
            <a:ext cx="5791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(2)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当一题同时含两类反常积分时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sp>
        <p:nvSpPr>
          <p:cNvPr id="21518" name="文本框 21517"/>
          <p:cNvSpPr txBox="1"/>
          <p:nvPr/>
        </p:nvSpPr>
        <p:spPr>
          <a:xfrm>
            <a:off x="5867400" y="5029200"/>
            <a:ext cx="3048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应划分积分区间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</a:t>
            </a:r>
          </a:p>
        </p:txBody>
      </p:sp>
      <p:sp>
        <p:nvSpPr>
          <p:cNvPr id="21519" name="文本框 21518"/>
          <p:cNvSpPr txBox="1"/>
          <p:nvPr/>
        </p:nvSpPr>
        <p:spPr>
          <a:xfrm>
            <a:off x="1066800" y="5638800"/>
            <a:ext cx="5638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分别讨论每一区间上的反常积分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dvAuto="1000"/>
      <p:bldP spid="21508" grpId="0"/>
      <p:bldP spid="21517" grpId="0"/>
      <p:bldP spid="21518" grpId="0"/>
      <p:bldP spid="215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553"/>
          <p:cNvSpPr>
            <a:spLocks noGrp="1"/>
          </p:cNvSpPr>
          <p:nvPr>
            <p:ph type="title"/>
          </p:nvPr>
        </p:nvSpPr>
        <p:spPr>
          <a:xfrm>
            <a:off x="381000" y="584200"/>
            <a:ext cx="2432050" cy="609600"/>
          </a:xfrm>
          <a:ln/>
        </p:spPr>
        <p:txBody>
          <a:bodyPr anchor="ctr"/>
          <a:lstStyle/>
          <a:p>
            <a:pPr algn="l"/>
            <a:r>
              <a:rPr lang="zh-CN" altLang="en-US" sz="3200" b="1">
                <a:ea typeface="楷体_GB2312" pitchFamily="1" charset="-122"/>
              </a:rPr>
              <a:t>备用题</a:t>
            </a:r>
            <a:r>
              <a:rPr lang="zh-CN" altLang="en-US" sz="2800" b="1">
                <a:ea typeface="楷体_GB2312" pitchFamily="1" charset="-122"/>
              </a:rPr>
              <a:t>  </a:t>
            </a:r>
            <a:r>
              <a:rPr lang="zh-CN" altLang="en-US" sz="2800">
                <a:solidFill>
                  <a:schemeClr val="tx1"/>
                </a:solidFill>
                <a:ea typeface="楷体_GB2312" pitchFamily="1" charset="-122"/>
              </a:rPr>
              <a:t>试证</a:t>
            </a:r>
          </a:p>
        </p:txBody>
      </p:sp>
      <p:graphicFrame>
        <p:nvGraphicFramePr>
          <p:cNvPr id="23555" name="对象 23554"/>
          <p:cNvGraphicFramePr>
            <a:graphicFrameLocks noChangeAspect="1"/>
          </p:cNvGraphicFramePr>
          <p:nvPr/>
        </p:nvGraphicFramePr>
        <p:xfrm>
          <a:off x="2733675" y="374650"/>
          <a:ext cx="37433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0" r:id="rId3" imgW="3746500" imgH="977900" progId="Equation.3">
                  <p:embed/>
                </p:oleObj>
              </mc:Choice>
              <mc:Fallback>
                <p:oleObj r:id="rId3" imgW="3746500" imgH="9779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3675" y="374650"/>
                        <a:ext cx="3743325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文本框 23555"/>
          <p:cNvSpPr txBox="1"/>
          <p:nvPr/>
        </p:nvSpPr>
        <p:spPr>
          <a:xfrm>
            <a:off x="6477000" y="609600"/>
            <a:ext cx="2057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并求其值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.</a:t>
            </a:r>
          </a:p>
        </p:txBody>
      </p:sp>
      <p:sp>
        <p:nvSpPr>
          <p:cNvPr id="23557" name="文本框 23556"/>
          <p:cNvSpPr txBox="1"/>
          <p:nvPr/>
        </p:nvSpPr>
        <p:spPr>
          <a:xfrm>
            <a:off x="539750" y="18351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解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:</a:t>
            </a:r>
          </a:p>
        </p:txBody>
      </p:sp>
      <p:graphicFrame>
        <p:nvGraphicFramePr>
          <p:cNvPr id="23558" name="对象 23557"/>
          <p:cNvGraphicFramePr>
            <a:graphicFrameLocks noChangeAspect="1"/>
          </p:cNvGraphicFramePr>
          <p:nvPr/>
        </p:nvGraphicFramePr>
        <p:xfrm>
          <a:off x="1806575" y="1638300"/>
          <a:ext cx="1473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1" r:id="rId5" imgW="1473200" imgH="889000" progId="Equation.3">
                  <p:embed/>
                </p:oleObj>
              </mc:Choice>
              <mc:Fallback>
                <p:oleObj r:id="rId5" imgW="1473200" imgH="8890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06575" y="1638300"/>
                        <a:ext cx="14732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文本框 23558"/>
          <p:cNvSpPr txBox="1"/>
          <p:nvPr/>
        </p:nvSpPr>
        <p:spPr>
          <a:xfrm>
            <a:off x="3352800" y="1524000"/>
            <a:ext cx="762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令</a:t>
            </a:r>
          </a:p>
        </p:txBody>
      </p:sp>
      <p:graphicFrame>
        <p:nvGraphicFramePr>
          <p:cNvPr id="23560" name="对象 23559"/>
          <p:cNvGraphicFramePr>
            <a:graphicFrameLocks noChangeAspect="1"/>
          </p:cNvGraphicFramePr>
          <p:nvPr/>
        </p:nvGraphicFramePr>
        <p:xfrm>
          <a:off x="3886200" y="1549400"/>
          <a:ext cx="673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2" r:id="rId7" imgW="673100" imgH="508000" progId="Equation.3">
                  <p:embed/>
                </p:oleObj>
              </mc:Choice>
              <mc:Fallback>
                <p:oleObj r:id="rId7" imgW="673100" imgH="5080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86200" y="1549400"/>
                        <a:ext cx="6731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1" name="组合 23560"/>
          <p:cNvGrpSpPr/>
          <p:nvPr/>
        </p:nvGrpSpPr>
        <p:grpSpPr>
          <a:xfrm>
            <a:off x="3352800" y="2085975"/>
            <a:ext cx="1371600" cy="71438"/>
            <a:chOff x="0" y="0"/>
            <a:chExt cx="864" cy="70"/>
          </a:xfrm>
        </p:grpSpPr>
        <p:sp>
          <p:nvSpPr>
            <p:cNvPr id="23562" name="直接连接符 23561"/>
            <p:cNvSpPr/>
            <p:nvPr/>
          </p:nvSpPr>
          <p:spPr>
            <a:xfrm>
              <a:off x="0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3" name="直接连接符 23562"/>
            <p:cNvSpPr/>
            <p:nvPr/>
          </p:nvSpPr>
          <p:spPr>
            <a:xfrm>
              <a:off x="0" y="7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23564" name="对象 23563"/>
          <p:cNvGraphicFramePr>
            <a:graphicFrameLocks noChangeAspect="1"/>
          </p:cNvGraphicFramePr>
          <p:nvPr/>
        </p:nvGraphicFramePr>
        <p:xfrm>
          <a:off x="4756150" y="1663700"/>
          <a:ext cx="27813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r:id="rId9" imgW="2781300" imgH="1079500" progId="Equation.3">
                  <p:embed/>
                </p:oleObj>
              </mc:Choice>
              <mc:Fallback>
                <p:oleObj r:id="rId9" imgW="2781300" imgH="10795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56150" y="1663700"/>
                        <a:ext cx="278130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对象 23564"/>
          <p:cNvGraphicFramePr>
            <a:graphicFrameLocks noChangeAspect="1"/>
          </p:cNvGraphicFramePr>
          <p:nvPr/>
        </p:nvGraphicFramePr>
        <p:xfrm>
          <a:off x="3213100" y="2743200"/>
          <a:ext cx="2159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4" r:id="rId11" imgW="2159000" imgH="977900" progId="Equation.3">
                  <p:embed/>
                </p:oleObj>
              </mc:Choice>
              <mc:Fallback>
                <p:oleObj r:id="rId11" imgW="2159000" imgH="9779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13100" y="2743200"/>
                        <a:ext cx="21590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对象 23565"/>
          <p:cNvGraphicFramePr>
            <a:graphicFrameLocks noChangeAspect="1"/>
          </p:cNvGraphicFramePr>
          <p:nvPr/>
        </p:nvGraphicFramePr>
        <p:xfrm>
          <a:off x="5448300" y="2755900"/>
          <a:ext cx="2247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5" r:id="rId13" imgW="2247900" imgH="977900" progId="Equation.3">
                  <p:embed/>
                </p:oleObj>
              </mc:Choice>
              <mc:Fallback>
                <p:oleObj r:id="rId13" imgW="2247900" imgH="9779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48300" y="2755900"/>
                        <a:ext cx="22479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7" name="对象 23566"/>
          <p:cNvGraphicFramePr>
            <a:graphicFrameLocks noChangeAspect="1"/>
          </p:cNvGraphicFramePr>
          <p:nvPr/>
        </p:nvGraphicFramePr>
        <p:xfrm>
          <a:off x="1184275" y="3848100"/>
          <a:ext cx="67659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" r:id="rId15" imgW="6769100" imgH="1028700" progId="Equation.3">
                  <p:embed/>
                </p:oleObj>
              </mc:Choice>
              <mc:Fallback>
                <p:oleObj r:id="rId15" imgW="6769100" imgH="10287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84275" y="3848100"/>
                        <a:ext cx="6765925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8" name="对象 23567"/>
          <p:cNvGraphicFramePr>
            <a:graphicFrameLocks noChangeAspect="1"/>
          </p:cNvGraphicFramePr>
          <p:nvPr/>
        </p:nvGraphicFramePr>
        <p:xfrm>
          <a:off x="3321050" y="5060950"/>
          <a:ext cx="2476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" r:id="rId17" imgW="2476500" imgH="977900" progId="Equation.3">
                  <p:embed/>
                </p:oleObj>
              </mc:Choice>
              <mc:Fallback>
                <p:oleObj r:id="rId17" imgW="2476500" imgH="9779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21050" y="5060950"/>
                        <a:ext cx="24765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对象 23568"/>
          <p:cNvGraphicFramePr>
            <a:graphicFrameLocks noChangeAspect="1"/>
          </p:cNvGraphicFramePr>
          <p:nvPr/>
        </p:nvGraphicFramePr>
        <p:xfrm>
          <a:off x="5880100" y="4940300"/>
          <a:ext cx="27305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8" r:id="rId19" imgW="2730500" imgH="1308100" progId="Equation.3">
                  <p:embed/>
                </p:oleObj>
              </mc:Choice>
              <mc:Fallback>
                <p:oleObj r:id="rId19" imgW="2730500" imgH="13081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80100" y="4940300"/>
                        <a:ext cx="2730500" cy="1308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对象 24577"/>
          <p:cNvGraphicFramePr>
            <a:graphicFrameLocks noChangeAspect="1"/>
          </p:cNvGraphicFramePr>
          <p:nvPr/>
        </p:nvGraphicFramePr>
        <p:xfrm>
          <a:off x="1798638" y="609600"/>
          <a:ext cx="2732087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r:id="rId3" imgW="2730500" imgH="1308100" progId="Equation.3">
                  <p:embed/>
                </p:oleObj>
              </mc:Choice>
              <mc:Fallback>
                <p:oleObj r:id="rId3" imgW="2730500" imgH="13081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8638" y="609600"/>
                        <a:ext cx="2732087" cy="1309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对象 24578"/>
          <p:cNvGraphicFramePr>
            <a:graphicFrameLocks noChangeAspect="1"/>
          </p:cNvGraphicFramePr>
          <p:nvPr/>
        </p:nvGraphicFramePr>
        <p:xfrm>
          <a:off x="1798638" y="2133600"/>
          <a:ext cx="4181475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r:id="rId5" imgW="4178300" imgH="1028700" progId="Equation.3">
                  <p:embed/>
                </p:oleObj>
              </mc:Choice>
              <mc:Fallback>
                <p:oleObj r:id="rId5" imgW="4178300" imgH="10287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8638" y="2133600"/>
                        <a:ext cx="4181475" cy="1030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对象 24579"/>
          <p:cNvGraphicFramePr>
            <a:graphicFrameLocks noChangeAspect="1"/>
          </p:cNvGraphicFramePr>
          <p:nvPr/>
        </p:nvGraphicFramePr>
        <p:xfrm>
          <a:off x="1792288" y="3409950"/>
          <a:ext cx="31877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r:id="rId7" imgW="3186430" imgH="1091565" progId="Equation.3">
                  <p:embed/>
                </p:oleObj>
              </mc:Choice>
              <mc:Fallback>
                <p:oleObj r:id="rId7" imgW="3186430" imgH="1091565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2288" y="3409950"/>
                        <a:ext cx="31877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对象 24580"/>
          <p:cNvGraphicFramePr>
            <a:graphicFrameLocks noChangeAspect="1"/>
          </p:cNvGraphicFramePr>
          <p:nvPr/>
        </p:nvGraphicFramePr>
        <p:xfrm>
          <a:off x="1798638" y="4622800"/>
          <a:ext cx="990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r:id="rId9" imgW="990600" imgH="863600" progId="Equation.3">
                  <p:embed/>
                </p:oleObj>
              </mc:Choice>
              <mc:Fallback>
                <p:oleObj r:id="rId9" imgW="990600" imgH="8636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98638" y="4622800"/>
                        <a:ext cx="990600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18</TotalTime>
  <Words>791</Words>
  <Application>Microsoft Office PowerPoint</Application>
  <PresentationFormat>全屏显示(4:3)</PresentationFormat>
  <Paragraphs>148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仿宋_GB2312</vt:lpstr>
      <vt:lpstr>黑体</vt:lpstr>
      <vt:lpstr>华文行楷</vt:lpstr>
      <vt:lpstr>楷体_GB2312</vt:lpstr>
      <vt:lpstr>宋体</vt:lpstr>
      <vt:lpstr>Arial</vt:lpstr>
      <vt:lpstr>Symbol</vt:lpstr>
      <vt:lpstr>Tahoma</vt:lpstr>
      <vt:lpstr>Times New Roman</vt:lpstr>
      <vt:lpstr>默认设计模板</vt:lpstr>
      <vt:lpstr>Microsoft 公式 3.0</vt:lpstr>
      <vt:lpstr>Bitmap Image</vt:lpstr>
      <vt:lpstr>公式</vt:lpstr>
      <vt:lpstr>第三节</vt:lpstr>
      <vt:lpstr>一、无穷限（无限区间）的反常积分</vt:lpstr>
      <vt:lpstr>定义1. 设</vt:lpstr>
      <vt:lpstr>PowerPoint 演示文稿</vt:lpstr>
      <vt:lpstr>PowerPoint 演示文稿</vt:lpstr>
      <vt:lpstr>例1. 计算反常积分</vt:lpstr>
      <vt:lpstr>例2.  证明第一类 p 积分</vt:lpstr>
      <vt:lpstr>二、无界函数的反常积分</vt:lpstr>
      <vt:lpstr>定义2. 设</vt:lpstr>
      <vt:lpstr>说明: </vt:lpstr>
      <vt:lpstr>注意: 若瑕点</vt:lpstr>
      <vt:lpstr>例3. 计算反常积分</vt:lpstr>
      <vt:lpstr>例5. 证明反常积分</vt:lpstr>
      <vt:lpstr>例6.</vt:lpstr>
      <vt:lpstr>PowerPoint 演示文稿</vt:lpstr>
      <vt:lpstr>例7. 计算反常积分</vt:lpstr>
      <vt:lpstr>PowerPoint 演示文稿</vt:lpstr>
      <vt:lpstr>PowerPoint 演示文稿</vt:lpstr>
      <vt:lpstr>PowerPoint 演示文稿</vt:lpstr>
      <vt:lpstr>内容小结</vt:lpstr>
      <vt:lpstr>说明:  (1) 有时通过换元 , 反常积分和常义积分可以互</vt:lpstr>
      <vt:lpstr>备用题  试证</vt:lpstr>
      <vt:lpstr>PowerPoint 演示文稿</vt:lpstr>
    </vt:vector>
  </TitlesOfParts>
  <Company>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第三节  广义积分</dc:title>
  <dc:creator>q</dc:creator>
  <cp:lastModifiedBy>xiaoxia qiu</cp:lastModifiedBy>
  <cp:revision>114</cp:revision>
  <dcterms:created xsi:type="dcterms:W3CDTF">2000-11-25T00:36:15Z</dcterms:created>
  <dcterms:modified xsi:type="dcterms:W3CDTF">2017-12-22T13:18:00Z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2052-10.1.0.7023</vt:lpwstr>
  </property>
</Properties>
</file>